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3.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5.xml" ContentType="application/vnd.openxmlformats-officedocument.theme+xml"/>
  <Override PartName="/ppt/slideLayouts/slideLayout43.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0" r:id="rId1"/>
    <p:sldMasterId id="2147484825" r:id="rId2"/>
    <p:sldMasterId id="2147484839" r:id="rId3"/>
    <p:sldMasterId id="2147484851" r:id="rId4"/>
    <p:sldMasterId id="2147483701" r:id="rId5"/>
    <p:sldMasterId id="2147483689" r:id="rId6"/>
  </p:sldMasterIdLst>
  <p:notesMasterIdLst>
    <p:notesMasterId r:id="rId29"/>
  </p:notesMasterIdLst>
  <p:handoutMasterIdLst>
    <p:handoutMasterId r:id="rId30"/>
  </p:handoutMasterIdLst>
  <p:sldIdLst>
    <p:sldId id="299" r:id="rId7"/>
    <p:sldId id="319" r:id="rId8"/>
    <p:sldId id="301" r:id="rId9"/>
    <p:sldId id="320" r:id="rId10"/>
    <p:sldId id="318" r:id="rId11"/>
    <p:sldId id="317" r:id="rId12"/>
    <p:sldId id="304" r:id="rId13"/>
    <p:sldId id="323" r:id="rId14"/>
    <p:sldId id="309" r:id="rId15"/>
    <p:sldId id="333" r:id="rId16"/>
    <p:sldId id="332" r:id="rId17"/>
    <p:sldId id="331" r:id="rId18"/>
    <p:sldId id="330" r:id="rId19"/>
    <p:sldId id="329" r:id="rId20"/>
    <p:sldId id="328" r:id="rId21"/>
    <p:sldId id="327" r:id="rId22"/>
    <p:sldId id="326" r:id="rId23"/>
    <p:sldId id="325" r:id="rId24"/>
    <p:sldId id="324" r:id="rId25"/>
    <p:sldId id="321" r:id="rId26"/>
    <p:sldId id="311" r:id="rId27"/>
    <p:sldId id="308" r:id="rId28"/>
  </p:sldIdLst>
  <p:sldSz cx="9906000" cy="6858000" type="A4"/>
  <p:notesSz cx="6858000" cy="9144000"/>
  <p:defaultTextStyle>
    <a:defPPr>
      <a:defRPr lang="ko-KR"/>
    </a:defPPr>
    <a:lvl1pPr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1pPr>
    <a:lvl2pPr marL="4572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2pPr>
    <a:lvl3pPr marL="9144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3pPr>
    <a:lvl4pPr marL="13716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4pPr>
    <a:lvl5pPr marL="18288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5pPr>
    <a:lvl6pPr marL="22860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6pPr>
    <a:lvl7pPr marL="27432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7pPr>
    <a:lvl8pPr marL="32004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8pPr>
    <a:lvl9pPr marL="36576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9pPr>
  </p:defaultTextStyle>
  <p:extLst>
    <p:ext uri="{EFAFB233-063F-42B5-8137-9DF3F51BA10A}">
      <p15:sldGuideLst xmlns:p15="http://schemas.microsoft.com/office/powerpoint/2012/main">
        <p15:guide id="1" orient="horz" pos="3784">
          <p15:clr>
            <a:srgbClr val="A4A3A4"/>
          </p15:clr>
        </p15:guide>
        <p15:guide id="2" orient="horz" pos="482">
          <p15:clr>
            <a:srgbClr val="A4A3A4"/>
          </p15:clr>
        </p15:guide>
        <p15:guide id="3" orient="horz" pos="845">
          <p15:clr>
            <a:srgbClr val="A4A3A4"/>
          </p15:clr>
        </p15:guide>
        <p15:guide id="4" orient="horz" pos="3430">
          <p15:clr>
            <a:srgbClr val="A4A3A4"/>
          </p15:clr>
        </p15:guide>
        <p15:guide id="5" orient="horz" pos="3833">
          <p15:clr>
            <a:srgbClr val="A4A3A4"/>
          </p15:clr>
        </p15:guide>
        <p15:guide id="6" pos="221">
          <p15:clr>
            <a:srgbClr val="A4A3A4"/>
          </p15:clr>
        </p15:guide>
        <p15:guide id="7" pos="312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FF66"/>
    <a:srgbClr val="E9F5A3"/>
    <a:srgbClr val="F6FBAF"/>
    <a:srgbClr val="DDDDDD"/>
    <a:srgbClr val="969696"/>
    <a:srgbClr val="FF0000"/>
    <a:srgbClr val="BBE0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31" autoAdjust="0"/>
    <p:restoredTop sz="99708" autoAdjust="0"/>
  </p:normalViewPr>
  <p:slideViewPr>
    <p:cSldViewPr>
      <p:cViewPr varScale="1">
        <p:scale>
          <a:sx n="111" d="100"/>
          <a:sy n="111" d="100"/>
        </p:scale>
        <p:origin x="1260" y="96"/>
      </p:cViewPr>
      <p:guideLst>
        <p:guide orient="horz" pos="3784"/>
        <p:guide orient="horz" pos="482"/>
        <p:guide orient="horz" pos="845"/>
        <p:guide orient="horz" pos="3430"/>
        <p:guide orient="horz" pos="3833"/>
        <p:guide pos="221"/>
        <p:guide pos="3120"/>
      </p:guideLst>
    </p:cSldViewPr>
  </p:slideViewPr>
  <p:notesTextViewPr>
    <p:cViewPr>
      <p:scale>
        <a:sx n="100" d="100"/>
        <a:sy n="100" d="100"/>
      </p:scale>
      <p:origin x="0" y="0"/>
    </p:cViewPr>
  </p:notesTextViewPr>
  <p:sorterViewPr>
    <p:cViewPr>
      <p:scale>
        <a:sx n="200" d="100"/>
        <a:sy n="200" d="100"/>
      </p:scale>
      <p:origin x="0" y="0"/>
    </p:cViewPr>
  </p:sorterViewPr>
  <p:notesViewPr>
    <p:cSldViewPr>
      <p:cViewPr varScale="1">
        <p:scale>
          <a:sx n="86" d="100"/>
          <a:sy n="86" d="100"/>
        </p:scale>
        <p:origin x="3864" y="10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3.xml"/><Relationship Id="rId21" Type="http://schemas.openxmlformats.org/officeDocument/2006/relationships/slide" Target="slides/slide15.xml"/><Relationship Id="rId34"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handoutMaster" Target="handoutMasters/handoutMaster1.xml"/><Relationship Id="rId8"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EC92BD39-C0A1-C0BD-6570-DD6AFF07C1B0}"/>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굴림" pitchFamily="50" charset="-127"/>
                <a:cs typeface="Arial" charset="0"/>
              </a:defRPr>
            </a:lvl1pPr>
          </a:lstStyle>
          <a:p>
            <a:pPr>
              <a:defRPr/>
            </a:pPr>
            <a:endParaRPr lang="ko-KR" altLang="en-US"/>
          </a:p>
        </p:txBody>
      </p:sp>
      <p:sp>
        <p:nvSpPr>
          <p:cNvPr id="3" name="날짜 개체 틀 2">
            <a:extLst>
              <a:ext uri="{FF2B5EF4-FFF2-40B4-BE49-F238E27FC236}">
                <a16:creationId xmlns:a16="http://schemas.microsoft.com/office/drawing/2014/main" id="{09B4868B-386A-43FA-40F2-E062B3ECF8D8}"/>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ea typeface="굴림" pitchFamily="50" charset="-127"/>
                <a:cs typeface="Arial" charset="0"/>
              </a:defRPr>
            </a:lvl1pPr>
          </a:lstStyle>
          <a:p>
            <a:pPr>
              <a:defRPr/>
            </a:pPr>
            <a:fld id="{CEDF7D43-F436-4205-A645-260B2442B385}" type="datetimeFigureOut">
              <a:rPr lang="ko-KR" altLang="en-US"/>
              <a:pPr>
                <a:defRPr/>
              </a:pPr>
              <a:t>2026-10-10</a:t>
            </a:fld>
            <a:endParaRPr lang="ko-KR" altLang="en-US" dirty="0"/>
          </a:p>
        </p:txBody>
      </p:sp>
      <p:sp>
        <p:nvSpPr>
          <p:cNvPr id="4" name="바닥글 개체 틀 3">
            <a:extLst>
              <a:ext uri="{FF2B5EF4-FFF2-40B4-BE49-F238E27FC236}">
                <a16:creationId xmlns:a16="http://schemas.microsoft.com/office/drawing/2014/main" id="{AEB7D359-06BE-10DC-DCEB-E5FFA7CB2C23}"/>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ea typeface="굴림" pitchFamily="50" charset="-127"/>
                <a:cs typeface="Arial" charset="0"/>
              </a:defRPr>
            </a:lvl1pPr>
          </a:lstStyle>
          <a:p>
            <a:pPr>
              <a:defRPr/>
            </a:pPr>
            <a:endParaRPr lang="ko-KR" altLang="en-US"/>
          </a:p>
        </p:txBody>
      </p:sp>
      <p:sp>
        <p:nvSpPr>
          <p:cNvPr id="5" name="슬라이드 번호 개체 틀 4">
            <a:extLst>
              <a:ext uri="{FF2B5EF4-FFF2-40B4-BE49-F238E27FC236}">
                <a16:creationId xmlns:a16="http://schemas.microsoft.com/office/drawing/2014/main" id="{268D88FB-6207-586E-ADCC-CE70FDD8D5D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ea typeface="굴림" panose="020B0600000101010101" pitchFamily="50" charset="-127"/>
              </a:defRPr>
            </a:lvl1pPr>
          </a:lstStyle>
          <a:p>
            <a:pPr>
              <a:defRPr/>
            </a:pPr>
            <a:fld id="{73CEEDEC-CC80-4776-811F-0EB7B50AA2D1}"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97B8AA07-7564-AF6A-61A9-0FAF9C0D4E79}"/>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47" name="Rectangle 3">
            <a:extLst>
              <a:ext uri="{FF2B5EF4-FFF2-40B4-BE49-F238E27FC236}">
                <a16:creationId xmlns:a16="http://schemas.microsoft.com/office/drawing/2014/main" id="{AE750739-45D9-5577-BEE0-6A6DC3790E70}"/>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12292" name="Rectangle 4">
            <a:extLst>
              <a:ext uri="{FF2B5EF4-FFF2-40B4-BE49-F238E27FC236}">
                <a16:creationId xmlns:a16="http://schemas.microsoft.com/office/drawing/2014/main" id="{76A368DE-F318-2297-8AB3-02CE7A5923CA}"/>
              </a:ext>
            </a:extLst>
          </p:cNvPr>
          <p:cNvSpPr>
            <a:spLocks noRot="1" noChangeArrowheads="1" noTextEdit="1"/>
          </p:cNvSpPr>
          <p:nvPr>
            <p:ph type="sldImg" idx="2"/>
          </p:nvPr>
        </p:nvSpPr>
        <p:spPr bwMode="auto">
          <a:xfrm>
            <a:off x="952500" y="685800"/>
            <a:ext cx="4953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a:extLst>
              <a:ext uri="{FF2B5EF4-FFF2-40B4-BE49-F238E27FC236}">
                <a16:creationId xmlns:a16="http://schemas.microsoft.com/office/drawing/2014/main" id="{15505098-4918-3CFB-6B30-B64ED4C77D04}"/>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150" name="Rectangle 6">
            <a:extLst>
              <a:ext uri="{FF2B5EF4-FFF2-40B4-BE49-F238E27FC236}">
                <a16:creationId xmlns:a16="http://schemas.microsoft.com/office/drawing/2014/main" id="{48E0B32F-84F0-DA32-6DB0-91E15FB40E33}"/>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51" name="Rectangle 7">
            <a:extLst>
              <a:ext uri="{FF2B5EF4-FFF2-40B4-BE49-F238E27FC236}">
                <a16:creationId xmlns:a16="http://schemas.microsoft.com/office/drawing/2014/main" id="{37B53D80-24D5-CDE8-E288-F3FAACC173EE}"/>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latinLnBrk="1" hangingPunct="1">
              <a:defRPr kumimoji="1" sz="1200">
                <a:latin typeface="굴림" panose="020B0600000101010101" pitchFamily="50" charset="-127"/>
                <a:ea typeface="굴림" panose="020B0600000101010101" pitchFamily="50" charset="-127"/>
              </a:defRPr>
            </a:lvl1pPr>
          </a:lstStyle>
          <a:p>
            <a:pPr>
              <a:defRPr/>
            </a:pPr>
            <a:fld id="{C2CE72E0-8C02-4019-AC01-9B35695886A3}" type="slidenum">
              <a:rPr lang="en-US" altLang="ko-KR"/>
              <a:pPr>
                <a:defRPr/>
              </a:pPr>
              <a:t>‹#›</a:t>
            </a:fld>
            <a:endParaRPr lang="en-US" altLang="ko-KR"/>
          </a:p>
        </p:txBody>
      </p:sp>
    </p:spTree>
  </p:cSld>
  <p:clrMap bg1="lt1" tx1="dk1" bg2="lt2" tx2="dk2" accent1="accent1" accent2="accent2" accent3="accent3" accent4="accent4" accent5="accent5" accent6="accent6" hlink="hlink" folHlink="folHlink"/>
  <p:hf hdr="0" ftr="0" dt="0"/>
  <p:notesStyle>
    <a:lvl1pPr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1pPr>
    <a:lvl2pPr marL="4572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2pPr>
    <a:lvl3pPr marL="9144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3pPr>
    <a:lvl4pPr marL="13716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4pPr>
    <a:lvl5pPr marL="18288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슬라이드 이미지 개체 틀 1">
            <a:extLst>
              <a:ext uri="{FF2B5EF4-FFF2-40B4-BE49-F238E27FC236}">
                <a16:creationId xmlns:a16="http://schemas.microsoft.com/office/drawing/2014/main" id="{BF87EBBA-EC88-6F13-CC05-0BBDCC60D523}"/>
              </a:ext>
            </a:extLst>
          </p:cNvPr>
          <p:cNvSpPr>
            <a:spLocks noGrp="1" noRot="1" noChangeAspect="1" noChangeArrowheads="1" noTextEdit="1"/>
          </p:cNvSpPr>
          <p:nvPr>
            <p:ph type="sldImg"/>
          </p:nvPr>
        </p:nvSpPr>
        <p:spPr>
          <a:ln/>
        </p:spPr>
      </p:sp>
      <p:sp>
        <p:nvSpPr>
          <p:cNvPr id="15363" name="슬라이드 노트 개체 틀 2">
            <a:extLst>
              <a:ext uri="{FF2B5EF4-FFF2-40B4-BE49-F238E27FC236}">
                <a16:creationId xmlns:a16="http://schemas.microsoft.com/office/drawing/2014/main" id="{B7C9CFB3-0F28-3474-BB96-AFF19AC7A01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ko-KR" altLang="en-US">
              <a:latin typeface="굴림" panose="020B0600000101010101" pitchFamily="34" charset="-127"/>
              <a:ea typeface="굴림" panose="020B0600000101010101" pitchFamily="34" charset="-127"/>
            </a:endParaRPr>
          </a:p>
        </p:txBody>
      </p:sp>
      <p:sp>
        <p:nvSpPr>
          <p:cNvPr id="15364" name="슬라이드 번호 개체 틀 3">
            <a:extLst>
              <a:ext uri="{FF2B5EF4-FFF2-40B4-BE49-F238E27FC236}">
                <a16:creationId xmlns:a16="http://schemas.microsoft.com/office/drawing/2014/main" id="{678479BA-4F92-5937-40A0-58389C83090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E919A511-7978-4D3B-AA0C-D1BCBFC737B5}" type="slidenum">
              <a:rPr lang="en-US" altLang="ko-KR" smtClean="0">
                <a:latin typeface="굴림" panose="020B0600000101010101" pitchFamily="34" charset="-127"/>
              </a:rPr>
              <a:pPr/>
              <a:t>1</a:t>
            </a:fld>
            <a:endParaRPr lang="en-US" altLang="ko-KR">
              <a:latin typeface="굴림" panose="020B0600000101010101" pitchFamily="34" charset="-127"/>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슬라이드 이미지 개체 틀 1">
            <a:extLst>
              <a:ext uri="{FF2B5EF4-FFF2-40B4-BE49-F238E27FC236}">
                <a16:creationId xmlns:a16="http://schemas.microsoft.com/office/drawing/2014/main" id="{090E5C4E-E861-12A6-4221-91FA84F6791D}"/>
              </a:ext>
            </a:extLst>
          </p:cNvPr>
          <p:cNvSpPr>
            <a:spLocks noGrp="1" noRot="1" noChangeAspect="1" noChangeArrowheads="1" noTextEdit="1"/>
          </p:cNvSpPr>
          <p:nvPr>
            <p:ph type="sldImg"/>
          </p:nvPr>
        </p:nvSpPr>
        <p:spPr>
          <a:ln/>
        </p:spPr>
      </p:sp>
      <p:sp>
        <p:nvSpPr>
          <p:cNvPr id="17411" name="슬라이드 노트 개체 틀 2">
            <a:extLst>
              <a:ext uri="{FF2B5EF4-FFF2-40B4-BE49-F238E27FC236}">
                <a16:creationId xmlns:a16="http://schemas.microsoft.com/office/drawing/2014/main" id="{CB1B648F-9F8F-DEF4-9ED5-D6E31D2AF2B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7412" name="슬라이드 번호 개체 틀 3">
            <a:extLst>
              <a:ext uri="{FF2B5EF4-FFF2-40B4-BE49-F238E27FC236}">
                <a16:creationId xmlns:a16="http://schemas.microsoft.com/office/drawing/2014/main" id="{427725BF-02E0-CB99-C4FF-98CB9C365FE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CF6DEA98-350E-440E-8155-E7A4F6BE7EDE}" type="slidenum">
              <a:rPr lang="en-US" altLang="ko-KR" smtClean="0">
                <a:latin typeface="굴림" panose="020B0600000101010101" pitchFamily="34" charset="-127"/>
              </a:rPr>
              <a:pPr/>
              <a:t>2</a:t>
            </a:fld>
            <a:endParaRPr lang="en-US" altLang="ko-KR">
              <a:latin typeface="굴림" panose="020B0600000101010101" pitchFamily="34"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a:extLst>
              <a:ext uri="{FF2B5EF4-FFF2-40B4-BE49-F238E27FC236}">
                <a16:creationId xmlns:a16="http://schemas.microsoft.com/office/drawing/2014/main" id="{FC485884-8025-E417-D1FF-9F7519BA0FB8}"/>
              </a:ext>
            </a:extLst>
          </p:cNvPr>
          <p:cNvSpPr>
            <a:spLocks noGrp="1" noRot="1" noChangeAspect="1" noChangeArrowheads="1" noTextEdit="1"/>
          </p:cNvSpPr>
          <p:nvPr>
            <p:ph type="sldImg"/>
          </p:nvPr>
        </p:nvSpPr>
        <p:spPr>
          <a:ln/>
        </p:spPr>
      </p:sp>
      <p:sp>
        <p:nvSpPr>
          <p:cNvPr id="19459" name="슬라이드 노트 개체 틀 2">
            <a:extLst>
              <a:ext uri="{FF2B5EF4-FFF2-40B4-BE49-F238E27FC236}">
                <a16:creationId xmlns:a16="http://schemas.microsoft.com/office/drawing/2014/main" id="{E14FCEAC-D89F-7726-EDB0-FB71C4F3846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9460" name="슬라이드 번호 개체 틀 3">
            <a:extLst>
              <a:ext uri="{FF2B5EF4-FFF2-40B4-BE49-F238E27FC236}">
                <a16:creationId xmlns:a16="http://schemas.microsoft.com/office/drawing/2014/main" id="{941F230E-44E0-B379-49DF-FA2F6D4C5AB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3895F3BA-19C4-43FB-805D-6D7630563578}" type="slidenum">
              <a:rPr lang="en-US" altLang="ko-KR" smtClean="0">
                <a:latin typeface="굴림" panose="020B0600000101010101" pitchFamily="34" charset="-127"/>
              </a:rPr>
              <a:pPr/>
              <a:t>3</a:t>
            </a:fld>
            <a:endParaRPr lang="en-US" altLang="ko-KR">
              <a:latin typeface="굴림" panose="020B0600000101010101" pitchFamily="34" charset="-127"/>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506" name="Rectangle 7">
            <a:extLst>
              <a:ext uri="{FF2B5EF4-FFF2-40B4-BE49-F238E27FC236}">
                <a16:creationId xmlns:a16="http://schemas.microsoft.com/office/drawing/2014/main" id="{56CABEBC-D3D9-361A-FB07-D1F3086F3BC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1pPr>
            <a:lvl2pPr marL="742950" indent="-28575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2pPr>
            <a:lvl3pPr marL="11430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3pPr>
            <a:lvl4pPr marL="16002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4pPr>
            <a:lvl5pPr marL="20574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9pPr>
          </a:lstStyle>
          <a:p>
            <a:fld id="{9764B2F8-E578-474D-8B70-A49C69EC44F9}" type="slidenum">
              <a:rPr lang="en-US" altLang="ru-RU" smtClean="0">
                <a:solidFill>
                  <a:srgbClr val="000000"/>
                </a:solidFill>
                <a:latin typeface="굴림" panose="020B0600000101010101" pitchFamily="34" charset="-127"/>
              </a:rPr>
              <a:pPr/>
              <a:t>4</a:t>
            </a:fld>
            <a:endParaRPr lang="en-US" altLang="ru-RU">
              <a:solidFill>
                <a:srgbClr val="000000"/>
              </a:solidFill>
              <a:latin typeface="굴림" panose="020B0600000101010101" pitchFamily="34" charset="-127"/>
            </a:endParaRPr>
          </a:p>
        </p:txBody>
      </p:sp>
      <p:sp>
        <p:nvSpPr>
          <p:cNvPr id="21507" name="Rectangle 1">
            <a:extLst>
              <a:ext uri="{FF2B5EF4-FFF2-40B4-BE49-F238E27FC236}">
                <a16:creationId xmlns:a16="http://schemas.microsoft.com/office/drawing/2014/main" id="{14589574-7345-9CAE-DBEF-EA9657D73F1A}"/>
              </a:ext>
            </a:extLst>
          </p:cNvPr>
          <p:cNvSpPr>
            <a:spLocks noChangeArrowheads="1" noTextEdit="1"/>
          </p:cNvSpPr>
          <p:nvPr>
            <p:ph type="sldImg"/>
          </p:nvPr>
        </p:nvSpPr>
        <p:spPr>
          <a:solidFill>
            <a:srgbClr val="FFFFFF"/>
          </a:solidFill>
          <a:ln/>
        </p:spPr>
      </p:sp>
      <p:sp>
        <p:nvSpPr>
          <p:cNvPr id="21508" name="Text Box 2">
            <a:extLst>
              <a:ext uri="{FF2B5EF4-FFF2-40B4-BE49-F238E27FC236}">
                <a16:creationId xmlns:a16="http://schemas.microsoft.com/office/drawing/2014/main" id="{D4992D14-7B23-140D-559B-F1ED1561C757}"/>
              </a:ext>
            </a:extLst>
          </p:cNvPr>
          <p:cNvSpPr txBox="1">
            <a:spLocks noChangeArrowheads="1"/>
          </p:cNvSpPr>
          <p:nvPr/>
        </p:nvSpPr>
        <p:spPr bwMode="auto">
          <a:xfrm>
            <a:off x="685800" y="4343400"/>
            <a:ext cx="5486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endParaRPr lang="uk-UA" altLang="ru-RU"/>
          </a:p>
        </p:txBody>
      </p:sp>
      <p:sp>
        <p:nvSpPr>
          <p:cNvPr id="21509" name="Text Box 3">
            <a:extLst>
              <a:ext uri="{FF2B5EF4-FFF2-40B4-BE49-F238E27FC236}">
                <a16:creationId xmlns:a16="http://schemas.microsoft.com/office/drawing/2014/main" id="{F52EB946-5DE2-2806-6AA9-4A6A9674997A}"/>
              </a:ext>
            </a:extLst>
          </p:cNvPr>
          <p:cNvSpPr txBox="1">
            <a:spLocks noChangeArrowheads="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000" tIns="46800" rIns="90000" bIns="46800" anchor="b"/>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1pPr>
            <a:lvl2pPr marL="742950" indent="-28575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2pPr>
            <a:lvl3pPr marL="11430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3pPr>
            <a:lvl4pPr marL="16002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4pPr>
            <a:lvl5pPr marL="20574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9pPr>
          </a:lstStyle>
          <a:p>
            <a:pPr algn="r" eaLnBrk="1" hangingPunct="1"/>
            <a:fld id="{ED875197-46E5-41E2-BED6-146F6850615B}" type="slidenum">
              <a:rPr lang="en-US" altLang="ru-RU" sz="1200">
                <a:solidFill>
                  <a:srgbClr val="000000"/>
                </a:solidFill>
                <a:latin typeface="굴림" panose="020B0600000101010101" pitchFamily="34" charset="-127"/>
              </a:rPr>
              <a:pPr algn="r" eaLnBrk="1" hangingPunct="1"/>
              <a:t>4</a:t>
            </a:fld>
            <a:endParaRPr lang="en-US" altLang="ru-RU" sz="1200">
              <a:solidFill>
                <a:srgbClr val="000000"/>
              </a:solidFill>
              <a:latin typeface="굴림" panose="020B0600000101010101" pitchFamily="34" charset="-127"/>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슬라이드 이미지 개체 틀 1">
            <a:extLst>
              <a:ext uri="{FF2B5EF4-FFF2-40B4-BE49-F238E27FC236}">
                <a16:creationId xmlns:a16="http://schemas.microsoft.com/office/drawing/2014/main" id="{7931F999-D40C-56F7-9212-7018512B503C}"/>
              </a:ext>
            </a:extLst>
          </p:cNvPr>
          <p:cNvSpPr>
            <a:spLocks noGrp="1" noRot="1" noChangeAspect="1" noChangeArrowheads="1" noTextEdit="1"/>
          </p:cNvSpPr>
          <p:nvPr>
            <p:ph type="sldImg"/>
          </p:nvPr>
        </p:nvSpPr>
        <p:spPr>
          <a:ln/>
        </p:spPr>
      </p:sp>
      <p:sp>
        <p:nvSpPr>
          <p:cNvPr id="23555" name="슬라이드 노트 개체 틀 2">
            <a:extLst>
              <a:ext uri="{FF2B5EF4-FFF2-40B4-BE49-F238E27FC236}">
                <a16:creationId xmlns:a16="http://schemas.microsoft.com/office/drawing/2014/main" id="{75263334-73ED-A05A-C11B-0FD71EE0848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3556" name="슬라이드 번호 개체 틀 3">
            <a:extLst>
              <a:ext uri="{FF2B5EF4-FFF2-40B4-BE49-F238E27FC236}">
                <a16:creationId xmlns:a16="http://schemas.microsoft.com/office/drawing/2014/main" id="{CF59FF2A-D0DD-AC1B-EEB6-18F2B7D7DBBD}"/>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C2BC9017-7167-4D72-9510-AFE5AE0016E4}" type="slidenum">
              <a:rPr lang="en-US" altLang="ko-KR" smtClean="0">
                <a:latin typeface="굴림" panose="020B0600000101010101" pitchFamily="34" charset="-127"/>
              </a:rPr>
              <a:pPr/>
              <a:t>5</a:t>
            </a:fld>
            <a:endParaRPr lang="en-US" altLang="ko-KR">
              <a:latin typeface="굴림" panose="020B0600000101010101" pitchFamily="34" charset="-127"/>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슬라이드 이미지 개체 틀 1">
            <a:extLst>
              <a:ext uri="{FF2B5EF4-FFF2-40B4-BE49-F238E27FC236}">
                <a16:creationId xmlns:a16="http://schemas.microsoft.com/office/drawing/2014/main" id="{99AEE4C8-43C9-835A-7FDB-9E2DFD17197E}"/>
              </a:ext>
            </a:extLst>
          </p:cNvPr>
          <p:cNvSpPr>
            <a:spLocks noGrp="1" noRot="1" noChangeAspect="1" noChangeArrowheads="1" noTextEdit="1"/>
          </p:cNvSpPr>
          <p:nvPr>
            <p:ph type="sldImg"/>
          </p:nvPr>
        </p:nvSpPr>
        <p:spPr>
          <a:ln/>
        </p:spPr>
      </p:sp>
      <p:sp>
        <p:nvSpPr>
          <p:cNvPr id="25603" name="슬라이드 노트 개체 틀 2">
            <a:extLst>
              <a:ext uri="{FF2B5EF4-FFF2-40B4-BE49-F238E27FC236}">
                <a16:creationId xmlns:a16="http://schemas.microsoft.com/office/drawing/2014/main" id="{77167D1F-5861-223F-EAA6-0FA34D714F5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5604" name="슬라이드 번호 개체 틀 3">
            <a:extLst>
              <a:ext uri="{FF2B5EF4-FFF2-40B4-BE49-F238E27FC236}">
                <a16:creationId xmlns:a16="http://schemas.microsoft.com/office/drawing/2014/main" id="{54C00FC4-D2E2-C190-42BB-71981B71FCE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0706EF18-F220-42DF-8BDC-7A92CE2E05CC}" type="slidenum">
              <a:rPr lang="en-US" altLang="ko-KR" smtClean="0">
                <a:latin typeface="굴림" panose="020B0600000101010101" pitchFamily="34" charset="-127"/>
              </a:rPr>
              <a:pPr/>
              <a:t>6</a:t>
            </a:fld>
            <a:endParaRPr lang="en-US" altLang="ko-KR">
              <a:latin typeface="굴림" panose="020B0600000101010101" pitchFamily="34" charset="-127"/>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슬라이드 이미지 개체 틀 1">
            <a:extLst>
              <a:ext uri="{FF2B5EF4-FFF2-40B4-BE49-F238E27FC236}">
                <a16:creationId xmlns:a16="http://schemas.microsoft.com/office/drawing/2014/main" id="{76B0A513-218B-A40A-A4A9-6D26880D971B}"/>
              </a:ext>
            </a:extLst>
          </p:cNvPr>
          <p:cNvSpPr>
            <a:spLocks noGrp="1" noRot="1" noChangeAspect="1" noChangeArrowheads="1" noTextEdit="1"/>
          </p:cNvSpPr>
          <p:nvPr>
            <p:ph type="sldImg"/>
          </p:nvPr>
        </p:nvSpPr>
        <p:spPr>
          <a:ln/>
        </p:spPr>
      </p:sp>
      <p:sp>
        <p:nvSpPr>
          <p:cNvPr id="27651" name="슬라이드 노트 개체 틀 2">
            <a:extLst>
              <a:ext uri="{FF2B5EF4-FFF2-40B4-BE49-F238E27FC236}">
                <a16:creationId xmlns:a16="http://schemas.microsoft.com/office/drawing/2014/main" id="{EDBA77E2-4C01-7030-72AA-293339283C5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7652" name="슬라이드 번호 개체 틀 3">
            <a:extLst>
              <a:ext uri="{FF2B5EF4-FFF2-40B4-BE49-F238E27FC236}">
                <a16:creationId xmlns:a16="http://schemas.microsoft.com/office/drawing/2014/main" id="{18CC1CC5-2F50-E6DA-62AB-67C4FD6C771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8C844F96-432C-47E9-8237-8B563FC46CE2}" type="slidenum">
              <a:rPr lang="en-US" altLang="ko-KR" smtClean="0">
                <a:latin typeface="굴림" panose="020B0600000101010101" pitchFamily="34" charset="-127"/>
              </a:rPr>
              <a:pPr/>
              <a:t>7</a:t>
            </a:fld>
            <a:endParaRPr lang="en-US" altLang="ko-KR">
              <a:latin typeface="굴림" panose="020B0600000101010101" pitchFamily="34" charset="-127"/>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슬라이드 이미지 개체 틀 1">
            <a:extLst>
              <a:ext uri="{FF2B5EF4-FFF2-40B4-BE49-F238E27FC236}">
                <a16:creationId xmlns:a16="http://schemas.microsoft.com/office/drawing/2014/main" id="{EBD1DFF9-D1D1-6930-FE34-2F61EE71A076}"/>
              </a:ext>
            </a:extLst>
          </p:cNvPr>
          <p:cNvSpPr>
            <a:spLocks noGrp="1" noRot="1" noChangeAspect="1" noChangeArrowheads="1" noTextEdit="1"/>
          </p:cNvSpPr>
          <p:nvPr>
            <p:ph type="sldImg"/>
          </p:nvPr>
        </p:nvSpPr>
        <p:spPr>
          <a:ln/>
        </p:spPr>
      </p:sp>
      <p:sp>
        <p:nvSpPr>
          <p:cNvPr id="29699" name="슬라이드 노트 개체 틀 2">
            <a:extLst>
              <a:ext uri="{FF2B5EF4-FFF2-40B4-BE49-F238E27FC236}">
                <a16:creationId xmlns:a16="http://schemas.microsoft.com/office/drawing/2014/main" id="{7BF3E6BA-CFAB-945F-93A9-9BB3AE5CE86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9700" name="슬라이드 번호 개체 틀 3">
            <a:extLst>
              <a:ext uri="{FF2B5EF4-FFF2-40B4-BE49-F238E27FC236}">
                <a16:creationId xmlns:a16="http://schemas.microsoft.com/office/drawing/2014/main" id="{15BE7BC8-64D5-989E-C84E-C70A4954D2A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CFD5E81D-5416-42F9-8A85-44AEC8BA73EA}" type="slidenum">
              <a:rPr lang="en-US" altLang="ko-KR" smtClean="0">
                <a:latin typeface="굴림" panose="020B0600000101010101" pitchFamily="34" charset="-127"/>
              </a:rPr>
              <a:pPr/>
              <a:t>8</a:t>
            </a:fld>
            <a:endParaRPr lang="en-US" altLang="ko-KR">
              <a:latin typeface="굴림" panose="020B0600000101010101" pitchFamily="34" charset="-127"/>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CC9847BE-90BA-C3A3-8168-219A0D623CC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2B4521B8-44D5-E464-5401-78BF052F26B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842598F5-858D-5EF3-C3AD-66A2B501FA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44487CA-8322-419D-B36E-6459B2A5A2E1}" type="slidenum">
              <a:rPr lang="en-US" altLang="ko-KR" smtClean="0">
                <a:latin typeface="굴림" panose="020B0600000101010101" pitchFamily="34" charset="-127"/>
              </a:rPr>
              <a:pPr/>
              <a:t>9</a:t>
            </a:fld>
            <a:endParaRPr lang="en-US" altLang="ko-KR">
              <a:latin typeface="굴림" panose="020B0600000101010101" pitchFamily="34" charset="-127"/>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CC9847BE-90BA-C3A3-8168-219A0D623CC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2B4521B8-44D5-E464-5401-78BF052F26B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842598F5-858D-5EF3-C3AD-66A2B501FA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44487CA-8322-419D-B36E-6459B2A5A2E1}" type="slidenum">
              <a:rPr lang="en-US" altLang="ko-KR" smtClean="0">
                <a:latin typeface="굴림" panose="020B0600000101010101" pitchFamily="34" charset="-127"/>
              </a:rPr>
              <a:pPr/>
              <a:t>10</a:t>
            </a:fld>
            <a:endParaRPr lang="en-US" altLang="ko-KR">
              <a:latin typeface="굴림" panose="020B0600000101010101" pitchFamily="34"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CC9847BE-90BA-C3A3-8168-219A0D623CC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2B4521B8-44D5-E464-5401-78BF052F26B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842598F5-858D-5EF3-C3AD-66A2B501FA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44487CA-8322-419D-B36E-6459B2A5A2E1}" type="slidenum">
              <a:rPr lang="en-US" altLang="ko-KR" smtClean="0">
                <a:latin typeface="굴림" panose="020B0600000101010101" pitchFamily="34" charset="-127"/>
              </a:rPr>
              <a:pPr/>
              <a:t>11</a:t>
            </a:fld>
            <a:endParaRPr lang="en-US" altLang="ko-KR">
              <a:latin typeface="굴림" panose="020B0600000101010101" pitchFamily="34" charset="-127"/>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CC9847BE-90BA-C3A3-8168-219A0D623CC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2B4521B8-44D5-E464-5401-78BF052F26B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842598F5-858D-5EF3-C3AD-66A2B501FA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44487CA-8322-419D-B36E-6459B2A5A2E1}" type="slidenum">
              <a:rPr lang="en-US" altLang="ko-KR" smtClean="0">
                <a:latin typeface="굴림" panose="020B0600000101010101" pitchFamily="34" charset="-127"/>
              </a:rPr>
              <a:pPr/>
              <a:t>12</a:t>
            </a:fld>
            <a:endParaRPr lang="en-US" altLang="ko-KR">
              <a:latin typeface="굴림" panose="020B0600000101010101" pitchFamily="34" charset="-127"/>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CC9847BE-90BA-C3A3-8168-219A0D623CC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2B4521B8-44D5-E464-5401-78BF052F26B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842598F5-858D-5EF3-C3AD-66A2B501FA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44487CA-8322-419D-B36E-6459B2A5A2E1}" type="slidenum">
              <a:rPr lang="en-US" altLang="ko-KR" smtClean="0">
                <a:latin typeface="굴림" panose="020B0600000101010101" pitchFamily="34" charset="-127"/>
              </a:rPr>
              <a:pPr/>
              <a:t>13</a:t>
            </a:fld>
            <a:endParaRPr lang="en-US" altLang="ko-KR">
              <a:latin typeface="굴림" panose="020B0600000101010101" pitchFamily="34" charset="-127"/>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CC9847BE-90BA-C3A3-8168-219A0D623CC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2B4521B8-44D5-E464-5401-78BF052F26B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842598F5-858D-5EF3-C3AD-66A2B501FA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44487CA-8322-419D-B36E-6459B2A5A2E1}" type="slidenum">
              <a:rPr lang="en-US" altLang="ko-KR" smtClean="0">
                <a:latin typeface="굴림" panose="020B0600000101010101" pitchFamily="34" charset="-127"/>
              </a:rPr>
              <a:pPr/>
              <a:t>14</a:t>
            </a:fld>
            <a:endParaRPr lang="en-US" altLang="ko-KR">
              <a:latin typeface="굴림" panose="020B0600000101010101" pitchFamily="34" charset="-127"/>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CC9847BE-90BA-C3A3-8168-219A0D623CC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2B4521B8-44D5-E464-5401-78BF052F26B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842598F5-858D-5EF3-C3AD-66A2B501FA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44487CA-8322-419D-B36E-6459B2A5A2E1}" type="slidenum">
              <a:rPr lang="en-US" altLang="ko-KR" smtClean="0">
                <a:latin typeface="굴림" panose="020B0600000101010101" pitchFamily="34" charset="-127"/>
              </a:rPr>
              <a:pPr/>
              <a:t>15</a:t>
            </a:fld>
            <a:endParaRPr lang="en-US" altLang="ko-KR">
              <a:latin typeface="굴림" panose="020B0600000101010101" pitchFamily="34" charset="-127"/>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CC9847BE-90BA-C3A3-8168-219A0D623CC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2B4521B8-44D5-E464-5401-78BF052F26B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842598F5-858D-5EF3-C3AD-66A2B501FA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44487CA-8322-419D-B36E-6459B2A5A2E1}" type="slidenum">
              <a:rPr lang="en-US" altLang="ko-KR" smtClean="0">
                <a:latin typeface="굴림" panose="020B0600000101010101" pitchFamily="34" charset="-127"/>
              </a:rPr>
              <a:pPr/>
              <a:t>16</a:t>
            </a:fld>
            <a:endParaRPr lang="en-US" altLang="ko-KR">
              <a:latin typeface="굴림" panose="020B0600000101010101" pitchFamily="34" charset="-127"/>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CC9847BE-90BA-C3A3-8168-219A0D623CC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2B4521B8-44D5-E464-5401-78BF052F26B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842598F5-858D-5EF3-C3AD-66A2B501FA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44487CA-8322-419D-B36E-6459B2A5A2E1}" type="slidenum">
              <a:rPr lang="en-US" altLang="ko-KR" smtClean="0">
                <a:latin typeface="굴림" panose="020B0600000101010101" pitchFamily="34" charset="-127"/>
              </a:rPr>
              <a:pPr/>
              <a:t>17</a:t>
            </a:fld>
            <a:endParaRPr lang="en-US" altLang="ko-KR">
              <a:latin typeface="굴림" panose="020B0600000101010101" pitchFamily="34" charset="-127"/>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CC9847BE-90BA-C3A3-8168-219A0D623CC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2B4521B8-44D5-E464-5401-78BF052F26B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842598F5-858D-5EF3-C3AD-66A2B501FA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44487CA-8322-419D-B36E-6459B2A5A2E1}" type="slidenum">
              <a:rPr lang="en-US" altLang="ko-KR" smtClean="0">
                <a:latin typeface="굴림" panose="020B0600000101010101" pitchFamily="34" charset="-127"/>
              </a:rPr>
              <a:pPr/>
              <a:t>18</a:t>
            </a:fld>
            <a:endParaRPr lang="en-US" altLang="ko-KR">
              <a:latin typeface="굴림" panose="020B0600000101010101" pitchFamily="34" charset="-127"/>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CC9847BE-90BA-C3A3-8168-219A0D623CC5}"/>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2B4521B8-44D5-E464-5401-78BF052F26B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842598F5-858D-5EF3-C3AD-66A2B501FA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44487CA-8322-419D-B36E-6459B2A5A2E1}" type="slidenum">
              <a:rPr lang="en-US" altLang="ko-KR" smtClean="0">
                <a:latin typeface="굴림" panose="020B0600000101010101" pitchFamily="34" charset="-127"/>
              </a:rPr>
              <a:pPr/>
              <a:t>19</a:t>
            </a:fld>
            <a:endParaRPr lang="en-US" altLang="ko-KR">
              <a:latin typeface="굴림" panose="020B0600000101010101" pitchFamily="34" charset="-127"/>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슬라이드 이미지 개체 틀 1">
            <a:extLst>
              <a:ext uri="{FF2B5EF4-FFF2-40B4-BE49-F238E27FC236}">
                <a16:creationId xmlns:a16="http://schemas.microsoft.com/office/drawing/2014/main" id="{22380D0B-383C-A555-829B-17682955FE58}"/>
              </a:ext>
            </a:extLst>
          </p:cNvPr>
          <p:cNvSpPr>
            <a:spLocks noGrp="1" noRot="1" noChangeAspect="1" noChangeArrowheads="1" noTextEdit="1"/>
          </p:cNvSpPr>
          <p:nvPr>
            <p:ph type="sldImg"/>
          </p:nvPr>
        </p:nvSpPr>
        <p:spPr>
          <a:ln/>
        </p:spPr>
      </p:sp>
      <p:sp>
        <p:nvSpPr>
          <p:cNvPr id="37891" name="슬라이드 노트 개체 틀 2">
            <a:extLst>
              <a:ext uri="{FF2B5EF4-FFF2-40B4-BE49-F238E27FC236}">
                <a16:creationId xmlns:a16="http://schemas.microsoft.com/office/drawing/2014/main" id="{67AE4B43-AB3E-50BD-F031-3D05BD89808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7892" name="슬라이드 번호 개체 틀 3">
            <a:extLst>
              <a:ext uri="{FF2B5EF4-FFF2-40B4-BE49-F238E27FC236}">
                <a16:creationId xmlns:a16="http://schemas.microsoft.com/office/drawing/2014/main" id="{72AAEED2-E07F-61DB-5DFA-53ED9A628D2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88404B06-07F2-4BA1-8C81-F0A2522622E9}" type="slidenum">
              <a:rPr lang="en-US" altLang="ko-KR" smtClean="0">
                <a:latin typeface="굴림" panose="020B0600000101010101" pitchFamily="34" charset="-127"/>
              </a:rPr>
              <a:pPr/>
              <a:t>20</a:t>
            </a:fld>
            <a:endParaRPr lang="en-US" altLang="ko-KR">
              <a:latin typeface="굴림" panose="020B0600000101010101" pitchFamily="34" charset="-127"/>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슬라이드 이미지 개체 틀 1">
            <a:extLst>
              <a:ext uri="{FF2B5EF4-FFF2-40B4-BE49-F238E27FC236}">
                <a16:creationId xmlns:a16="http://schemas.microsoft.com/office/drawing/2014/main" id="{3500C370-7867-E341-40C2-A38E8FFE3DFA}"/>
              </a:ext>
            </a:extLst>
          </p:cNvPr>
          <p:cNvSpPr>
            <a:spLocks noGrp="1" noRot="1" noChangeAspect="1" noChangeArrowheads="1" noTextEdit="1"/>
          </p:cNvSpPr>
          <p:nvPr>
            <p:ph type="sldImg"/>
          </p:nvPr>
        </p:nvSpPr>
        <p:spPr>
          <a:ln/>
        </p:spPr>
      </p:sp>
      <p:sp>
        <p:nvSpPr>
          <p:cNvPr id="39939" name="슬라이드 노트 개체 틀 2">
            <a:extLst>
              <a:ext uri="{FF2B5EF4-FFF2-40B4-BE49-F238E27FC236}">
                <a16:creationId xmlns:a16="http://schemas.microsoft.com/office/drawing/2014/main" id="{19678D40-55CD-6E71-C5DB-82EC59C39B1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9940" name="슬라이드 번호 개체 틀 3">
            <a:extLst>
              <a:ext uri="{FF2B5EF4-FFF2-40B4-BE49-F238E27FC236}">
                <a16:creationId xmlns:a16="http://schemas.microsoft.com/office/drawing/2014/main" id="{5E14CA98-E9BE-247C-CEE6-D4F7A053A9FF}"/>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algn="r" eaLnBrk="1" latinLnBrk="1" hangingPunct="1"/>
            <a:fld id="{37959460-08FB-4BA3-86DA-02A1102A5382}" type="slidenum">
              <a:rPr kumimoji="1" lang="en-US" altLang="ko-KR" sz="1200">
                <a:latin typeface="굴림" panose="020B0600000101010101" pitchFamily="34" charset="-127"/>
              </a:rPr>
              <a:pPr algn="r" eaLnBrk="1" latinLnBrk="1" hangingPunct="1"/>
              <a:t>21</a:t>
            </a:fld>
            <a:endParaRPr kumimoji="1" lang="en-US" altLang="ko-KR" sz="1200">
              <a:latin typeface="굴림" panose="020B0600000101010101" pitchFamily="34" charset="-127"/>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슬라이드 이미지 개체 틀 1">
            <a:extLst>
              <a:ext uri="{FF2B5EF4-FFF2-40B4-BE49-F238E27FC236}">
                <a16:creationId xmlns:a16="http://schemas.microsoft.com/office/drawing/2014/main" id="{FFFA7095-B2A1-F6A7-2438-7DC414F77EF2}"/>
              </a:ext>
            </a:extLst>
          </p:cNvPr>
          <p:cNvSpPr>
            <a:spLocks noGrp="1" noRot="1" noChangeAspect="1" noChangeArrowheads="1" noTextEdit="1"/>
          </p:cNvSpPr>
          <p:nvPr>
            <p:ph type="sldImg"/>
          </p:nvPr>
        </p:nvSpPr>
        <p:spPr>
          <a:ln/>
        </p:spPr>
      </p:sp>
      <p:sp>
        <p:nvSpPr>
          <p:cNvPr id="44035" name="슬라이드 노트 개체 틀 2">
            <a:extLst>
              <a:ext uri="{FF2B5EF4-FFF2-40B4-BE49-F238E27FC236}">
                <a16:creationId xmlns:a16="http://schemas.microsoft.com/office/drawing/2014/main" id="{DC60DB1D-1367-F96B-A954-3759311AFAB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44036" name="슬라이드 번호 개체 틀 3">
            <a:extLst>
              <a:ext uri="{FF2B5EF4-FFF2-40B4-BE49-F238E27FC236}">
                <a16:creationId xmlns:a16="http://schemas.microsoft.com/office/drawing/2014/main" id="{675BA08F-FA48-2193-FE17-31CD251D47C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C8AA3F99-A657-4544-890D-BD1B1F484248}" type="slidenum">
              <a:rPr lang="en-US" altLang="ko-KR" smtClean="0">
                <a:latin typeface="굴림" panose="020B0600000101010101" pitchFamily="34" charset="-127"/>
              </a:rPr>
              <a:pPr/>
              <a:t>22</a:t>
            </a:fld>
            <a:endParaRPr lang="en-US" altLang="ko-KR">
              <a:latin typeface="굴림" panose="020B0600000101010101" pitchFamily="34"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AE05BC49-87B7-C86C-DD1B-6CB0C4AB6896}"/>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7ABD8AB9-6A4B-47E3-8482-EC25A5EC00E8}"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
        <p:nvSpPr>
          <p:cNvPr id="6" name="텍스트 개체 틀 18"/>
          <p:cNvSpPr>
            <a:spLocks noGrp="1"/>
          </p:cNvSpPr>
          <p:nvPr>
            <p:ph type="body" sz="quarter" idx="13"/>
          </p:nvPr>
        </p:nvSpPr>
        <p:spPr>
          <a:xfrm>
            <a:off x="344488" y="188640"/>
            <a:ext cx="7416824" cy="369332"/>
          </a:xfrm>
          <a:prstGeom prst="rect">
            <a:avLst/>
          </a:prstGeom>
          <a:noFill/>
          <a:ln w="9525">
            <a:noFill/>
            <a:miter lim="800000"/>
            <a:headEnd/>
            <a:tailEnd/>
          </a:ln>
        </p:spPr>
        <p:txBody>
          <a:bodyPr wrap="square">
            <a:spAutoFit/>
          </a:bodyPr>
          <a:lstStyle>
            <a:lvl1pPr algn="l" rtl="0" eaLnBrk="0" fontAlgn="base" hangingPunct="0">
              <a:spcBef>
                <a:spcPct val="50000"/>
              </a:spcBef>
              <a:spcAft>
                <a:spcPct val="0"/>
              </a:spcAft>
              <a:buNone/>
              <a:defRPr lang="ko-KR" altLang="en-US" sz="1800" b="1" kern="1200" dirty="0">
                <a:solidFill>
                  <a:schemeClr val="tx1"/>
                </a:solidFill>
                <a:latin typeface="맑은 고딕" pitchFamily="50" charset="-127"/>
                <a:ea typeface="맑은 고딕" pitchFamily="50" charset="-127"/>
                <a:cs typeface="+mn-cs"/>
              </a:defRPr>
            </a:lvl1pPr>
          </a:lstStyle>
          <a:p>
            <a:pPr lvl="0"/>
            <a:endParaRPr lang="ko-KR" altLang="en-US" dirty="0"/>
          </a:p>
        </p:txBody>
      </p:sp>
    </p:spTree>
    <p:extLst>
      <p:ext uri="{BB962C8B-B14F-4D97-AF65-F5344CB8AC3E}">
        <p14:creationId xmlns:p14="http://schemas.microsoft.com/office/powerpoint/2010/main" val="1635730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Title / Logo">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8E03599F-384C-431B-66DE-AA202410B6A2}"/>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3C8E1852-C84B-4219-BDE3-A75E739209FB}"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7008102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37BA7C28-2827-B3CF-36DB-6D0DE1A5665F}"/>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EDF20268-EE20-4262-88A0-44B4860173CA}"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pic>
        <p:nvPicPr>
          <p:cNvPr id="3" name="Picture 2" descr="C:\Users\a\Desktop\Rhyme A23610\01.Guide\03.[app_title]description\source\엘지로고_영문.jpg">
            <a:extLst>
              <a:ext uri="{FF2B5EF4-FFF2-40B4-BE49-F238E27FC236}">
                <a16:creationId xmlns:a16="http://schemas.microsoft.com/office/drawing/2014/main" id="{F532517D-219A-4181-BB30-EBEFBF7DD83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8588" y="6488113"/>
            <a:ext cx="1728787"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079918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2FC2A6E9-034D-CA05-5E83-2AD71DB3A903}"/>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2E128913-6DC0-41C5-BC0F-AB6FD10D9F10}"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722411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3346893C-08C3-19A0-05F2-70EC32F90BA1}"/>
              </a:ext>
            </a:extLst>
          </p:cNvPr>
          <p:cNvSpPr>
            <a:spLocks noGrp="1"/>
          </p:cNvSpPr>
          <p:nvPr>
            <p:ph type="dt" sz="half" idx="10"/>
          </p:nvPr>
        </p:nvSpPr>
        <p:spPr/>
        <p:txBody>
          <a:bodyPr/>
          <a:lstStyle>
            <a:lvl1pPr>
              <a:defRPr/>
            </a:lvl1pPr>
          </a:lstStyle>
          <a:p>
            <a:pPr>
              <a:defRPr/>
            </a:pPr>
            <a:fld id="{F1681DA3-7C08-4B98-B9C5-C8263DDB0F4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5D98B5B9-82BD-78A8-2C78-F76DEE9B6EBC}"/>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638A7C7C-492F-4627-CA36-2AC7E346C80B}"/>
              </a:ext>
            </a:extLst>
          </p:cNvPr>
          <p:cNvSpPr>
            <a:spLocks noGrp="1"/>
          </p:cNvSpPr>
          <p:nvPr>
            <p:ph type="sldNum" sz="quarter" idx="12"/>
          </p:nvPr>
        </p:nvSpPr>
        <p:spPr/>
        <p:txBody>
          <a:bodyPr/>
          <a:lstStyle>
            <a:lvl1pPr>
              <a:defRPr/>
            </a:lvl1pPr>
          </a:lstStyle>
          <a:p>
            <a:pPr>
              <a:defRPr/>
            </a:pPr>
            <a:fld id="{76E3F4FD-DDF7-4052-BF02-B5528EE1B174}" type="slidenum">
              <a:rPr lang="ko-KR" altLang="en-US"/>
              <a:pPr>
                <a:defRPr/>
              </a:pPr>
              <a:t>‹#›</a:t>
            </a:fld>
            <a:endParaRPr lang="ko-KR" altLang="en-US"/>
          </a:p>
        </p:txBody>
      </p:sp>
    </p:spTree>
    <p:extLst>
      <p:ext uri="{BB962C8B-B14F-4D97-AF65-F5344CB8AC3E}">
        <p14:creationId xmlns:p14="http://schemas.microsoft.com/office/powerpoint/2010/main" val="25285509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EF11373D-E7F7-A0F1-0488-640A0BE0B609}"/>
              </a:ext>
            </a:extLst>
          </p:cNvPr>
          <p:cNvSpPr>
            <a:spLocks noGrp="1"/>
          </p:cNvSpPr>
          <p:nvPr>
            <p:ph type="dt" sz="half" idx="10"/>
          </p:nvPr>
        </p:nvSpPr>
        <p:spPr/>
        <p:txBody>
          <a:bodyPr/>
          <a:lstStyle>
            <a:lvl1pPr>
              <a:defRPr/>
            </a:lvl1pPr>
          </a:lstStyle>
          <a:p>
            <a:pPr>
              <a:defRPr/>
            </a:pPr>
            <a:fld id="{57277FC2-EE6F-4B45-AD82-8206EF46159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7C952193-C6E1-4866-B17C-43C2D296BF1D}"/>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E1C546C0-ED12-3183-3CF2-180D96D43386}"/>
              </a:ext>
            </a:extLst>
          </p:cNvPr>
          <p:cNvSpPr>
            <a:spLocks noGrp="1"/>
          </p:cNvSpPr>
          <p:nvPr>
            <p:ph type="sldNum" sz="quarter" idx="12"/>
          </p:nvPr>
        </p:nvSpPr>
        <p:spPr/>
        <p:txBody>
          <a:bodyPr/>
          <a:lstStyle>
            <a:lvl1pPr>
              <a:defRPr/>
            </a:lvl1pPr>
          </a:lstStyle>
          <a:p>
            <a:pPr>
              <a:defRPr/>
            </a:pPr>
            <a:fld id="{3FBDE56A-C9F7-40F3-A1F6-8A7B3435D244}" type="slidenum">
              <a:rPr lang="ko-KR" altLang="en-US"/>
              <a:pPr>
                <a:defRPr/>
              </a:pPr>
              <a:t>‹#›</a:t>
            </a:fld>
            <a:endParaRPr lang="ko-KR" altLang="en-US"/>
          </a:p>
        </p:txBody>
      </p:sp>
    </p:spTree>
    <p:extLst>
      <p:ext uri="{BB962C8B-B14F-4D97-AF65-F5344CB8AC3E}">
        <p14:creationId xmlns:p14="http://schemas.microsoft.com/office/powerpoint/2010/main" val="414381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49FDD104-F705-08D9-EC4E-826C8CA72CE6}"/>
              </a:ext>
            </a:extLst>
          </p:cNvPr>
          <p:cNvSpPr>
            <a:spLocks noGrp="1"/>
          </p:cNvSpPr>
          <p:nvPr>
            <p:ph type="dt" sz="half" idx="10"/>
          </p:nvPr>
        </p:nvSpPr>
        <p:spPr/>
        <p:txBody>
          <a:bodyPr/>
          <a:lstStyle>
            <a:lvl1pPr>
              <a:defRPr/>
            </a:lvl1pPr>
          </a:lstStyle>
          <a:p>
            <a:pPr>
              <a:defRPr/>
            </a:pPr>
            <a:fld id="{9B41F385-F3A2-4F03-B9BC-5A9CDB17F215}"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5EA94D2-4342-2AF6-7308-EBBE19765D54}"/>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9E959B0F-EF24-2721-6C27-B90D76606E47}"/>
              </a:ext>
            </a:extLst>
          </p:cNvPr>
          <p:cNvSpPr>
            <a:spLocks noGrp="1"/>
          </p:cNvSpPr>
          <p:nvPr>
            <p:ph type="sldNum" sz="quarter" idx="12"/>
          </p:nvPr>
        </p:nvSpPr>
        <p:spPr/>
        <p:txBody>
          <a:bodyPr/>
          <a:lstStyle>
            <a:lvl1pPr>
              <a:defRPr/>
            </a:lvl1pPr>
          </a:lstStyle>
          <a:p>
            <a:pPr>
              <a:defRPr/>
            </a:pPr>
            <a:fld id="{893BDA62-B8E0-47E0-A894-944343A2186A}" type="slidenum">
              <a:rPr lang="ko-KR" altLang="en-US"/>
              <a:pPr>
                <a:defRPr/>
              </a:pPr>
              <a:t>‹#›</a:t>
            </a:fld>
            <a:endParaRPr lang="ko-KR" altLang="en-US"/>
          </a:p>
        </p:txBody>
      </p:sp>
    </p:spTree>
    <p:extLst>
      <p:ext uri="{BB962C8B-B14F-4D97-AF65-F5344CB8AC3E}">
        <p14:creationId xmlns:p14="http://schemas.microsoft.com/office/powerpoint/2010/main" val="12097477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BCF92622-AC74-98A7-59C6-2D31AD61655B}"/>
              </a:ext>
            </a:extLst>
          </p:cNvPr>
          <p:cNvSpPr>
            <a:spLocks noGrp="1"/>
          </p:cNvSpPr>
          <p:nvPr>
            <p:ph type="dt" sz="half" idx="10"/>
          </p:nvPr>
        </p:nvSpPr>
        <p:spPr/>
        <p:txBody>
          <a:bodyPr/>
          <a:lstStyle>
            <a:lvl1pPr>
              <a:defRPr/>
            </a:lvl1pPr>
          </a:lstStyle>
          <a:p>
            <a:pPr>
              <a:defRPr/>
            </a:pPr>
            <a:fld id="{3EFEDAFB-8D74-46C7-A680-0EC1ED08FD01}"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5E571424-4C19-193D-DD44-A607F7C4EB53}"/>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A23856EA-E2D7-4FDB-7ACE-270F8CA73711}"/>
              </a:ext>
            </a:extLst>
          </p:cNvPr>
          <p:cNvSpPr>
            <a:spLocks noGrp="1"/>
          </p:cNvSpPr>
          <p:nvPr>
            <p:ph type="sldNum" sz="quarter" idx="12"/>
          </p:nvPr>
        </p:nvSpPr>
        <p:spPr/>
        <p:txBody>
          <a:bodyPr/>
          <a:lstStyle>
            <a:lvl1pPr>
              <a:defRPr/>
            </a:lvl1pPr>
          </a:lstStyle>
          <a:p>
            <a:pPr>
              <a:defRPr/>
            </a:pPr>
            <a:fld id="{7C2922D6-94F4-433C-9C9F-11159D750EEE}" type="slidenum">
              <a:rPr lang="ko-KR" altLang="en-US"/>
              <a:pPr>
                <a:defRPr/>
              </a:pPr>
              <a:t>‹#›</a:t>
            </a:fld>
            <a:endParaRPr lang="ko-KR" altLang="en-US"/>
          </a:p>
        </p:txBody>
      </p:sp>
    </p:spTree>
    <p:extLst>
      <p:ext uri="{BB962C8B-B14F-4D97-AF65-F5344CB8AC3E}">
        <p14:creationId xmlns:p14="http://schemas.microsoft.com/office/powerpoint/2010/main" val="11266051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FB13BB97-0F86-00FB-9A3D-347B6A4ECA2F}"/>
              </a:ext>
            </a:extLst>
          </p:cNvPr>
          <p:cNvSpPr>
            <a:spLocks noGrp="1"/>
          </p:cNvSpPr>
          <p:nvPr>
            <p:ph type="dt" sz="half" idx="10"/>
          </p:nvPr>
        </p:nvSpPr>
        <p:spPr/>
        <p:txBody>
          <a:bodyPr/>
          <a:lstStyle>
            <a:lvl1pPr>
              <a:defRPr/>
            </a:lvl1pPr>
          </a:lstStyle>
          <a:p>
            <a:pPr>
              <a:defRPr/>
            </a:pPr>
            <a:fld id="{7237487D-7D94-41DF-9CB7-22BC575DFE09}"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936B5A62-EAAE-E1E6-34D7-D0324C0261B4}"/>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A70AB601-FF47-C120-E5E7-979DFD18C762}"/>
              </a:ext>
            </a:extLst>
          </p:cNvPr>
          <p:cNvSpPr>
            <a:spLocks noGrp="1"/>
          </p:cNvSpPr>
          <p:nvPr>
            <p:ph type="sldNum" sz="quarter" idx="12"/>
          </p:nvPr>
        </p:nvSpPr>
        <p:spPr/>
        <p:txBody>
          <a:bodyPr/>
          <a:lstStyle>
            <a:lvl1pPr>
              <a:defRPr/>
            </a:lvl1pPr>
          </a:lstStyle>
          <a:p>
            <a:pPr>
              <a:defRPr/>
            </a:pPr>
            <a:fld id="{BF1B9E56-9B0F-4299-BE3D-5E40A43C931D}" type="slidenum">
              <a:rPr lang="ko-KR" altLang="en-US"/>
              <a:pPr>
                <a:defRPr/>
              </a:pPr>
              <a:t>‹#›</a:t>
            </a:fld>
            <a:endParaRPr lang="ko-KR" altLang="en-US"/>
          </a:p>
        </p:txBody>
      </p:sp>
    </p:spTree>
    <p:extLst>
      <p:ext uri="{BB962C8B-B14F-4D97-AF65-F5344CB8AC3E}">
        <p14:creationId xmlns:p14="http://schemas.microsoft.com/office/powerpoint/2010/main" val="91144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3A183424-41AB-9E46-3477-7E36138B79A0}"/>
              </a:ext>
            </a:extLst>
          </p:cNvPr>
          <p:cNvSpPr>
            <a:spLocks noGrp="1"/>
          </p:cNvSpPr>
          <p:nvPr>
            <p:ph type="dt" sz="half" idx="10"/>
          </p:nvPr>
        </p:nvSpPr>
        <p:spPr/>
        <p:txBody>
          <a:bodyPr/>
          <a:lstStyle>
            <a:lvl1pPr>
              <a:defRPr/>
            </a:lvl1pPr>
          </a:lstStyle>
          <a:p>
            <a:pPr>
              <a:defRPr/>
            </a:pPr>
            <a:fld id="{A73DF5BA-2CBC-4C72-9AB7-D5A78E670077}"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D39F673E-6CE2-02DC-3CD9-039CDBC4AF5C}"/>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EB14474B-9F37-FCB3-EFED-D1E6E3809C9D}"/>
              </a:ext>
            </a:extLst>
          </p:cNvPr>
          <p:cNvSpPr>
            <a:spLocks noGrp="1"/>
          </p:cNvSpPr>
          <p:nvPr>
            <p:ph type="sldNum" sz="quarter" idx="12"/>
          </p:nvPr>
        </p:nvSpPr>
        <p:spPr/>
        <p:txBody>
          <a:bodyPr/>
          <a:lstStyle>
            <a:lvl1pPr>
              <a:defRPr/>
            </a:lvl1pPr>
          </a:lstStyle>
          <a:p>
            <a:pPr>
              <a:defRPr/>
            </a:pPr>
            <a:fld id="{DA4B7D54-DC59-44AC-8DCE-4987F2CE6444}" type="slidenum">
              <a:rPr lang="ko-KR" altLang="en-US"/>
              <a:pPr>
                <a:defRPr/>
              </a:pPr>
              <a:t>‹#›</a:t>
            </a:fld>
            <a:endParaRPr lang="ko-KR" altLang="en-US"/>
          </a:p>
        </p:txBody>
      </p:sp>
    </p:spTree>
    <p:extLst>
      <p:ext uri="{BB962C8B-B14F-4D97-AF65-F5344CB8AC3E}">
        <p14:creationId xmlns:p14="http://schemas.microsoft.com/office/powerpoint/2010/main" val="8536122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EB6E4B58-964D-B1E5-4043-8FF51DE3017C}"/>
              </a:ext>
            </a:extLst>
          </p:cNvPr>
          <p:cNvSpPr>
            <a:spLocks noGrp="1"/>
          </p:cNvSpPr>
          <p:nvPr>
            <p:ph type="dt" sz="half" idx="10"/>
          </p:nvPr>
        </p:nvSpPr>
        <p:spPr/>
        <p:txBody>
          <a:bodyPr/>
          <a:lstStyle>
            <a:lvl1pPr>
              <a:defRPr/>
            </a:lvl1pPr>
          </a:lstStyle>
          <a:p>
            <a:pPr>
              <a:defRPr/>
            </a:pPr>
            <a:fld id="{93839442-78EC-4BC3-A4E3-356DE15D8FC1}"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0A9C233A-8657-93CC-9AE2-AA8BE8955866}"/>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0D9264E8-1DEB-694D-483D-9F803149D1B2}"/>
              </a:ext>
            </a:extLst>
          </p:cNvPr>
          <p:cNvSpPr>
            <a:spLocks noGrp="1"/>
          </p:cNvSpPr>
          <p:nvPr>
            <p:ph type="sldNum" sz="quarter" idx="12"/>
          </p:nvPr>
        </p:nvSpPr>
        <p:spPr/>
        <p:txBody>
          <a:bodyPr/>
          <a:lstStyle>
            <a:lvl1pPr>
              <a:defRPr/>
            </a:lvl1pPr>
          </a:lstStyle>
          <a:p>
            <a:pPr>
              <a:defRPr/>
            </a:pPr>
            <a:fld id="{9E2ABB12-85D6-42EC-AD86-0E77D6A710A5}" type="slidenum">
              <a:rPr lang="ko-KR" altLang="en-US"/>
              <a:pPr>
                <a:defRPr/>
              </a:pPr>
              <a:t>‹#›</a:t>
            </a:fld>
            <a:endParaRPr lang="ko-KR" altLang="en-US"/>
          </a:p>
        </p:txBody>
      </p:sp>
    </p:spTree>
    <p:extLst>
      <p:ext uri="{BB962C8B-B14F-4D97-AF65-F5344CB8AC3E}">
        <p14:creationId xmlns:p14="http://schemas.microsoft.com/office/powerpoint/2010/main" val="37445133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32616694-9F57-8544-4796-E70D1DE33CD0}"/>
              </a:ext>
            </a:extLst>
          </p:cNvPr>
          <p:cNvSpPr>
            <a:spLocks noGrp="1"/>
          </p:cNvSpPr>
          <p:nvPr>
            <p:ph type="dt" sz="half" idx="10"/>
          </p:nvPr>
        </p:nvSpPr>
        <p:spPr/>
        <p:txBody>
          <a:bodyPr/>
          <a:lstStyle>
            <a:lvl1pPr>
              <a:defRPr/>
            </a:lvl1pPr>
          </a:lstStyle>
          <a:p>
            <a:pPr>
              <a:defRPr/>
            </a:pPr>
            <a:fld id="{506976AA-B625-4A3B-9CFD-53781AD0C1B8}"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11656AF9-1ECB-A42D-3E47-FB33A9847793}"/>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420E98C7-6EF9-0BA4-7F42-6387CC1581AC}"/>
              </a:ext>
            </a:extLst>
          </p:cNvPr>
          <p:cNvSpPr>
            <a:spLocks noGrp="1"/>
          </p:cNvSpPr>
          <p:nvPr>
            <p:ph type="sldNum" sz="quarter" idx="12"/>
          </p:nvPr>
        </p:nvSpPr>
        <p:spPr/>
        <p:txBody>
          <a:bodyPr/>
          <a:lstStyle>
            <a:lvl1pPr>
              <a:defRPr/>
            </a:lvl1pPr>
          </a:lstStyle>
          <a:p>
            <a:pPr>
              <a:defRPr/>
            </a:pPr>
            <a:fld id="{E2B46306-3703-4D29-84A9-E2866F1D8CF0}" type="slidenum">
              <a:rPr lang="ko-KR" altLang="en-US"/>
              <a:pPr>
                <a:defRPr/>
              </a:pPr>
              <a:t>‹#›</a:t>
            </a:fld>
            <a:endParaRPr lang="ko-KR" altLang="en-US"/>
          </a:p>
        </p:txBody>
      </p:sp>
    </p:spTree>
    <p:extLst>
      <p:ext uri="{BB962C8B-B14F-4D97-AF65-F5344CB8AC3E}">
        <p14:creationId xmlns:p14="http://schemas.microsoft.com/office/powerpoint/2010/main" val="211827419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56A0F567-96B9-90C7-E2BA-9EFD90137916}"/>
              </a:ext>
            </a:extLst>
          </p:cNvPr>
          <p:cNvSpPr>
            <a:spLocks noGrp="1"/>
          </p:cNvSpPr>
          <p:nvPr>
            <p:ph type="dt" sz="half" idx="10"/>
          </p:nvPr>
        </p:nvSpPr>
        <p:spPr/>
        <p:txBody>
          <a:bodyPr/>
          <a:lstStyle>
            <a:lvl1pPr>
              <a:defRPr/>
            </a:lvl1pPr>
          </a:lstStyle>
          <a:p>
            <a:pPr>
              <a:defRPr/>
            </a:pPr>
            <a:fld id="{EA720F5B-D198-4F4A-A835-E143E6D969A3}"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B79CF9A6-F7BA-9A3D-7C5F-C23BBC482771}"/>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A9AB916D-38EF-C490-84DD-3E11049CC2E6}"/>
              </a:ext>
            </a:extLst>
          </p:cNvPr>
          <p:cNvSpPr>
            <a:spLocks noGrp="1"/>
          </p:cNvSpPr>
          <p:nvPr>
            <p:ph type="sldNum" sz="quarter" idx="12"/>
          </p:nvPr>
        </p:nvSpPr>
        <p:spPr/>
        <p:txBody>
          <a:bodyPr/>
          <a:lstStyle>
            <a:lvl1pPr>
              <a:defRPr/>
            </a:lvl1pPr>
          </a:lstStyle>
          <a:p>
            <a:pPr>
              <a:defRPr/>
            </a:pPr>
            <a:fld id="{767346F6-3CBD-4CD9-AE4E-7C61E0B864E0}" type="slidenum">
              <a:rPr lang="ko-KR" altLang="en-US"/>
              <a:pPr>
                <a:defRPr/>
              </a:pPr>
              <a:t>‹#›</a:t>
            </a:fld>
            <a:endParaRPr lang="ko-KR" altLang="en-US"/>
          </a:p>
        </p:txBody>
      </p:sp>
    </p:spTree>
    <p:extLst>
      <p:ext uri="{BB962C8B-B14F-4D97-AF65-F5344CB8AC3E}">
        <p14:creationId xmlns:p14="http://schemas.microsoft.com/office/powerpoint/2010/main" val="24021272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55C9F32F-BA4F-471C-E3E2-3F53519BA79A}"/>
              </a:ext>
            </a:extLst>
          </p:cNvPr>
          <p:cNvSpPr>
            <a:spLocks noGrp="1"/>
          </p:cNvSpPr>
          <p:nvPr>
            <p:ph type="dt" sz="half" idx="10"/>
          </p:nvPr>
        </p:nvSpPr>
        <p:spPr/>
        <p:txBody>
          <a:bodyPr/>
          <a:lstStyle>
            <a:lvl1pPr>
              <a:defRPr/>
            </a:lvl1pPr>
          </a:lstStyle>
          <a:p>
            <a:pPr>
              <a:defRPr/>
            </a:pPr>
            <a:fld id="{59584AD6-F448-4E10-89BC-BB218F08C3AE}"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EC6DE462-5358-5713-A561-746CDD4726BF}"/>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86B25611-1D8A-1AE2-8F25-1B83ED476DD1}"/>
              </a:ext>
            </a:extLst>
          </p:cNvPr>
          <p:cNvSpPr>
            <a:spLocks noGrp="1"/>
          </p:cNvSpPr>
          <p:nvPr>
            <p:ph type="sldNum" sz="quarter" idx="12"/>
          </p:nvPr>
        </p:nvSpPr>
        <p:spPr/>
        <p:txBody>
          <a:bodyPr/>
          <a:lstStyle>
            <a:lvl1pPr>
              <a:defRPr/>
            </a:lvl1pPr>
          </a:lstStyle>
          <a:p>
            <a:pPr>
              <a:defRPr/>
            </a:pPr>
            <a:fld id="{CFC08BB1-037B-43A9-8628-C5B6D417545D}" type="slidenum">
              <a:rPr lang="ko-KR" altLang="en-US"/>
              <a:pPr>
                <a:defRPr/>
              </a:pPr>
              <a:t>‹#›</a:t>
            </a:fld>
            <a:endParaRPr lang="ko-KR" altLang="en-US"/>
          </a:p>
        </p:txBody>
      </p:sp>
    </p:spTree>
    <p:extLst>
      <p:ext uri="{BB962C8B-B14F-4D97-AF65-F5344CB8AC3E}">
        <p14:creationId xmlns:p14="http://schemas.microsoft.com/office/powerpoint/2010/main" val="393863177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AF1F7AE-771E-26D1-930C-2ABAFCD9244A}"/>
              </a:ext>
            </a:extLst>
          </p:cNvPr>
          <p:cNvSpPr>
            <a:spLocks noGrp="1"/>
          </p:cNvSpPr>
          <p:nvPr>
            <p:ph type="dt" sz="half" idx="10"/>
          </p:nvPr>
        </p:nvSpPr>
        <p:spPr/>
        <p:txBody>
          <a:bodyPr/>
          <a:lstStyle>
            <a:lvl1pPr>
              <a:defRPr/>
            </a:lvl1pPr>
          </a:lstStyle>
          <a:p>
            <a:pPr>
              <a:defRPr/>
            </a:pPr>
            <a:fld id="{4022F443-4E46-4294-A353-F72C074A375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CD71DB2-9F4B-C597-1DF5-75D53F1FA5F4}"/>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F1614ACC-52AD-5E15-4307-42EE165B821C}"/>
              </a:ext>
            </a:extLst>
          </p:cNvPr>
          <p:cNvSpPr>
            <a:spLocks noGrp="1"/>
          </p:cNvSpPr>
          <p:nvPr>
            <p:ph type="sldNum" sz="quarter" idx="12"/>
          </p:nvPr>
        </p:nvSpPr>
        <p:spPr/>
        <p:txBody>
          <a:bodyPr/>
          <a:lstStyle>
            <a:lvl1pPr>
              <a:defRPr/>
            </a:lvl1pPr>
          </a:lstStyle>
          <a:p>
            <a:pPr>
              <a:defRPr/>
            </a:pPr>
            <a:fld id="{7F9ED80E-E543-43FC-BF2D-0A815460C347}" type="slidenum">
              <a:rPr lang="ko-KR" altLang="en-US"/>
              <a:pPr>
                <a:defRPr/>
              </a:pPr>
              <a:t>‹#›</a:t>
            </a:fld>
            <a:endParaRPr lang="ko-KR" altLang="en-US"/>
          </a:p>
        </p:txBody>
      </p:sp>
    </p:spTree>
    <p:extLst>
      <p:ext uri="{BB962C8B-B14F-4D97-AF65-F5344CB8AC3E}">
        <p14:creationId xmlns:p14="http://schemas.microsoft.com/office/powerpoint/2010/main" val="29548439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BBD572F7-08E2-7855-CA39-4F8AB9DFBBCE}"/>
              </a:ext>
            </a:extLst>
          </p:cNvPr>
          <p:cNvSpPr>
            <a:spLocks noGrp="1"/>
          </p:cNvSpPr>
          <p:nvPr>
            <p:ph type="dt" sz="half" idx="10"/>
          </p:nvPr>
        </p:nvSpPr>
        <p:spPr/>
        <p:txBody>
          <a:bodyPr/>
          <a:lstStyle>
            <a:lvl1pPr>
              <a:defRPr/>
            </a:lvl1pPr>
          </a:lstStyle>
          <a:p>
            <a:pPr>
              <a:defRPr/>
            </a:pPr>
            <a:fld id="{94B7427D-4B84-4DF4-9951-6AAB79A6CB63}"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13A41261-F7EC-CBA7-59DA-52D13434FC7D}"/>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7DDCD520-14D8-3EEF-BF5B-910955529BD1}"/>
              </a:ext>
            </a:extLst>
          </p:cNvPr>
          <p:cNvSpPr>
            <a:spLocks noGrp="1"/>
          </p:cNvSpPr>
          <p:nvPr>
            <p:ph type="sldNum" sz="quarter" idx="12"/>
          </p:nvPr>
        </p:nvSpPr>
        <p:spPr/>
        <p:txBody>
          <a:bodyPr/>
          <a:lstStyle>
            <a:lvl1pPr>
              <a:defRPr/>
            </a:lvl1pPr>
          </a:lstStyle>
          <a:p>
            <a:pPr>
              <a:defRPr/>
            </a:pPr>
            <a:fld id="{EF3243F0-16B0-483D-8A27-B97DEE74E5FF}" type="slidenum">
              <a:rPr lang="ko-KR" altLang="en-US"/>
              <a:pPr>
                <a:defRPr/>
              </a:pPr>
              <a:t>‹#›</a:t>
            </a:fld>
            <a:endParaRPr lang="ko-KR" altLang="en-US"/>
          </a:p>
        </p:txBody>
      </p:sp>
    </p:spTree>
    <p:extLst>
      <p:ext uri="{BB962C8B-B14F-4D97-AF65-F5344CB8AC3E}">
        <p14:creationId xmlns:p14="http://schemas.microsoft.com/office/powerpoint/2010/main" val="35062403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1539F418-DFEB-BABD-8D3B-849AECA6BA24}"/>
              </a:ext>
            </a:extLst>
          </p:cNvPr>
          <p:cNvSpPr>
            <a:spLocks noGrp="1"/>
          </p:cNvSpPr>
          <p:nvPr>
            <p:ph type="dt" sz="half" idx="10"/>
          </p:nvPr>
        </p:nvSpPr>
        <p:spPr/>
        <p:txBody>
          <a:bodyPr/>
          <a:lstStyle>
            <a:lvl1pPr>
              <a:defRPr/>
            </a:lvl1pPr>
          </a:lstStyle>
          <a:p>
            <a:pPr>
              <a:defRPr/>
            </a:pPr>
            <a:fld id="{186C288F-B828-4AA9-97B3-13BCA945BB1D}"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5C2C70A6-8692-FB4E-E66D-473B161247F3}"/>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4B34FD5B-5C90-6CE7-24E3-92C4A797CF4A}"/>
              </a:ext>
            </a:extLst>
          </p:cNvPr>
          <p:cNvSpPr>
            <a:spLocks noGrp="1"/>
          </p:cNvSpPr>
          <p:nvPr>
            <p:ph type="sldNum" sz="quarter" idx="12"/>
          </p:nvPr>
        </p:nvSpPr>
        <p:spPr/>
        <p:txBody>
          <a:bodyPr/>
          <a:lstStyle>
            <a:lvl1pPr>
              <a:defRPr/>
            </a:lvl1pPr>
          </a:lstStyle>
          <a:p>
            <a:pPr>
              <a:defRPr/>
            </a:pPr>
            <a:fld id="{2B50D912-8EBF-404E-ABB7-6D601D90609F}" type="slidenum">
              <a:rPr lang="ko-KR" altLang="en-US"/>
              <a:pPr>
                <a:defRPr/>
              </a:pPr>
              <a:t>‹#›</a:t>
            </a:fld>
            <a:endParaRPr lang="ko-KR" altLang="en-US"/>
          </a:p>
        </p:txBody>
      </p:sp>
    </p:spTree>
    <p:extLst>
      <p:ext uri="{BB962C8B-B14F-4D97-AF65-F5344CB8AC3E}">
        <p14:creationId xmlns:p14="http://schemas.microsoft.com/office/powerpoint/2010/main" val="196548125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FAFD9D13-FAE7-2CE2-0E85-1A00801381CE}"/>
              </a:ext>
            </a:extLst>
          </p:cNvPr>
          <p:cNvSpPr>
            <a:spLocks noGrp="1"/>
          </p:cNvSpPr>
          <p:nvPr>
            <p:ph type="dt" sz="half" idx="10"/>
          </p:nvPr>
        </p:nvSpPr>
        <p:spPr/>
        <p:txBody>
          <a:bodyPr/>
          <a:lstStyle>
            <a:lvl1pPr>
              <a:defRPr/>
            </a:lvl1pPr>
          </a:lstStyle>
          <a:p>
            <a:pPr>
              <a:defRPr/>
            </a:pPr>
            <a:fld id="{78C2D265-621A-4641-B1C6-8BDDD04F657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48A4806-80DF-F67B-6CF0-9811BC82987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8EE2DC13-3251-3B16-BEDC-2EBBEE880E90}"/>
              </a:ext>
            </a:extLst>
          </p:cNvPr>
          <p:cNvSpPr>
            <a:spLocks noGrp="1"/>
          </p:cNvSpPr>
          <p:nvPr>
            <p:ph type="sldNum" sz="quarter" idx="12"/>
          </p:nvPr>
        </p:nvSpPr>
        <p:spPr/>
        <p:txBody>
          <a:bodyPr/>
          <a:lstStyle>
            <a:lvl1pPr>
              <a:defRPr/>
            </a:lvl1pPr>
          </a:lstStyle>
          <a:p>
            <a:pPr>
              <a:defRPr/>
            </a:pPr>
            <a:fld id="{FF5FABB5-3DAB-4E9C-BD1C-2D6E030F9931}" type="slidenum">
              <a:rPr lang="ko-KR" altLang="en-US"/>
              <a:pPr>
                <a:defRPr/>
              </a:pPr>
              <a:t>‹#›</a:t>
            </a:fld>
            <a:endParaRPr lang="ko-KR" altLang="en-US"/>
          </a:p>
        </p:txBody>
      </p:sp>
    </p:spTree>
    <p:extLst>
      <p:ext uri="{BB962C8B-B14F-4D97-AF65-F5344CB8AC3E}">
        <p14:creationId xmlns:p14="http://schemas.microsoft.com/office/powerpoint/2010/main" val="24259941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DFA2D32-4148-10CF-ED60-BB9B0D016835}"/>
              </a:ext>
            </a:extLst>
          </p:cNvPr>
          <p:cNvSpPr>
            <a:spLocks noGrp="1"/>
          </p:cNvSpPr>
          <p:nvPr>
            <p:ph type="dt" sz="half" idx="10"/>
          </p:nvPr>
        </p:nvSpPr>
        <p:spPr/>
        <p:txBody>
          <a:bodyPr/>
          <a:lstStyle>
            <a:lvl1pPr>
              <a:defRPr/>
            </a:lvl1pPr>
          </a:lstStyle>
          <a:p>
            <a:pPr>
              <a:defRPr/>
            </a:pPr>
            <a:fld id="{C295EB9D-4209-484F-B325-0B9476CDABC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99403AA-587A-D299-84AC-6C7717334AEF}"/>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77FA454-B532-D836-FE62-1CB0407D311D}"/>
              </a:ext>
            </a:extLst>
          </p:cNvPr>
          <p:cNvSpPr>
            <a:spLocks noGrp="1"/>
          </p:cNvSpPr>
          <p:nvPr>
            <p:ph type="sldNum" sz="quarter" idx="12"/>
          </p:nvPr>
        </p:nvSpPr>
        <p:spPr/>
        <p:txBody>
          <a:bodyPr/>
          <a:lstStyle>
            <a:lvl1pPr>
              <a:defRPr/>
            </a:lvl1pPr>
          </a:lstStyle>
          <a:p>
            <a:pPr>
              <a:defRPr/>
            </a:pPr>
            <a:fld id="{77D2259E-8887-4A8D-AEE5-4177770D9005}" type="slidenum">
              <a:rPr lang="ko-KR" altLang="en-US"/>
              <a:pPr>
                <a:defRPr/>
              </a:pPr>
              <a:t>‹#›</a:t>
            </a:fld>
            <a:endParaRPr lang="ko-KR" altLang="en-US"/>
          </a:p>
        </p:txBody>
      </p:sp>
    </p:spTree>
    <p:extLst>
      <p:ext uri="{BB962C8B-B14F-4D97-AF65-F5344CB8AC3E}">
        <p14:creationId xmlns:p14="http://schemas.microsoft.com/office/powerpoint/2010/main" val="366429660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37848EB4-A0A2-0304-EF1F-0EBDF9CC7586}"/>
              </a:ext>
            </a:extLst>
          </p:cNvPr>
          <p:cNvSpPr>
            <a:spLocks noGrp="1"/>
          </p:cNvSpPr>
          <p:nvPr>
            <p:ph type="dt" sz="half" idx="10"/>
          </p:nvPr>
        </p:nvSpPr>
        <p:spPr/>
        <p:txBody>
          <a:bodyPr/>
          <a:lstStyle>
            <a:lvl1pPr>
              <a:defRPr/>
            </a:lvl1pPr>
          </a:lstStyle>
          <a:p>
            <a:pPr>
              <a:defRPr/>
            </a:pPr>
            <a:fld id="{A8DBCEC3-5D50-4A93-AB5B-B845BB0E9E90}"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8DB6758-5996-7E41-AC47-DEBE09B8437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0E3D17A4-35A2-76CC-BAAF-50649F068864}"/>
              </a:ext>
            </a:extLst>
          </p:cNvPr>
          <p:cNvSpPr>
            <a:spLocks noGrp="1"/>
          </p:cNvSpPr>
          <p:nvPr>
            <p:ph type="sldNum" sz="quarter" idx="12"/>
          </p:nvPr>
        </p:nvSpPr>
        <p:spPr/>
        <p:txBody>
          <a:bodyPr/>
          <a:lstStyle>
            <a:lvl1pPr>
              <a:defRPr/>
            </a:lvl1pPr>
          </a:lstStyle>
          <a:p>
            <a:pPr>
              <a:defRPr/>
            </a:pPr>
            <a:fld id="{7F9C5140-0288-4F0A-8E29-C296F40E45AC}" type="slidenum">
              <a:rPr lang="ko-KR" altLang="en-US"/>
              <a:pPr>
                <a:defRPr/>
              </a:pPr>
              <a:t>‹#›</a:t>
            </a:fld>
            <a:endParaRPr lang="ko-KR" altLang="en-US"/>
          </a:p>
        </p:txBody>
      </p:sp>
    </p:spTree>
    <p:extLst>
      <p:ext uri="{BB962C8B-B14F-4D97-AF65-F5344CB8AC3E}">
        <p14:creationId xmlns:p14="http://schemas.microsoft.com/office/powerpoint/2010/main" val="26376940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F226A30B-C713-735D-F698-7FED2E72CE00}"/>
              </a:ext>
            </a:extLst>
          </p:cNvPr>
          <p:cNvSpPr>
            <a:spLocks noGrp="1"/>
          </p:cNvSpPr>
          <p:nvPr>
            <p:ph type="dt" sz="half" idx="10"/>
          </p:nvPr>
        </p:nvSpPr>
        <p:spPr/>
        <p:txBody>
          <a:bodyPr/>
          <a:lstStyle>
            <a:lvl1pPr>
              <a:defRPr/>
            </a:lvl1pPr>
          </a:lstStyle>
          <a:p>
            <a:pPr>
              <a:defRPr/>
            </a:pPr>
            <a:fld id="{85574189-729F-4A8D-AB87-474F582E9332}"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9BA83FCF-49A4-B07E-969A-D6FFF0951275}"/>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8D8ED2DB-B1A1-A983-5448-DFDD9790E020}"/>
              </a:ext>
            </a:extLst>
          </p:cNvPr>
          <p:cNvSpPr>
            <a:spLocks noGrp="1"/>
          </p:cNvSpPr>
          <p:nvPr>
            <p:ph type="sldNum" sz="quarter" idx="12"/>
          </p:nvPr>
        </p:nvSpPr>
        <p:spPr/>
        <p:txBody>
          <a:bodyPr/>
          <a:lstStyle>
            <a:lvl1pPr>
              <a:defRPr/>
            </a:lvl1pPr>
          </a:lstStyle>
          <a:p>
            <a:pPr>
              <a:defRPr/>
            </a:pPr>
            <a:fld id="{CA9048F2-D153-441D-83D7-62E2025E292E}" type="slidenum">
              <a:rPr lang="ko-KR" altLang="en-US"/>
              <a:pPr>
                <a:defRPr/>
              </a:pPr>
              <a:t>‹#›</a:t>
            </a:fld>
            <a:endParaRPr lang="ko-KR" altLang="en-US"/>
          </a:p>
        </p:txBody>
      </p:sp>
    </p:spTree>
    <p:extLst>
      <p:ext uri="{BB962C8B-B14F-4D97-AF65-F5344CB8AC3E}">
        <p14:creationId xmlns:p14="http://schemas.microsoft.com/office/powerpoint/2010/main" val="24918115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96A43A41-EDAF-E44D-45BA-226C7905B680}"/>
              </a:ext>
            </a:extLst>
          </p:cNvPr>
          <p:cNvSpPr>
            <a:spLocks noGrp="1"/>
          </p:cNvSpPr>
          <p:nvPr>
            <p:ph type="dt" sz="half" idx="10"/>
          </p:nvPr>
        </p:nvSpPr>
        <p:spPr/>
        <p:txBody>
          <a:bodyPr/>
          <a:lstStyle>
            <a:lvl1pPr>
              <a:defRPr/>
            </a:lvl1pPr>
          </a:lstStyle>
          <a:p>
            <a:pPr>
              <a:defRPr/>
            </a:pPr>
            <a:fld id="{6084C159-539E-4BCC-BDF7-F6788D87D2DB}"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23E3F276-4AA8-036C-726C-B32030A4F288}"/>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98207F32-6A77-4B0C-27A4-280490A40904}"/>
              </a:ext>
            </a:extLst>
          </p:cNvPr>
          <p:cNvSpPr>
            <a:spLocks noGrp="1"/>
          </p:cNvSpPr>
          <p:nvPr>
            <p:ph type="sldNum" sz="quarter" idx="12"/>
          </p:nvPr>
        </p:nvSpPr>
        <p:spPr/>
        <p:txBody>
          <a:bodyPr/>
          <a:lstStyle>
            <a:lvl1pPr>
              <a:defRPr/>
            </a:lvl1pPr>
          </a:lstStyle>
          <a:p>
            <a:pPr>
              <a:defRPr/>
            </a:pPr>
            <a:fld id="{88447345-32A7-46F2-9541-9B57F5CE2AFE}" type="slidenum">
              <a:rPr lang="ko-KR" altLang="en-US"/>
              <a:pPr>
                <a:defRPr/>
              </a:pPr>
              <a:t>‹#›</a:t>
            </a:fld>
            <a:endParaRPr lang="ko-KR" altLang="en-US"/>
          </a:p>
        </p:txBody>
      </p:sp>
    </p:spTree>
    <p:extLst>
      <p:ext uri="{BB962C8B-B14F-4D97-AF65-F5344CB8AC3E}">
        <p14:creationId xmlns:p14="http://schemas.microsoft.com/office/powerpoint/2010/main" val="59465288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58E85904-3BBB-DF2E-41C7-262FFD932B58}"/>
              </a:ext>
            </a:extLst>
          </p:cNvPr>
          <p:cNvSpPr>
            <a:spLocks noGrp="1"/>
          </p:cNvSpPr>
          <p:nvPr>
            <p:ph type="dt" sz="half" idx="10"/>
          </p:nvPr>
        </p:nvSpPr>
        <p:spPr/>
        <p:txBody>
          <a:bodyPr/>
          <a:lstStyle>
            <a:lvl1pPr>
              <a:defRPr/>
            </a:lvl1pPr>
          </a:lstStyle>
          <a:p>
            <a:pPr>
              <a:defRPr/>
            </a:pPr>
            <a:fld id="{6110A531-B560-47C4-80D2-22E4F6388CEA}"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291DCD12-D3CD-7E06-EFDD-60A4517FA851}"/>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C7AE9D82-66FF-C2DC-0DB4-61B54A24D1FE}"/>
              </a:ext>
            </a:extLst>
          </p:cNvPr>
          <p:cNvSpPr>
            <a:spLocks noGrp="1"/>
          </p:cNvSpPr>
          <p:nvPr>
            <p:ph type="sldNum" sz="quarter" idx="12"/>
          </p:nvPr>
        </p:nvSpPr>
        <p:spPr/>
        <p:txBody>
          <a:bodyPr/>
          <a:lstStyle>
            <a:lvl1pPr>
              <a:defRPr/>
            </a:lvl1pPr>
          </a:lstStyle>
          <a:p>
            <a:pPr>
              <a:defRPr/>
            </a:pPr>
            <a:fld id="{EF1C5CDB-1065-4540-A207-1E49BBA42580}" type="slidenum">
              <a:rPr lang="ko-KR" altLang="en-US"/>
              <a:pPr>
                <a:defRPr/>
              </a:pPr>
              <a:t>‹#›</a:t>
            </a:fld>
            <a:endParaRPr lang="ko-KR" altLang="en-US"/>
          </a:p>
        </p:txBody>
      </p:sp>
    </p:spTree>
    <p:extLst>
      <p:ext uri="{BB962C8B-B14F-4D97-AF65-F5344CB8AC3E}">
        <p14:creationId xmlns:p14="http://schemas.microsoft.com/office/powerpoint/2010/main" val="33734838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F01FAAAA-A21A-DD55-2A19-CEFAB5549FE8}"/>
              </a:ext>
            </a:extLst>
          </p:cNvPr>
          <p:cNvSpPr>
            <a:spLocks noGrp="1"/>
          </p:cNvSpPr>
          <p:nvPr>
            <p:ph type="dt" sz="half" idx="10"/>
          </p:nvPr>
        </p:nvSpPr>
        <p:spPr/>
        <p:txBody>
          <a:bodyPr/>
          <a:lstStyle>
            <a:lvl1pPr>
              <a:defRPr/>
            </a:lvl1pPr>
          </a:lstStyle>
          <a:p>
            <a:pPr>
              <a:defRPr/>
            </a:pPr>
            <a:fld id="{045A140C-C1C8-4BC8-A4A6-0CDBA8129BC8}"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1704B816-43EC-DFD3-B554-C5B7EC8B0755}"/>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4ED2D88D-94E0-611E-6C88-185E8B050D5F}"/>
              </a:ext>
            </a:extLst>
          </p:cNvPr>
          <p:cNvSpPr>
            <a:spLocks noGrp="1"/>
          </p:cNvSpPr>
          <p:nvPr>
            <p:ph type="sldNum" sz="quarter" idx="12"/>
          </p:nvPr>
        </p:nvSpPr>
        <p:spPr/>
        <p:txBody>
          <a:bodyPr/>
          <a:lstStyle>
            <a:lvl1pPr>
              <a:defRPr/>
            </a:lvl1pPr>
          </a:lstStyle>
          <a:p>
            <a:pPr>
              <a:defRPr/>
            </a:pPr>
            <a:fld id="{69448407-876E-4A9E-9383-67F42FE3C906}" type="slidenum">
              <a:rPr lang="ko-KR" altLang="en-US"/>
              <a:pPr>
                <a:defRPr/>
              </a:pPr>
              <a:t>‹#›</a:t>
            </a:fld>
            <a:endParaRPr lang="ko-KR" altLang="en-US"/>
          </a:p>
        </p:txBody>
      </p:sp>
    </p:spTree>
    <p:extLst>
      <p:ext uri="{BB962C8B-B14F-4D97-AF65-F5344CB8AC3E}">
        <p14:creationId xmlns:p14="http://schemas.microsoft.com/office/powerpoint/2010/main" val="35388309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00F65A9B-8A80-F965-49F0-0E7014B8AA5E}"/>
              </a:ext>
            </a:extLst>
          </p:cNvPr>
          <p:cNvSpPr>
            <a:spLocks noGrp="1"/>
          </p:cNvSpPr>
          <p:nvPr>
            <p:ph type="dt" sz="half" idx="10"/>
          </p:nvPr>
        </p:nvSpPr>
        <p:spPr/>
        <p:txBody>
          <a:bodyPr/>
          <a:lstStyle>
            <a:lvl1pPr>
              <a:defRPr/>
            </a:lvl1pPr>
          </a:lstStyle>
          <a:p>
            <a:pPr>
              <a:defRPr/>
            </a:pPr>
            <a:fld id="{C213B218-CA28-410A-94BF-CDEAD381B627}"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35946A3B-0E8F-E613-1957-3BEDE2EB4C20}"/>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187788FE-A9DD-7BE1-D038-643E41EC6D83}"/>
              </a:ext>
            </a:extLst>
          </p:cNvPr>
          <p:cNvSpPr>
            <a:spLocks noGrp="1"/>
          </p:cNvSpPr>
          <p:nvPr>
            <p:ph type="sldNum" sz="quarter" idx="12"/>
          </p:nvPr>
        </p:nvSpPr>
        <p:spPr/>
        <p:txBody>
          <a:bodyPr/>
          <a:lstStyle>
            <a:lvl1pPr>
              <a:defRPr/>
            </a:lvl1pPr>
          </a:lstStyle>
          <a:p>
            <a:pPr>
              <a:defRPr/>
            </a:pPr>
            <a:fld id="{062F7629-DDC0-4A34-8B94-460800D1BFEC}" type="slidenum">
              <a:rPr lang="ko-KR" altLang="en-US"/>
              <a:pPr>
                <a:defRPr/>
              </a:pPr>
              <a:t>‹#›</a:t>
            </a:fld>
            <a:endParaRPr lang="ko-KR" altLang="en-US"/>
          </a:p>
        </p:txBody>
      </p:sp>
    </p:spTree>
    <p:extLst>
      <p:ext uri="{BB962C8B-B14F-4D97-AF65-F5344CB8AC3E}">
        <p14:creationId xmlns:p14="http://schemas.microsoft.com/office/powerpoint/2010/main" val="111411176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F1F5AF24-4A43-0C1C-3203-01546B5396DC}"/>
              </a:ext>
            </a:extLst>
          </p:cNvPr>
          <p:cNvSpPr>
            <a:spLocks noGrp="1"/>
          </p:cNvSpPr>
          <p:nvPr>
            <p:ph type="dt" sz="half" idx="10"/>
          </p:nvPr>
        </p:nvSpPr>
        <p:spPr/>
        <p:txBody>
          <a:bodyPr/>
          <a:lstStyle>
            <a:lvl1pPr>
              <a:defRPr/>
            </a:lvl1pPr>
          </a:lstStyle>
          <a:p>
            <a:pPr>
              <a:defRPr/>
            </a:pPr>
            <a:fld id="{31EF6ABB-F336-4AE1-B2AA-2E8D8F409BB4}"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1A57D73F-0BA3-5EEC-0E7B-52C4A26DDD87}"/>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FB9D2359-A17C-B01E-C655-28DFD0B746B4}"/>
              </a:ext>
            </a:extLst>
          </p:cNvPr>
          <p:cNvSpPr>
            <a:spLocks noGrp="1"/>
          </p:cNvSpPr>
          <p:nvPr>
            <p:ph type="sldNum" sz="quarter" idx="12"/>
          </p:nvPr>
        </p:nvSpPr>
        <p:spPr/>
        <p:txBody>
          <a:bodyPr/>
          <a:lstStyle>
            <a:lvl1pPr>
              <a:defRPr/>
            </a:lvl1pPr>
          </a:lstStyle>
          <a:p>
            <a:pPr>
              <a:defRPr/>
            </a:pPr>
            <a:fld id="{D6447612-A8DB-44D3-A138-9F7D52D5299E}" type="slidenum">
              <a:rPr lang="ko-KR" altLang="en-US"/>
              <a:pPr>
                <a:defRPr/>
              </a:pPr>
              <a:t>‹#›</a:t>
            </a:fld>
            <a:endParaRPr lang="ko-KR" altLang="en-US"/>
          </a:p>
        </p:txBody>
      </p:sp>
    </p:spTree>
    <p:extLst>
      <p:ext uri="{BB962C8B-B14F-4D97-AF65-F5344CB8AC3E}">
        <p14:creationId xmlns:p14="http://schemas.microsoft.com/office/powerpoint/2010/main" val="35399887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5E4C63FF-837A-C2EA-B9F3-A3D856FBBB4B}"/>
              </a:ext>
            </a:extLst>
          </p:cNvPr>
          <p:cNvSpPr>
            <a:spLocks noGrp="1"/>
          </p:cNvSpPr>
          <p:nvPr>
            <p:ph type="dt" sz="half" idx="10"/>
          </p:nvPr>
        </p:nvSpPr>
        <p:spPr/>
        <p:txBody>
          <a:bodyPr/>
          <a:lstStyle>
            <a:lvl1pPr>
              <a:defRPr/>
            </a:lvl1pPr>
          </a:lstStyle>
          <a:p>
            <a:pPr>
              <a:defRPr/>
            </a:pPr>
            <a:fld id="{9E61E05F-10F6-4A13-BDA0-22EF16CBBFC5}"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93EDDDC0-09DB-A579-CB88-E0DD7A0A739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5132E0E-D87E-1919-CEBF-7AB87D466FE9}"/>
              </a:ext>
            </a:extLst>
          </p:cNvPr>
          <p:cNvSpPr>
            <a:spLocks noGrp="1"/>
          </p:cNvSpPr>
          <p:nvPr>
            <p:ph type="sldNum" sz="quarter" idx="12"/>
          </p:nvPr>
        </p:nvSpPr>
        <p:spPr/>
        <p:txBody>
          <a:bodyPr/>
          <a:lstStyle>
            <a:lvl1pPr>
              <a:defRPr/>
            </a:lvl1pPr>
          </a:lstStyle>
          <a:p>
            <a:pPr>
              <a:defRPr/>
            </a:pPr>
            <a:fld id="{14BA4868-E919-48DA-ABEA-AD3A2E1BFD87}" type="slidenum">
              <a:rPr lang="ko-KR" altLang="en-US"/>
              <a:pPr>
                <a:defRPr/>
              </a:pPr>
              <a:t>‹#›</a:t>
            </a:fld>
            <a:endParaRPr lang="ko-KR" altLang="en-US"/>
          </a:p>
        </p:txBody>
      </p:sp>
    </p:spTree>
    <p:extLst>
      <p:ext uri="{BB962C8B-B14F-4D97-AF65-F5344CB8AC3E}">
        <p14:creationId xmlns:p14="http://schemas.microsoft.com/office/powerpoint/2010/main" val="40345318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6759BD10-2C28-E871-492F-E496D5FF9E4E}"/>
              </a:ext>
            </a:extLst>
          </p:cNvPr>
          <p:cNvSpPr>
            <a:spLocks noGrp="1"/>
          </p:cNvSpPr>
          <p:nvPr>
            <p:ph type="dt" sz="half" idx="10"/>
          </p:nvPr>
        </p:nvSpPr>
        <p:spPr/>
        <p:txBody>
          <a:bodyPr/>
          <a:lstStyle>
            <a:lvl1pPr>
              <a:defRPr/>
            </a:lvl1pPr>
          </a:lstStyle>
          <a:p>
            <a:pPr>
              <a:defRPr/>
            </a:pPr>
            <a:fld id="{A6F84519-9EA2-4615-A094-B30DA9956F7E}"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B8C8F65-2363-569A-4C47-B2F17E17DAE4}"/>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72817735-3780-5FA5-B745-581190C38D09}"/>
              </a:ext>
            </a:extLst>
          </p:cNvPr>
          <p:cNvSpPr>
            <a:spLocks noGrp="1"/>
          </p:cNvSpPr>
          <p:nvPr>
            <p:ph type="sldNum" sz="quarter" idx="12"/>
          </p:nvPr>
        </p:nvSpPr>
        <p:spPr/>
        <p:txBody>
          <a:bodyPr/>
          <a:lstStyle>
            <a:lvl1pPr>
              <a:defRPr/>
            </a:lvl1pPr>
          </a:lstStyle>
          <a:p>
            <a:pPr>
              <a:defRPr/>
            </a:pPr>
            <a:fld id="{4A623C68-A5BB-4278-8EB0-E7B6A99C4E51}" type="slidenum">
              <a:rPr lang="ko-KR" altLang="en-US"/>
              <a:pPr>
                <a:defRPr/>
              </a:pPr>
              <a:t>‹#›</a:t>
            </a:fld>
            <a:endParaRPr lang="ko-KR" altLang="en-US"/>
          </a:p>
        </p:txBody>
      </p:sp>
    </p:spTree>
    <p:extLst>
      <p:ext uri="{BB962C8B-B14F-4D97-AF65-F5344CB8AC3E}">
        <p14:creationId xmlns:p14="http://schemas.microsoft.com/office/powerpoint/2010/main" val="42517150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5348EB98-A211-24A4-DAE5-06F2C28CB5CD}"/>
              </a:ext>
            </a:extLst>
          </p:cNvPr>
          <p:cNvSpPr>
            <a:spLocks noGrp="1"/>
          </p:cNvSpPr>
          <p:nvPr>
            <p:ph type="dt" sz="half" idx="10"/>
          </p:nvPr>
        </p:nvSpPr>
        <p:spPr/>
        <p:txBody>
          <a:bodyPr/>
          <a:lstStyle>
            <a:lvl1pPr>
              <a:defRPr/>
            </a:lvl1pPr>
          </a:lstStyle>
          <a:p>
            <a:pPr>
              <a:defRPr/>
            </a:pPr>
            <a:fld id="{C984381D-64FE-499E-B37D-E493D789C64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821049F-EF17-7CCC-DB9B-375BF1ECDE1F}"/>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CC978F0-1DA6-56EE-6839-551129DFD058}"/>
              </a:ext>
            </a:extLst>
          </p:cNvPr>
          <p:cNvSpPr>
            <a:spLocks noGrp="1"/>
          </p:cNvSpPr>
          <p:nvPr>
            <p:ph type="sldNum" sz="quarter" idx="12"/>
          </p:nvPr>
        </p:nvSpPr>
        <p:spPr/>
        <p:txBody>
          <a:bodyPr/>
          <a:lstStyle>
            <a:lvl1pPr>
              <a:defRPr/>
            </a:lvl1pPr>
          </a:lstStyle>
          <a:p>
            <a:pPr>
              <a:defRPr/>
            </a:pPr>
            <a:fld id="{FB06A57A-2CF4-491D-8261-28CC6648E982}" type="slidenum">
              <a:rPr lang="ko-KR" altLang="en-US"/>
              <a:pPr>
                <a:defRPr/>
              </a:pPr>
              <a:t>‹#›</a:t>
            </a:fld>
            <a:endParaRPr lang="ko-KR" altLang="en-US"/>
          </a:p>
        </p:txBody>
      </p:sp>
    </p:spTree>
    <p:extLst>
      <p:ext uri="{BB962C8B-B14F-4D97-AF65-F5344CB8AC3E}">
        <p14:creationId xmlns:p14="http://schemas.microsoft.com/office/powerpoint/2010/main" val="61859812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0EF0811C-D3DC-4E69-F0F3-A5C8D564F211}"/>
              </a:ext>
            </a:extLst>
          </p:cNvPr>
          <p:cNvSpPr>
            <a:spLocks noGrp="1"/>
          </p:cNvSpPr>
          <p:nvPr>
            <p:ph type="dt" sz="half" idx="10"/>
          </p:nvPr>
        </p:nvSpPr>
        <p:spPr/>
        <p:txBody>
          <a:bodyPr/>
          <a:lstStyle>
            <a:lvl1pPr>
              <a:defRPr/>
            </a:lvl1pPr>
          </a:lstStyle>
          <a:p>
            <a:pPr>
              <a:defRPr/>
            </a:pPr>
            <a:fld id="{B276480F-D517-4F19-B207-84761283599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96AC533-367D-A252-781E-04FFF2023E3D}"/>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3F4E480-587F-DBD0-49F6-C2C307D90514}"/>
              </a:ext>
            </a:extLst>
          </p:cNvPr>
          <p:cNvSpPr>
            <a:spLocks noGrp="1"/>
          </p:cNvSpPr>
          <p:nvPr>
            <p:ph type="sldNum" sz="quarter" idx="12"/>
          </p:nvPr>
        </p:nvSpPr>
        <p:spPr/>
        <p:txBody>
          <a:bodyPr/>
          <a:lstStyle>
            <a:lvl1pPr>
              <a:defRPr/>
            </a:lvl1pPr>
          </a:lstStyle>
          <a:p>
            <a:pPr>
              <a:defRPr/>
            </a:pPr>
            <a:fld id="{2F724EA6-9638-4732-9EC2-1523B00A79EE}" type="slidenum">
              <a:rPr lang="ko-KR" altLang="en-US"/>
              <a:pPr>
                <a:defRPr/>
              </a:pPr>
              <a:t>‹#›</a:t>
            </a:fld>
            <a:endParaRPr lang="ko-KR" altLang="en-US"/>
          </a:p>
        </p:txBody>
      </p:sp>
    </p:spTree>
    <p:extLst>
      <p:ext uri="{BB962C8B-B14F-4D97-AF65-F5344CB8AC3E}">
        <p14:creationId xmlns:p14="http://schemas.microsoft.com/office/powerpoint/2010/main" val="220364609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6846F748-C496-FD53-C2FE-1A7A86789ACC}"/>
              </a:ext>
            </a:extLst>
          </p:cNvPr>
          <p:cNvSpPr>
            <a:spLocks noGrp="1"/>
          </p:cNvSpPr>
          <p:nvPr>
            <p:ph type="dt" sz="half" idx="10"/>
          </p:nvPr>
        </p:nvSpPr>
        <p:spPr/>
        <p:txBody>
          <a:bodyPr/>
          <a:lstStyle>
            <a:lvl1pPr>
              <a:defRPr/>
            </a:lvl1pPr>
          </a:lstStyle>
          <a:p>
            <a:pPr>
              <a:defRPr/>
            </a:pPr>
            <a:fld id="{E014D88B-B8E3-49EE-AC5F-03CF5C837300}"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3AFBAEC-E221-CCC7-12BC-2A9DE0CEB14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127164F-9FEB-700E-7D56-4A9BFBAD95A0}"/>
              </a:ext>
            </a:extLst>
          </p:cNvPr>
          <p:cNvSpPr>
            <a:spLocks noGrp="1"/>
          </p:cNvSpPr>
          <p:nvPr>
            <p:ph type="sldNum" sz="quarter" idx="12"/>
          </p:nvPr>
        </p:nvSpPr>
        <p:spPr/>
        <p:txBody>
          <a:bodyPr/>
          <a:lstStyle>
            <a:lvl1pPr>
              <a:defRPr/>
            </a:lvl1pPr>
          </a:lstStyle>
          <a:p>
            <a:pPr>
              <a:defRPr/>
            </a:pPr>
            <a:fld id="{BA3D8032-AB8E-4F38-B0AF-DB5F36C309DB}" type="slidenum">
              <a:rPr lang="ko-KR" altLang="en-US"/>
              <a:pPr>
                <a:defRPr/>
              </a:pPr>
              <a:t>‹#›</a:t>
            </a:fld>
            <a:endParaRPr lang="ko-KR" altLang="en-US"/>
          </a:p>
        </p:txBody>
      </p:sp>
    </p:spTree>
    <p:extLst>
      <p:ext uri="{BB962C8B-B14F-4D97-AF65-F5344CB8AC3E}">
        <p14:creationId xmlns:p14="http://schemas.microsoft.com/office/powerpoint/2010/main" val="40277814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C944988A-DF58-34F7-6977-E6AA9D4B22A6}"/>
              </a:ext>
            </a:extLst>
          </p:cNvPr>
          <p:cNvSpPr>
            <a:spLocks noGrp="1"/>
          </p:cNvSpPr>
          <p:nvPr>
            <p:ph type="dt" sz="half" idx="10"/>
          </p:nvPr>
        </p:nvSpPr>
        <p:spPr/>
        <p:txBody>
          <a:bodyPr/>
          <a:lstStyle>
            <a:lvl1pPr>
              <a:defRPr/>
            </a:lvl1pPr>
          </a:lstStyle>
          <a:p>
            <a:pPr>
              <a:defRPr/>
            </a:pPr>
            <a:fld id="{9C658C3B-3D6C-48A9-B9EA-050823FA52BD}"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D7152326-DF79-A560-3A30-7D4D89B727C3}"/>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B8697F28-D5B8-E167-4BB5-D9AE61450D87}"/>
              </a:ext>
            </a:extLst>
          </p:cNvPr>
          <p:cNvSpPr>
            <a:spLocks noGrp="1"/>
          </p:cNvSpPr>
          <p:nvPr>
            <p:ph type="sldNum" sz="quarter" idx="12"/>
          </p:nvPr>
        </p:nvSpPr>
        <p:spPr/>
        <p:txBody>
          <a:bodyPr/>
          <a:lstStyle>
            <a:lvl1pPr>
              <a:defRPr/>
            </a:lvl1pPr>
          </a:lstStyle>
          <a:p>
            <a:pPr>
              <a:defRPr/>
            </a:pPr>
            <a:fld id="{8D89575A-DB39-4AB1-AB8B-41CF4649E25F}" type="slidenum">
              <a:rPr lang="ko-KR" altLang="en-US"/>
              <a:pPr>
                <a:defRPr/>
              </a:pPr>
              <a:t>‹#›</a:t>
            </a:fld>
            <a:endParaRPr lang="ko-KR" altLang="en-US"/>
          </a:p>
        </p:txBody>
      </p:sp>
    </p:spTree>
    <p:extLst>
      <p:ext uri="{BB962C8B-B14F-4D97-AF65-F5344CB8AC3E}">
        <p14:creationId xmlns:p14="http://schemas.microsoft.com/office/powerpoint/2010/main" val="105206766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F1BF5559-E0E7-A862-5AC5-823F8485C8CD}"/>
              </a:ext>
            </a:extLst>
          </p:cNvPr>
          <p:cNvSpPr>
            <a:spLocks noGrp="1"/>
          </p:cNvSpPr>
          <p:nvPr>
            <p:ph type="dt" sz="half" idx="10"/>
          </p:nvPr>
        </p:nvSpPr>
        <p:spPr/>
        <p:txBody>
          <a:bodyPr/>
          <a:lstStyle>
            <a:lvl1pPr>
              <a:defRPr/>
            </a:lvl1pPr>
          </a:lstStyle>
          <a:p>
            <a:pPr>
              <a:defRPr/>
            </a:pPr>
            <a:fld id="{8804FA00-9DA8-45C4-BC6C-05B21F1E53E2}"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26054287-318A-7B7D-AEEF-9FF8891BBFF4}"/>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9DC32046-CFF7-237A-415B-609B1CF7DD51}"/>
              </a:ext>
            </a:extLst>
          </p:cNvPr>
          <p:cNvSpPr>
            <a:spLocks noGrp="1"/>
          </p:cNvSpPr>
          <p:nvPr>
            <p:ph type="sldNum" sz="quarter" idx="12"/>
          </p:nvPr>
        </p:nvSpPr>
        <p:spPr/>
        <p:txBody>
          <a:bodyPr/>
          <a:lstStyle>
            <a:lvl1pPr>
              <a:defRPr/>
            </a:lvl1pPr>
          </a:lstStyle>
          <a:p>
            <a:pPr>
              <a:defRPr/>
            </a:pPr>
            <a:fld id="{267746CD-09BF-4CBD-A107-E8539B99EB0A}" type="slidenum">
              <a:rPr lang="ko-KR" altLang="en-US"/>
              <a:pPr>
                <a:defRPr/>
              </a:pPr>
              <a:t>‹#›</a:t>
            </a:fld>
            <a:endParaRPr lang="ko-KR" altLang="en-US"/>
          </a:p>
        </p:txBody>
      </p:sp>
    </p:spTree>
    <p:extLst>
      <p:ext uri="{BB962C8B-B14F-4D97-AF65-F5344CB8AC3E}">
        <p14:creationId xmlns:p14="http://schemas.microsoft.com/office/powerpoint/2010/main" val="218139375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79DF9726-FDC2-05E3-1E0D-E87D2F40A6AD}"/>
              </a:ext>
            </a:extLst>
          </p:cNvPr>
          <p:cNvSpPr>
            <a:spLocks noGrp="1"/>
          </p:cNvSpPr>
          <p:nvPr>
            <p:ph type="dt" sz="half" idx="10"/>
          </p:nvPr>
        </p:nvSpPr>
        <p:spPr/>
        <p:txBody>
          <a:bodyPr/>
          <a:lstStyle>
            <a:lvl1pPr>
              <a:defRPr/>
            </a:lvl1pPr>
          </a:lstStyle>
          <a:p>
            <a:pPr>
              <a:defRPr/>
            </a:pPr>
            <a:fld id="{A627B0CF-EB60-4FC8-AC53-AAF8992D953C}"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776BB91E-63EA-A88F-32CC-1D6BC73A16B0}"/>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F07FCD9B-E033-B9A2-FE9F-16995B8B8AD8}"/>
              </a:ext>
            </a:extLst>
          </p:cNvPr>
          <p:cNvSpPr>
            <a:spLocks noGrp="1"/>
          </p:cNvSpPr>
          <p:nvPr>
            <p:ph type="sldNum" sz="quarter" idx="12"/>
          </p:nvPr>
        </p:nvSpPr>
        <p:spPr/>
        <p:txBody>
          <a:bodyPr/>
          <a:lstStyle>
            <a:lvl1pPr>
              <a:defRPr/>
            </a:lvl1pPr>
          </a:lstStyle>
          <a:p>
            <a:pPr>
              <a:defRPr/>
            </a:pPr>
            <a:fld id="{DC415B19-CFF5-47A0-8208-B3744B08A59F}" type="slidenum">
              <a:rPr lang="ko-KR" altLang="en-US"/>
              <a:pPr>
                <a:defRPr/>
              </a:pPr>
              <a:t>‹#›</a:t>
            </a:fld>
            <a:endParaRPr lang="ko-KR" altLang="en-US"/>
          </a:p>
        </p:txBody>
      </p:sp>
    </p:spTree>
    <p:extLst>
      <p:ext uri="{BB962C8B-B14F-4D97-AF65-F5344CB8AC3E}">
        <p14:creationId xmlns:p14="http://schemas.microsoft.com/office/powerpoint/2010/main" val="294169640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52448C80-0101-27C4-4783-CFB4CC3CEB72}"/>
              </a:ext>
            </a:extLst>
          </p:cNvPr>
          <p:cNvSpPr>
            <a:spLocks noGrp="1"/>
          </p:cNvSpPr>
          <p:nvPr>
            <p:ph type="dt" sz="half" idx="10"/>
          </p:nvPr>
        </p:nvSpPr>
        <p:spPr/>
        <p:txBody>
          <a:bodyPr/>
          <a:lstStyle>
            <a:lvl1pPr>
              <a:defRPr/>
            </a:lvl1pPr>
          </a:lstStyle>
          <a:p>
            <a:pPr>
              <a:defRPr/>
            </a:pPr>
            <a:fld id="{36E2BCA4-97C6-48B5-9D42-0DE22F3B17D1}"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5244A78E-BC1D-3395-E190-98A56E84051A}"/>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543DF159-A55E-94F9-04FC-E2D611E0A21B}"/>
              </a:ext>
            </a:extLst>
          </p:cNvPr>
          <p:cNvSpPr>
            <a:spLocks noGrp="1"/>
          </p:cNvSpPr>
          <p:nvPr>
            <p:ph type="sldNum" sz="quarter" idx="12"/>
          </p:nvPr>
        </p:nvSpPr>
        <p:spPr/>
        <p:txBody>
          <a:bodyPr/>
          <a:lstStyle>
            <a:lvl1pPr>
              <a:defRPr/>
            </a:lvl1pPr>
          </a:lstStyle>
          <a:p>
            <a:pPr>
              <a:defRPr/>
            </a:pPr>
            <a:fld id="{888746FB-CEA2-4DEE-9D66-B153C27BCB0F}" type="slidenum">
              <a:rPr lang="ko-KR" altLang="en-US"/>
              <a:pPr>
                <a:defRPr/>
              </a:pPr>
              <a:t>‹#›</a:t>
            </a:fld>
            <a:endParaRPr lang="ko-KR" altLang="en-US"/>
          </a:p>
        </p:txBody>
      </p:sp>
    </p:spTree>
    <p:extLst>
      <p:ext uri="{BB962C8B-B14F-4D97-AF65-F5344CB8AC3E}">
        <p14:creationId xmlns:p14="http://schemas.microsoft.com/office/powerpoint/2010/main" val="375731951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5D863D27-0489-92D4-25E0-69D5505FAE27}"/>
              </a:ext>
            </a:extLst>
          </p:cNvPr>
          <p:cNvSpPr>
            <a:spLocks noGrp="1"/>
          </p:cNvSpPr>
          <p:nvPr>
            <p:ph type="dt" sz="half" idx="10"/>
          </p:nvPr>
        </p:nvSpPr>
        <p:spPr/>
        <p:txBody>
          <a:bodyPr/>
          <a:lstStyle>
            <a:lvl1pPr>
              <a:defRPr/>
            </a:lvl1pPr>
          </a:lstStyle>
          <a:p>
            <a:pPr>
              <a:defRPr/>
            </a:pPr>
            <a:fld id="{D8ED5888-0E81-4C52-9331-16B23B0562F9}"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A5E01505-DD56-BA46-1A5F-E509C09B82F4}"/>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9D60CD78-DBE8-6D1F-12EF-6394B4CBEFE0}"/>
              </a:ext>
            </a:extLst>
          </p:cNvPr>
          <p:cNvSpPr>
            <a:spLocks noGrp="1"/>
          </p:cNvSpPr>
          <p:nvPr>
            <p:ph type="sldNum" sz="quarter" idx="12"/>
          </p:nvPr>
        </p:nvSpPr>
        <p:spPr/>
        <p:txBody>
          <a:bodyPr/>
          <a:lstStyle>
            <a:lvl1pPr>
              <a:defRPr/>
            </a:lvl1pPr>
          </a:lstStyle>
          <a:p>
            <a:pPr>
              <a:defRPr/>
            </a:pPr>
            <a:fld id="{B98021DE-0CCD-4DB0-A6ED-9870164B0F82}" type="slidenum">
              <a:rPr lang="ko-KR" altLang="en-US"/>
              <a:pPr>
                <a:defRPr/>
              </a:pPr>
              <a:t>‹#›</a:t>
            </a:fld>
            <a:endParaRPr lang="ko-KR" altLang="en-US"/>
          </a:p>
        </p:txBody>
      </p:sp>
    </p:spTree>
    <p:extLst>
      <p:ext uri="{BB962C8B-B14F-4D97-AF65-F5344CB8AC3E}">
        <p14:creationId xmlns:p14="http://schemas.microsoft.com/office/powerpoint/2010/main" val="17506185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7E835C9D-24E3-A21A-7AB7-ECB0818F7619}"/>
              </a:ext>
            </a:extLst>
          </p:cNvPr>
          <p:cNvSpPr>
            <a:spLocks noGrp="1"/>
          </p:cNvSpPr>
          <p:nvPr>
            <p:ph type="dt" sz="half" idx="10"/>
          </p:nvPr>
        </p:nvSpPr>
        <p:spPr/>
        <p:txBody>
          <a:bodyPr/>
          <a:lstStyle>
            <a:lvl1pPr>
              <a:defRPr/>
            </a:lvl1pPr>
          </a:lstStyle>
          <a:p>
            <a:pPr>
              <a:defRPr/>
            </a:pPr>
            <a:fld id="{66B375A4-6D5C-422A-A3B6-5D630C45EE95}"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426F18BA-9719-9C84-68D7-3F7D15DC632A}"/>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7D2C0707-5251-2A86-18A5-16DF158E3F17}"/>
              </a:ext>
            </a:extLst>
          </p:cNvPr>
          <p:cNvSpPr>
            <a:spLocks noGrp="1"/>
          </p:cNvSpPr>
          <p:nvPr>
            <p:ph type="sldNum" sz="quarter" idx="12"/>
          </p:nvPr>
        </p:nvSpPr>
        <p:spPr/>
        <p:txBody>
          <a:bodyPr/>
          <a:lstStyle>
            <a:lvl1pPr>
              <a:defRPr/>
            </a:lvl1pPr>
          </a:lstStyle>
          <a:p>
            <a:pPr>
              <a:defRPr/>
            </a:pPr>
            <a:fld id="{8D1BCAED-456A-4F19-869C-918FC5BCD941}" type="slidenum">
              <a:rPr lang="ko-KR" altLang="en-US"/>
              <a:pPr>
                <a:defRPr/>
              </a:pPr>
              <a:t>‹#›</a:t>
            </a:fld>
            <a:endParaRPr lang="ko-KR" altLang="en-US"/>
          </a:p>
        </p:txBody>
      </p:sp>
    </p:spTree>
    <p:extLst>
      <p:ext uri="{BB962C8B-B14F-4D97-AF65-F5344CB8AC3E}">
        <p14:creationId xmlns:p14="http://schemas.microsoft.com/office/powerpoint/2010/main" val="23941960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FBD9FBD-85A1-24DC-B6C5-DE10BC1E2300}"/>
              </a:ext>
            </a:extLst>
          </p:cNvPr>
          <p:cNvSpPr>
            <a:spLocks noGrp="1"/>
          </p:cNvSpPr>
          <p:nvPr>
            <p:ph type="dt" sz="half" idx="10"/>
          </p:nvPr>
        </p:nvSpPr>
        <p:spPr/>
        <p:txBody>
          <a:bodyPr/>
          <a:lstStyle>
            <a:lvl1pPr>
              <a:defRPr/>
            </a:lvl1pPr>
          </a:lstStyle>
          <a:p>
            <a:pPr>
              <a:defRPr/>
            </a:pPr>
            <a:fld id="{647E67EC-851F-4434-85CF-57D1FBCBDCA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5BD5B583-98B4-01B1-20DB-C83C34C40F4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E06B4E9-1C01-ADC8-D190-CF4416FE2EE8}"/>
              </a:ext>
            </a:extLst>
          </p:cNvPr>
          <p:cNvSpPr>
            <a:spLocks noGrp="1"/>
          </p:cNvSpPr>
          <p:nvPr>
            <p:ph type="sldNum" sz="quarter" idx="12"/>
          </p:nvPr>
        </p:nvSpPr>
        <p:spPr/>
        <p:txBody>
          <a:bodyPr/>
          <a:lstStyle>
            <a:lvl1pPr>
              <a:defRPr/>
            </a:lvl1pPr>
          </a:lstStyle>
          <a:p>
            <a:pPr>
              <a:defRPr/>
            </a:pPr>
            <a:fld id="{95CE8120-2E0B-4EC4-AEDE-793A10BEDC61}" type="slidenum">
              <a:rPr lang="ko-KR" altLang="en-US"/>
              <a:pPr>
                <a:defRPr/>
              </a:pPr>
              <a:t>‹#›</a:t>
            </a:fld>
            <a:endParaRPr lang="ko-KR" altLang="en-US"/>
          </a:p>
        </p:txBody>
      </p:sp>
    </p:spTree>
    <p:extLst>
      <p:ext uri="{BB962C8B-B14F-4D97-AF65-F5344CB8AC3E}">
        <p14:creationId xmlns:p14="http://schemas.microsoft.com/office/powerpoint/2010/main" val="39142037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1F003703-AA5F-37C0-81CE-10C8EF257DCF}"/>
              </a:ext>
            </a:extLst>
          </p:cNvPr>
          <p:cNvSpPr>
            <a:spLocks noGrp="1"/>
          </p:cNvSpPr>
          <p:nvPr>
            <p:ph type="dt" sz="half" idx="10"/>
          </p:nvPr>
        </p:nvSpPr>
        <p:spPr/>
        <p:txBody>
          <a:bodyPr/>
          <a:lstStyle>
            <a:lvl1pPr>
              <a:defRPr/>
            </a:lvl1pPr>
          </a:lstStyle>
          <a:p>
            <a:pPr>
              <a:defRPr/>
            </a:pPr>
            <a:fld id="{8716A233-12FF-4967-A990-654DDEFB7A3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A0ADF958-7316-CC6A-F2F8-C2359E91390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42EDD4E-3E1F-6F09-DB4E-325386FE6ADD}"/>
              </a:ext>
            </a:extLst>
          </p:cNvPr>
          <p:cNvSpPr>
            <a:spLocks noGrp="1"/>
          </p:cNvSpPr>
          <p:nvPr>
            <p:ph type="sldNum" sz="quarter" idx="12"/>
          </p:nvPr>
        </p:nvSpPr>
        <p:spPr/>
        <p:txBody>
          <a:bodyPr/>
          <a:lstStyle>
            <a:lvl1pPr>
              <a:defRPr/>
            </a:lvl1pPr>
          </a:lstStyle>
          <a:p>
            <a:pPr>
              <a:defRPr/>
            </a:pPr>
            <a:fld id="{D86FF4F1-64A9-422D-94A0-C1226CBE9265}" type="slidenum">
              <a:rPr lang="ko-KR" altLang="en-US"/>
              <a:pPr>
                <a:defRPr/>
              </a:pPr>
              <a:t>‹#›</a:t>
            </a:fld>
            <a:endParaRPr lang="ko-KR" altLang="en-US"/>
          </a:p>
        </p:txBody>
      </p:sp>
    </p:spTree>
    <p:extLst>
      <p:ext uri="{BB962C8B-B14F-4D97-AF65-F5344CB8AC3E}">
        <p14:creationId xmlns:p14="http://schemas.microsoft.com/office/powerpoint/2010/main" val="286968232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141389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627549F2-4887-1EA4-8A1B-CA25180E4591}"/>
              </a:ext>
            </a:extLst>
          </p:cNvPr>
          <p:cNvSpPr/>
          <p:nvPr userDrawn="1"/>
        </p:nvSpPr>
        <p:spPr bwMode="auto">
          <a:xfrm>
            <a:off x="3175" y="1773238"/>
            <a:ext cx="9899650" cy="71437"/>
          </a:xfrm>
          <a:prstGeom prst="rect">
            <a:avLst/>
          </a:prstGeom>
          <a:solidFill>
            <a:schemeClr val="bg1">
              <a:lumMod val="8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sp>
        <p:nvSpPr>
          <p:cNvPr id="3" name="직사각형 2">
            <a:extLst>
              <a:ext uri="{FF2B5EF4-FFF2-40B4-BE49-F238E27FC236}">
                <a16:creationId xmlns:a16="http://schemas.microsoft.com/office/drawing/2014/main" id="{80127EB4-F633-1571-2489-D4E85795F1F1}"/>
              </a:ext>
            </a:extLst>
          </p:cNvPr>
          <p:cNvSpPr/>
          <p:nvPr userDrawn="1"/>
        </p:nvSpPr>
        <p:spPr bwMode="auto">
          <a:xfrm>
            <a:off x="3175" y="1844675"/>
            <a:ext cx="9899650" cy="144463"/>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pic>
        <p:nvPicPr>
          <p:cNvPr id="4" name="그림 3">
            <a:extLst>
              <a:ext uri="{FF2B5EF4-FFF2-40B4-BE49-F238E27FC236}">
                <a16:creationId xmlns:a16="http://schemas.microsoft.com/office/drawing/2014/main" id="{77CFFE0A-14DC-7620-F266-F570B107D0F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텍스트 개체 틀 18"/>
          <p:cNvSpPr>
            <a:spLocks noGrp="1"/>
          </p:cNvSpPr>
          <p:nvPr>
            <p:ph type="body" sz="quarter" idx="13"/>
          </p:nvPr>
        </p:nvSpPr>
        <p:spPr>
          <a:xfrm>
            <a:off x="0" y="1052736"/>
            <a:ext cx="9906000" cy="720155"/>
          </a:xfrm>
          <a:prstGeom prst="rect">
            <a:avLst/>
          </a:prstGeom>
        </p:spPr>
        <p:txBody>
          <a:bodyPr anchor="ctr" anchorCtr="0"/>
          <a:lstStyle>
            <a:lvl1pPr algn="ctr">
              <a:buNone/>
              <a:defRPr sz="2800" b="1"/>
            </a:lvl1pPr>
          </a:lstStyle>
          <a:p>
            <a:pPr lvl="0"/>
            <a:endParaRPr lang="ko-KR" altLang="en-US" dirty="0"/>
          </a:p>
        </p:txBody>
      </p:sp>
    </p:spTree>
    <p:extLst>
      <p:ext uri="{BB962C8B-B14F-4D97-AF65-F5344CB8AC3E}">
        <p14:creationId xmlns:p14="http://schemas.microsoft.com/office/powerpoint/2010/main" val="179285982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0812304A-FEE3-AC54-1BF9-AC47474A10EF}"/>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A75AE282-C31D-48C6-AA6F-80BEB5140FCC}"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11752052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DAB40A09-859B-5783-B299-57845E244938}"/>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640FB8B1-4882-49ED-B9C4-CAF424438F81}"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9744904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slideLayout" Target="../slideLayouts/slideLayout17.xml"/><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slideLayout" Target="../slideLayouts/slideLayout16.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5.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4.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42.xml"/><Relationship Id="rId2" Type="http://schemas.openxmlformats.org/officeDocument/2006/relationships/slideLayout" Target="../slideLayouts/slideLayout41.xml"/><Relationship Id="rId1" Type="http://schemas.openxmlformats.org/officeDocument/2006/relationships/slideLayout" Target="../slideLayouts/slideLayout40.xml"/><Relationship Id="rId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그림 6">
            <a:extLst>
              <a:ext uri="{FF2B5EF4-FFF2-40B4-BE49-F238E27FC236}">
                <a16:creationId xmlns:a16="http://schemas.microsoft.com/office/drawing/2014/main" id="{36E0FAD8-D8A0-1400-9D82-A149EF0EC625}"/>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8709" name="Line 5">
            <a:extLst>
              <a:ext uri="{FF2B5EF4-FFF2-40B4-BE49-F238E27FC236}">
                <a16:creationId xmlns:a16="http://schemas.microsoft.com/office/drawing/2014/main" id="{01AF5825-1B39-7079-721F-1B7047217E4E}"/>
              </a:ext>
            </a:extLst>
          </p:cNvPr>
          <p:cNvSpPr>
            <a:spLocks noChangeShapeType="1"/>
          </p:cNvSpPr>
          <p:nvPr userDrawn="1"/>
        </p:nvSpPr>
        <p:spPr bwMode="auto">
          <a:xfrm>
            <a:off x="3175" y="625475"/>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328710" name="Line 6">
            <a:extLst>
              <a:ext uri="{FF2B5EF4-FFF2-40B4-BE49-F238E27FC236}">
                <a16:creationId xmlns:a16="http://schemas.microsoft.com/office/drawing/2014/main" id="{56DDE407-3057-0606-5EED-D74B588B243E}"/>
              </a:ext>
            </a:extLst>
          </p:cNvPr>
          <p:cNvSpPr>
            <a:spLocks noChangeShapeType="1"/>
          </p:cNvSpPr>
          <p:nvPr userDrawn="1"/>
        </p:nvSpPr>
        <p:spPr bwMode="auto">
          <a:xfrm>
            <a:off x="3175" y="6332538"/>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0" name="Line 5">
            <a:extLst>
              <a:ext uri="{FF2B5EF4-FFF2-40B4-BE49-F238E27FC236}">
                <a16:creationId xmlns:a16="http://schemas.microsoft.com/office/drawing/2014/main" id="{92F7A219-EF70-EB27-46D9-C191A78D138A}"/>
              </a:ext>
            </a:extLst>
          </p:cNvPr>
          <p:cNvSpPr>
            <a:spLocks noChangeShapeType="1"/>
          </p:cNvSpPr>
          <p:nvPr userDrawn="1"/>
        </p:nvSpPr>
        <p:spPr bwMode="auto">
          <a:xfrm>
            <a:off x="3175" y="612775"/>
            <a:ext cx="9899650"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1" name="Line 6">
            <a:extLst>
              <a:ext uri="{FF2B5EF4-FFF2-40B4-BE49-F238E27FC236}">
                <a16:creationId xmlns:a16="http://schemas.microsoft.com/office/drawing/2014/main" id="{432AA557-BB8C-7910-3880-C1696E9E5968}"/>
              </a:ext>
            </a:extLst>
          </p:cNvPr>
          <p:cNvSpPr>
            <a:spLocks noChangeShapeType="1"/>
          </p:cNvSpPr>
          <p:nvPr userDrawn="1"/>
        </p:nvSpPr>
        <p:spPr bwMode="auto">
          <a:xfrm>
            <a:off x="1588" y="6343650"/>
            <a:ext cx="9901237"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Tree>
  </p:cSld>
  <p:clrMap bg1="lt1" tx1="dk1" bg2="lt2" tx2="dk2" accent1="accent1" accent2="accent2" accent3="accent3" accent4="accent4" accent5="accent5" accent6="accent6" hlink="hlink" folHlink="folHlink"/>
  <p:sldLayoutIdLst>
    <p:sldLayoutId id="2147486406" r:id="rId1"/>
    <p:sldLayoutId id="2147486407" r:id="rId2"/>
    <p:sldLayoutId id="2147486408" r:id="rId3"/>
    <p:sldLayoutId id="2147486409" r:id="rId4"/>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제목 개체 틀 1">
            <a:extLst>
              <a:ext uri="{FF2B5EF4-FFF2-40B4-BE49-F238E27FC236}">
                <a16:creationId xmlns:a16="http://schemas.microsoft.com/office/drawing/2014/main" id="{FAE641D5-00A8-C988-4071-C0EB6029A09B}"/>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2051" name="텍스트 개체 틀 2">
            <a:extLst>
              <a:ext uri="{FF2B5EF4-FFF2-40B4-BE49-F238E27FC236}">
                <a16:creationId xmlns:a16="http://schemas.microsoft.com/office/drawing/2014/main" id="{6D9E6EDD-5C45-51A2-EF96-3664DBD3C764}"/>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8F1861F7-3BE4-8773-9356-393119027FD7}"/>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9BEDD373-ACC7-473C-98F9-9841B6F7259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8307838-AADF-4FD0-C2EF-C840D863F576}"/>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5AB9235C-E3A6-FB52-4912-4F06953FC4B8}"/>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6DC50ECD-4AD2-470B-8D95-84DDADE19AA8}"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70" r:id="rId1"/>
    <p:sldLayoutId id="2147486371" r:id="rId2"/>
    <p:sldLayoutId id="2147486372" r:id="rId3"/>
    <p:sldLayoutId id="2147486373" r:id="rId4"/>
    <p:sldLayoutId id="2147486374" r:id="rId5"/>
    <p:sldLayoutId id="2147486375" r:id="rId6"/>
    <p:sldLayoutId id="2147486376" r:id="rId7"/>
    <p:sldLayoutId id="2147486377" r:id="rId8"/>
    <p:sldLayoutId id="2147486378" r:id="rId9"/>
    <p:sldLayoutId id="2147486379" r:id="rId10"/>
    <p:sldLayoutId id="2147486380" r:id="rId11"/>
    <p:sldLayoutId id="2147486381" r:id="rId12"/>
    <p:sldLayoutId id="2147486382" r:id="rId13"/>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제목 개체 틀 1">
            <a:extLst>
              <a:ext uri="{FF2B5EF4-FFF2-40B4-BE49-F238E27FC236}">
                <a16:creationId xmlns:a16="http://schemas.microsoft.com/office/drawing/2014/main" id="{B039D031-D05A-41C6-A972-2AA4D7BBE849}"/>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3075" name="텍스트 개체 틀 2">
            <a:extLst>
              <a:ext uri="{FF2B5EF4-FFF2-40B4-BE49-F238E27FC236}">
                <a16:creationId xmlns:a16="http://schemas.microsoft.com/office/drawing/2014/main" id="{6345D831-D807-8326-2288-D25F346BA7BC}"/>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8D4DDA4-B330-62BC-5B3A-4B77740B4454}"/>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4A7D5661-F875-4DEB-ADE5-3C9B8AB65B3B}"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89E2380-7E89-7085-7BC4-CD60163D81D2}"/>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C12A8EEE-CA9A-D13B-29D8-6478CE06D814}"/>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1C687F82-4F18-48BA-98D6-29088E6C7CD2}"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83" r:id="rId1"/>
    <p:sldLayoutId id="2147486384" r:id="rId2"/>
    <p:sldLayoutId id="2147486385" r:id="rId3"/>
    <p:sldLayoutId id="2147486386" r:id="rId4"/>
    <p:sldLayoutId id="2147486387" r:id="rId5"/>
    <p:sldLayoutId id="2147486388" r:id="rId6"/>
    <p:sldLayoutId id="2147486389" r:id="rId7"/>
    <p:sldLayoutId id="2147486390" r:id="rId8"/>
    <p:sldLayoutId id="2147486391" r:id="rId9"/>
    <p:sldLayoutId id="2147486392" r:id="rId10"/>
    <p:sldLayoutId id="2147486393"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제목 개체 틀 1">
            <a:extLst>
              <a:ext uri="{FF2B5EF4-FFF2-40B4-BE49-F238E27FC236}">
                <a16:creationId xmlns:a16="http://schemas.microsoft.com/office/drawing/2014/main" id="{CDCC8747-BC9C-B57D-2F10-2DCFFC8985AB}"/>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4099" name="텍스트 개체 틀 2">
            <a:extLst>
              <a:ext uri="{FF2B5EF4-FFF2-40B4-BE49-F238E27FC236}">
                <a16:creationId xmlns:a16="http://schemas.microsoft.com/office/drawing/2014/main" id="{17F23225-9765-2980-F830-69650C12C50B}"/>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5B819637-191E-6409-313D-1C92892C0318}"/>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BE60F540-648E-4ECA-B293-1AF1FABE1609}"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03A0A729-830F-D179-3734-506D802AD231}"/>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3A1F1AD0-FF1B-1521-1B54-1F0AE7B436B8}"/>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E86EC514-EE04-443C-913D-FF8CD37C1131}"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94" r:id="rId1"/>
    <p:sldLayoutId id="2147486395" r:id="rId2"/>
    <p:sldLayoutId id="2147486396" r:id="rId3"/>
    <p:sldLayoutId id="2147486397" r:id="rId4"/>
    <p:sldLayoutId id="2147486398" r:id="rId5"/>
    <p:sldLayoutId id="2147486399" r:id="rId6"/>
    <p:sldLayoutId id="2147486400" r:id="rId7"/>
    <p:sldLayoutId id="2147486401" r:id="rId8"/>
    <p:sldLayoutId id="2147486402" r:id="rId9"/>
    <p:sldLayoutId id="2147486403" r:id="rId10"/>
    <p:sldLayoutId id="2147486404"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05" r:id="rId1"/>
    <p:sldLayoutId id="2147486410" r:id="rId2"/>
    <p:sldLayoutId id="2147486411" r:id="rId3"/>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12" r:id="rId1"/>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텍스트 개체 틀 10">
            <a:extLst>
              <a:ext uri="{FF2B5EF4-FFF2-40B4-BE49-F238E27FC236}">
                <a16:creationId xmlns:a16="http://schemas.microsoft.com/office/drawing/2014/main" id="{12EF63F3-EA93-6225-1C7F-4DF91B9B48FD}"/>
              </a:ext>
            </a:extLst>
          </p:cNvPr>
          <p:cNvSpPr>
            <a:spLocks noGrp="1"/>
          </p:cNvSpPr>
          <p:nvPr>
            <p:ph type="body" sz="quarter" idx="13"/>
          </p:nvPr>
        </p:nvSpPr>
        <p:spPr bwMode="auto">
          <a:xfrm>
            <a:off x="0" y="1052513"/>
            <a:ext cx="9906000" cy="7207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compatLnSpc="1">
            <a:prstTxWarp prst="textNoShape">
              <a:avLst/>
            </a:prstTxWarp>
          </a:bodyPr>
          <a:lstStyle/>
          <a:p>
            <a:pPr latinLnBrk="0" marL="0" indent="0" eaLnBrk="1" hangingPunct="1">
              <a:spcBef>
                <a:spcPct val="0"/>
              </a:spcBef>
            </a:pPr>
            <a:r>
              <a:rPr lang="en-US" altLang="ko-KR">
                <a:solidFill>
                  <a:schemeClr val="tx2"/>
                </a:solidFill>
                <a:latin typeface="Arial" panose="020B0604020202020204" pitchFamily="34" charset="0"/>
                <a:ea typeface="맑은 고딕" panose="020B0503020000020004" pitchFamily="34" charset="-127"/>
                <a:cs typeface="Arial" panose="020B0604020202020204" pitchFamily="34" charset="0"/>
              </a:rPr>
              <a:t>Zaplist</a:t>
            </a:r>
            <a:endParaRPr lang="ko-KR" altLang="en-US">
              <a:solidFill>
                <a:schemeClr val="tx2"/>
              </a:solidFill>
              <a:latin typeface="Arial" panose="020B0604020202020204" pitchFamily="34" charset="0"/>
              <a:ea typeface="맑은 고딕" panose="020B0503020000020004" pitchFamily="34" charset="-127"/>
              <a:cs typeface="Arial" panose="020B0604020202020204" pitchFamily="34" charset="0"/>
            </a:endParaRPr>
          </a:p>
        </p:txBody>
      </p:sp>
      <p:sp>
        <p:nvSpPr>
          <p:cNvPr id="14339" name="텍스트 개체 틀 7">
            <a:extLst>
              <a:ext uri="{FF2B5EF4-FFF2-40B4-BE49-F238E27FC236}">
                <a16:creationId xmlns:a16="http://schemas.microsoft.com/office/drawing/2014/main" id="{8E080F8D-3838-5D00-C34E-22D0DA99BD5A}"/>
              </a:ext>
            </a:extLst>
          </p:cNvPr>
          <p:cNvSpPr txBox="1">
            <a:spLocks/>
          </p:cNvSpPr>
          <p:nvPr/>
        </p:nvSpPr>
        <p:spPr bwMode="auto">
          <a:xfrm>
            <a:off x="273050" y="188913"/>
            <a:ext cx="44640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36000" rIns="0" anchor="ct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20000"/>
              </a:spcBef>
            </a:pPr>
            <a:r>
              <a:rPr kumimoji="1" lang="en-US" altLang="ko-KR" sz="1500">
                <a:latin typeface="Arial" panose="020B0604020202020204" pitchFamily="34" charset="0"/>
                <a:ea typeface="맑은 고딕" panose="020B0503020000020004" pitchFamily="34" charset="-127"/>
                <a:cs typeface="Arial" panose="020B0604020202020204" pitchFamily="34" charset="0"/>
              </a:rPr>
              <a:t>UX Scenario Document File Version 4.3</a:t>
            </a:r>
            <a:endParaRPr kumimoji="1" lang="ko-KR" altLang="en-US" sz="1500">
              <a:latin typeface="Arial" panose="020B0604020202020204" pitchFamily="34" charset="0"/>
              <a:ea typeface="맑은 고딕" panose="020B0503020000020004" pitchFamily="34" charset="-127"/>
              <a:cs typeface="Arial" panose="020B0604020202020204" pitchFamily="34" charset="0"/>
            </a:endParaRPr>
          </a:p>
        </p:txBody>
      </p:sp>
      <p:graphicFrame>
        <p:nvGraphicFramePr>
          <p:cNvPr id="13" name="표 12">
            <a:extLst>
              <a:ext uri="{FF2B5EF4-FFF2-40B4-BE49-F238E27FC236}">
                <a16:creationId xmlns:a16="http://schemas.microsoft.com/office/drawing/2014/main" id="{01855864-F6DF-3AAF-6FA2-50CEC0D9E33A}"/>
              </a:ext>
            </a:extLst>
          </p:cNvPr>
          <p:cNvGraphicFramePr>
            <a:graphicFrameLocks noGrp="1"/>
          </p:cNvGraphicFramePr>
          <p:nvPr>
            <p:extLst>
              <p:ext uri="{D42A27DB-BD31-4B8C-83A1-F6EECF244321}">
                <p14:modId xmlns:p14="http://schemas.microsoft.com/office/powerpoint/2010/main" val="1598653607"/>
              </p:ext>
            </p:extLst>
          </p:nvPr>
        </p:nvGraphicFramePr>
        <p:xfrm>
          <a:off x="4521200" y="4797425"/>
          <a:ext cx="4932363" cy="1493838"/>
        </p:xfrm>
        <a:graphic>
          <a:graphicData uri="http://schemas.openxmlformats.org/drawingml/2006/table">
            <a:tbl>
              <a:tblPr firstRow="1" bandRow="1">
                <a:tableStyleId>{5C22544A-7EE6-4342-B048-85BDC9FD1C3A}</a:tableStyleId>
              </a:tblPr>
              <a:tblGrid>
                <a:gridCol w="1836135">
                  <a:extLst>
                    <a:ext uri="{9D8B030D-6E8A-4147-A177-3AD203B41FA5}">
                      <a16:colId xmlns:a16="http://schemas.microsoft.com/office/drawing/2014/main" val="20000"/>
                    </a:ext>
                  </a:extLst>
                </a:gridCol>
                <a:gridCol w="3096228">
                  <a:extLst>
                    <a:ext uri="{9D8B030D-6E8A-4147-A177-3AD203B41FA5}">
                      <a16:colId xmlns:a16="http://schemas.microsoft.com/office/drawing/2014/main" val="20001"/>
                    </a:ext>
                  </a:extLst>
                </a:gridCol>
              </a:tblGrid>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Submission Date</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2026 / 10 / 10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0"/>
                  </a:ext>
                </a:extLst>
              </a:tr>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App Ver.</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1.0.0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823136">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ko-KR" sz="1600" b="1" dirty="0">
                          <a:solidFill>
                            <a:schemeClr val="tx1"/>
                          </a:solidFill>
                          <a:latin typeface="Arial" pitchFamily="34" charset="0"/>
                          <a:ea typeface="맑은 고딕" pitchFamily="50" charset="-127"/>
                          <a:cs typeface="Arial" pitchFamily="34" charset="0"/>
                        </a:rPr>
                        <a:t>App Developer</a:t>
                      </a:r>
                      <a:endParaRPr lang="ko-KR" altLang="en-US" sz="1600" b="1" dirty="0">
                        <a:solidFill>
                          <a:schemeClr val="tx1"/>
                        </a:solidFill>
                        <a:latin typeface="Arial" pitchFamily="34" charset="0"/>
                        <a:ea typeface="맑은 고딕" pitchFamily="50" charset="-127"/>
                        <a:cs typeface="Arial" pitchFamily="34" charset="0"/>
                      </a:endParaRPr>
                    </a:p>
                    <a:p>
                      <a:pPr algn="r" latinLnBrk="0"/>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latin typeface="Arial" pitchFamily="34" charset="0"/>
                          <a:cs typeface="Arial" pitchFamily="34" charset="0"/>
                        </a:rPr>
                        <a:t>Name: Zaplist</a:t>
                      </a:r>
                    </a:p>
                    <a:p>
                      <a:pPr latinLnBrk="0"/>
                      <a:r>
                        <a:rPr lang="en-US" altLang="ko-KR" sz="1600" b="0" i="0">
                          <a:latin typeface="Arial" pitchFamily="34" charset="0"/>
                          <a:cs typeface="Arial" pitchFamily="34" charset="0"/>
                        </a:rPr>
                        <a:t>E-mail address: &lt;support e-mail&gt;</a:t>
                      </a:r>
                      <a:endParaRPr lang="ko-KR" altLang="en-US" sz="1600" b="0" i="0" dirty="0">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39">
            <a:extLst>
              <a:ext uri="{FF2B5EF4-FFF2-40B4-BE49-F238E27FC236}">
                <a16:creationId xmlns:a16="http://schemas.microsoft.com/office/drawing/2014/main" id="{C0F1D47B-7DA6-201C-1A60-DEE9DE900CF0}"/>
              </a:ext>
            </a:extLst>
          </p:cNvPr>
          <p:cNvSpPr>
            <a:spLocks noChangeArrowheads="1"/>
          </p:cNvSpPr>
          <p:nvPr/>
        </p:nvSpPr>
        <p:spPr bwMode="auto">
          <a:xfrm>
            <a:off x="2289175" y="2409825"/>
            <a:ext cx="4895850" cy="2879725"/>
          </a:xfrm>
          <a:prstGeom prst="rect">
            <a:avLst/>
          </a:prstGeom>
          <a:noFill/>
          <a:ln w="12700" algn="ctr">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endParaRPr lang="ko-KR" altLang="en-US">
              <a:latin typeface="Arial" panose="020B0604020202020204" pitchFamily="34" charset="0"/>
              <a:cs typeface="Arial" panose="020B0604020202020204" pitchFamily="34" charset="0"/>
            </a:endParaRPr>
          </a:p>
        </p:txBody>
      </p:sp>
      <p:sp>
        <p:nvSpPr>
          <p:cNvPr id="17" name="텍스트 개체 틀 16">
            <a:extLst>
              <a:ext uri="{FF2B5EF4-FFF2-40B4-BE49-F238E27FC236}">
                <a16:creationId xmlns:a16="http://schemas.microsoft.com/office/drawing/2014/main" id="{9542D731-68F2-D26B-B0CB-21EA30AFA9C4}"/>
              </a:ext>
            </a:extLst>
          </p:cNvPr>
          <p:cNvSpPr>
            <a:spLocks noGrp="1"/>
          </p:cNvSpPr>
          <p:nvPr>
            <p:ph type="body" sz="quarter" idx="13"/>
          </p:nvPr>
        </p:nvSpPr>
        <p:spPr>
          <a:xfrm>
            <a:off x="3008313" y="1484313"/>
            <a:ext cx="4032250" cy="523875"/>
          </a:xfrm>
        </p:spPr>
        <p:txBody>
          <a:bodyPr/>
          <a:lstStyle/>
          <a:p>
            <a:pPr latinLnBrk="0">
              <a:defRPr/>
            </a:pPr>
            <a:r>
              <a:rPr lang="en-US" altLang="ko-KR" sz="2800">
                <a:latin typeface="Arial" pitchFamily="34" charset="0"/>
                <a:ea typeface="돋움" pitchFamily="50" charset="-127"/>
                <a:cs typeface="Arial" pitchFamily="34" charset="0"/>
              </a:rPr>
              <a:t>Table of Contents</a:t>
            </a:r>
            <a:endParaRPr sz="2800">
              <a:latin typeface="Arial" pitchFamily="34" charset="0"/>
              <a:cs typeface="Arial" pitchFamily="34" charset="0"/>
            </a:endParaRPr>
          </a:p>
        </p:txBody>
      </p:sp>
      <p:sp>
        <p:nvSpPr>
          <p:cNvPr id="16388" name="텍스트 개체 틀 16">
            <a:extLst>
              <a:ext uri="{FF2B5EF4-FFF2-40B4-BE49-F238E27FC236}">
                <a16:creationId xmlns:a16="http://schemas.microsoft.com/office/drawing/2014/main" id="{3E4493D9-5222-5B25-1A6B-FEDEC0FB4FDA}"/>
              </a:ext>
            </a:extLst>
          </p:cNvPr>
          <p:cNvSpPr txBox="1">
            <a:spLocks noChangeArrowheads="1"/>
          </p:cNvSpPr>
          <p:nvPr/>
        </p:nvSpPr>
        <p:spPr bwMode="auto">
          <a:xfrm>
            <a:off x="3584575" y="2563813"/>
            <a:ext cx="3816350" cy="2570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1. Basic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2. Document History</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3. Remote Control Keys</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4. Detailed Login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5. Main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6. Sub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7. Paid Content (not applicable)</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8. In-App Ad (not applicable)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a:extLst>
              <a:ext uri="{FF2B5EF4-FFF2-40B4-BE49-F238E27FC236}">
                <a16:creationId xmlns:a16="http://schemas.microsoft.com/office/drawing/2014/main" id="{392D629F-E17A-BE9A-97C6-1E6FE17D666A}"/>
              </a:ext>
            </a:extLst>
          </p:cNvPr>
          <p:cNvGraphicFramePr>
            <a:graphicFrameLocks noGrp="1"/>
          </p:cNvGraphicFramePr>
          <p:nvPr>
            <p:extLst>
              <p:ext uri="{D42A27DB-BD31-4B8C-83A1-F6EECF244321}">
                <p14:modId xmlns:p14="http://schemas.microsoft.com/office/powerpoint/2010/main" val="2925915335"/>
              </p:ext>
            </p:extLst>
          </p:nvPr>
        </p:nvGraphicFramePr>
        <p:xfrm>
          <a:off x="200025" y="668281"/>
          <a:ext cx="9577388" cy="5613040"/>
        </p:xfrm>
        <a:graphic>
          <a:graphicData uri="http://schemas.openxmlformats.org/drawingml/2006/table">
            <a:tbl>
              <a:tblPr firstRow="1" bandRow="1">
                <a:tableStyleId>{5C22544A-7EE6-4342-B048-85BDC9FD1C3A}</a:tableStyleId>
              </a:tblPr>
              <a:tblGrid>
                <a:gridCol w="1296188">
                  <a:extLst>
                    <a:ext uri="{9D8B030D-6E8A-4147-A177-3AD203B41FA5}">
                      <a16:colId xmlns:a16="http://schemas.microsoft.com/office/drawing/2014/main" val="20000"/>
                    </a:ext>
                  </a:extLst>
                </a:gridCol>
                <a:gridCol w="2232651">
                  <a:extLst>
                    <a:ext uri="{9D8B030D-6E8A-4147-A177-3AD203B41FA5}">
                      <a16:colId xmlns:a16="http://schemas.microsoft.com/office/drawing/2014/main" val="20001"/>
                    </a:ext>
                  </a:extLst>
                </a:gridCol>
                <a:gridCol w="2967170">
                  <a:extLst>
                    <a:ext uri="{9D8B030D-6E8A-4147-A177-3AD203B41FA5}">
                      <a16:colId xmlns:a16="http://schemas.microsoft.com/office/drawing/2014/main" val="20002"/>
                    </a:ext>
                  </a:extLst>
                </a:gridCol>
                <a:gridCol w="3081379">
                  <a:extLst>
                    <a:ext uri="{9D8B030D-6E8A-4147-A177-3AD203B41FA5}">
                      <a16:colId xmlns:a16="http://schemas.microsoft.com/office/drawing/2014/main" val="20003"/>
                    </a:ext>
                  </a:extLst>
                </a:gridCol>
              </a:tblGrid>
              <a:tr h="307695">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Category</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Items</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Input (By Developer)</a:t>
                      </a:r>
                      <a:endParaRPr lang="ko-KR" altLang="en-US"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Example</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10000"/>
                  </a:ext>
                </a:extLst>
              </a:tr>
              <a:tr h="237905">
                <a:tc rowSpan="1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1" dirty="0">
                          <a:solidFill>
                            <a:schemeClr val="tx1"/>
                          </a:solidFill>
                          <a:latin typeface="Arial" pitchFamily="34" charset="0"/>
                          <a:ea typeface="맑은 고딕" pitchFamily="50" charset="-127"/>
                          <a:cs typeface="Arial" pitchFamily="34" charset="0"/>
                        </a:rPr>
                        <a:t>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 Title</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Zaplist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1"/>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Category</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Entertainment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Entertainment</a:t>
                      </a:r>
                      <a:r>
                        <a:rPr lang="en-US" altLang="ko-KR" sz="1000" b="0" baseline="0" dirty="0">
                          <a:solidFill>
                            <a:schemeClr val="tx1"/>
                          </a:solidFill>
                          <a:latin typeface="Arial" pitchFamily="34" charset="0"/>
                          <a:ea typeface="맑은 고딕" pitchFamily="50" charset="-127"/>
                          <a:cs typeface="Arial" pitchFamily="34" charset="0"/>
                        </a:rPr>
                        <a:t> / Game / Life</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2"/>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File Type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 (packaged </a:t>
                      </a:r>
                      <a:r>
                        <a:rPr lang="en-US" altLang="ko-KR" sz="900" b="1" i="0" kern="1200" baseline="0">
                          <a:solidFill>
                            <a:schemeClr val="tx1"/>
                          </a:solidFill>
                          <a:latin typeface="Arial" pitchFamily="34" charset="0"/>
                          <a:ea typeface="맑은 고딕" pitchFamily="50" charset="-127"/>
                          <a:cs typeface="Arial" pitchFamily="34" charset="0"/>
                        </a:rPr>
                        <a:t>IPK)</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Web / Adobe Flash /</a:t>
                      </a:r>
                      <a:r>
                        <a:rPr lang="en-US" altLang="ko-KR" sz="1000" b="0" baseline="0" dirty="0">
                          <a:solidFill>
                            <a:schemeClr val="tx1"/>
                          </a:solidFill>
                          <a:latin typeface="Arial" pitchFamily="34" charset="0"/>
                          <a:ea typeface="맑은 고딕" pitchFamily="50" charset="-127"/>
                          <a:cs typeface="Arial" pitchFamily="34" charset="0"/>
                        </a:rPr>
                        <a:t> Native</a:t>
                      </a:r>
                      <a:r>
                        <a:rPr lang="en-US" altLang="ko-KR" sz="1000" b="0" kern="1200" baseline="0" dirty="0">
                          <a:solidFill>
                            <a:schemeClr val="tx1"/>
                          </a:solidFill>
                          <a:latin typeface="Arial" pitchFamily="34" charset="0"/>
                          <a:ea typeface="맑은 고딕" pitchFamily="50" charset="-127"/>
                          <a:cs typeface="Arial" pitchFamily="34" charset="0"/>
                        </a:rPr>
                        <a:t> App</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3"/>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Optimized Resolution</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1920*1080</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1280*720 / 1910*1080</a:t>
                      </a:r>
                      <a:endParaRPr lang="ko-KR" altLang="en-US" sz="1000" b="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4"/>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Service</a:t>
                      </a:r>
                      <a:r>
                        <a:rPr lang="en-US" altLang="ko-KR" sz="1000" b="1" baseline="0" dirty="0">
                          <a:solidFill>
                            <a:schemeClr val="tx1"/>
                          </a:solidFill>
                          <a:latin typeface="Arial" pitchFamily="34" charset="0"/>
                          <a:ea typeface="맑은 고딕" pitchFamily="50" charset="-127"/>
                          <a:cs typeface="Arial" pitchFamily="34" charset="0"/>
                        </a:rPr>
                        <a:t> Area Information</a:t>
                      </a:r>
                      <a:endParaRPr lang="en-US" altLang="ko-KR"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Global</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Global</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dirty="0">
                          <a:solidFill>
                            <a:schemeClr val="tx1"/>
                          </a:solidFill>
                          <a:latin typeface="Arial" pitchFamily="34" charset="0"/>
                          <a:ea typeface="맑은 고딕" pitchFamily="50" charset="-127"/>
                          <a:cs typeface="Arial" pitchFamily="34" charset="0"/>
                        </a:rPr>
                        <a:t>KR,</a:t>
                      </a:r>
                      <a:r>
                        <a:rPr lang="en-US" altLang="ko-KR" sz="1000" b="0" baseline="0" dirty="0">
                          <a:solidFill>
                            <a:schemeClr val="tx1"/>
                          </a:solidFill>
                          <a:latin typeface="Arial" pitchFamily="34" charset="0"/>
                          <a:ea typeface="맑은 고딕" pitchFamily="50" charset="-127"/>
                          <a:cs typeface="Arial" pitchFamily="34" charset="0"/>
                        </a:rPr>
                        <a:t> US</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5"/>
                  </a:ext>
                </a:extLst>
              </a:tr>
              <a:tr h="237905">
                <a:tc vMerge="1">
                  <a:txBody>
                    <a:bodyPr/>
                    <a:lstStyle/>
                    <a:p>
                      <a:pPr marL="228600" indent="-228600" algn="l" latinLnBrk="0">
                        <a:buFont typeface="+mj-lt"/>
                        <a:buNone/>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App Service Language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English</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English,</a:t>
                      </a:r>
                      <a:r>
                        <a:rPr lang="en-US" altLang="ko-KR" sz="1000" b="0" baseline="0" dirty="0">
                          <a:solidFill>
                            <a:schemeClr val="tx1"/>
                          </a:solidFill>
                          <a:latin typeface="Arial" pitchFamily="34" charset="0"/>
                          <a:ea typeface="맑은 고딕" pitchFamily="50" charset="-127"/>
                          <a:cs typeface="Arial" pitchFamily="34" charset="0"/>
                        </a:rPr>
                        <a:t> Spanish</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6"/>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kern="0" dirty="0">
                          <a:solidFill>
                            <a:schemeClr val="tx1"/>
                          </a:solidFill>
                          <a:latin typeface="Arial" pitchFamily="34" charset="0"/>
                          <a:ea typeface="+mn-ea"/>
                          <a:cs typeface="Arial" pitchFamily="34" charset="0"/>
                        </a:rPr>
                        <a:t>Geo-IP Block</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No</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7"/>
                  </a:ext>
                </a:extLst>
              </a:tr>
              <a:tr h="237905">
                <a:tc vMerge="1">
                  <a:txBody>
                    <a:bodyPr/>
                    <a:lstStyle/>
                    <a:p>
                      <a:pPr marL="228600" indent="-228600" algn="l" latinLnBrk="0">
                        <a:buFont typeface="+mj-lt"/>
                        <a:buNone/>
                      </a:pPr>
                      <a:endParaRPr lang="ko-KR" altLang="en-US" sz="1000" b="1" i="1" u="sng"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i="0" u="none" dirty="0">
                          <a:solidFill>
                            <a:schemeClr val="tx1"/>
                          </a:solidFill>
                          <a:latin typeface="Arial" pitchFamily="34" charset="0"/>
                          <a:ea typeface="맑은 고딕" pitchFamily="50" charset="-127"/>
                          <a:cs typeface="Arial" pitchFamily="34" charset="0"/>
                        </a:rPr>
                        <a:t>SDK</a:t>
                      </a:r>
                      <a:r>
                        <a:rPr lang="en-US" altLang="ko-KR" sz="1000" b="1" i="0" u="none" baseline="0" dirty="0">
                          <a:solidFill>
                            <a:schemeClr val="tx1"/>
                          </a:solidFill>
                          <a:latin typeface="Arial" pitchFamily="34" charset="0"/>
                          <a:ea typeface="맑은 고딕" pitchFamily="50" charset="-127"/>
                          <a:cs typeface="Arial" pitchFamily="34" charset="0"/>
                        </a:rPr>
                        <a:t> Version</a:t>
                      </a:r>
                      <a:endParaRPr lang="ko-KR" altLang="en-US" sz="1000" b="1" i="0" u="none"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 (webOS TV 4.0 and </a:t>
                      </a:r>
                      <a:r>
                        <a:rPr lang="en-US" altLang="ko-KR" sz="900" b="1" i="0" kern="1200" baseline="0">
                          <a:solidFill>
                            <a:schemeClr val="tx1"/>
                          </a:solidFill>
                          <a:latin typeface="Arial" pitchFamily="34" charset="0"/>
                          <a:ea typeface="맑은 고딕" pitchFamily="50" charset="-127"/>
                          <a:cs typeface="Arial" pitchFamily="34" charset="0"/>
                        </a:rPr>
                        <a:t>later)</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NetCast (XX. XX. XXX)</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baseline="0" dirty="0" err="1">
                          <a:solidFill>
                            <a:schemeClr val="tx1"/>
                          </a:solidFill>
                          <a:latin typeface="Arial" pitchFamily="34" charset="0"/>
                          <a:ea typeface="맑은 고딕" pitchFamily="50" charset="-127"/>
                          <a:cs typeface="Arial" pitchFamily="34" charset="0"/>
                        </a:rPr>
                        <a:t>webOS</a:t>
                      </a:r>
                      <a:r>
                        <a:rPr lang="en-US" altLang="ko-KR" sz="1000" b="0" baseline="0" dirty="0">
                          <a:solidFill>
                            <a:schemeClr val="tx1"/>
                          </a:solidFill>
                          <a:latin typeface="Arial" pitchFamily="34" charset="0"/>
                          <a:ea typeface="맑은 고딕" pitchFamily="50" charset="-127"/>
                          <a:cs typeface="Arial" pitchFamily="34" charset="0"/>
                        </a:rPr>
                        <a:t> (X. X. X)</a:t>
                      </a:r>
                      <a:endParaRPr lang="ko-KR" altLang="en-US" sz="1000" b="0" i="1" u="sng"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8"/>
                  </a:ext>
                </a:extLst>
              </a:tr>
              <a:tr h="237905">
                <a:tc vMerge="1">
                  <a:txBody>
                    <a:bodyPr/>
                    <a:lstStyle/>
                    <a:p>
                      <a:pPr algn="l" latinLnBrk="0"/>
                      <a:endParaRPr lang="ko-KR" altLang="en-US" sz="1000" b="0"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baseline="0" dirty="0">
                          <a:solidFill>
                            <a:schemeClr val="tx1"/>
                          </a:solidFill>
                          <a:latin typeface="Arial" pitchFamily="34" charset="0"/>
                          <a:ea typeface="맑은 고딕" pitchFamily="50" charset="-127"/>
                          <a:cs typeface="Arial" pitchFamily="34" charset="0"/>
                        </a:rPr>
                        <a:t>In-App Ad</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Banner AD / AVOD / 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9"/>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Paid Content</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latinLnBrk="0"/>
                      <a:r>
                        <a:rPr lang="en-US" altLang="ko-KR" sz="900">
                          <a:solidFill>
                            <a:schemeClr val="tx1"/>
                          </a:solidFill>
                        </a:rPr>
                        <a:t>Not Applicable</a:t>
                      </a:r>
                      <a:endParaRPr lang="en-US" altLang="ko-KR" sz="900" dirty="0">
                        <a:solidFill>
                          <a:schemeClr val="tx1"/>
                        </a:solidFill>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Transaction / Subscription / Not Applicable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0"/>
                  </a:ext>
                </a:extLst>
              </a:tr>
              <a:tr h="237905">
                <a:tc vMerge="1">
                  <a:txBody>
                    <a:bodyPr/>
                    <a:lstStyle/>
                    <a:p>
                      <a:pPr latinLnBrk="0"/>
                      <a:endParaRPr lang="ko-KR" altLang="en-US"/>
                    </a:p>
                  </a:txBody>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Sound </a:t>
                      </a:r>
                      <a:r>
                        <a:rPr lang="en-US" altLang="ko-KR" sz="1000" b="0" dirty="0">
                          <a:solidFill>
                            <a:schemeClr val="tx1"/>
                          </a:solidFill>
                          <a:latin typeface="Arial" pitchFamily="34" charset="0"/>
                          <a:ea typeface="맑은 고딕" pitchFamily="50" charset="-127"/>
                          <a:cs typeface="Arial" pitchFamily="34" charset="0"/>
                        </a:rPr>
                        <a:t>(For</a:t>
                      </a:r>
                      <a:r>
                        <a:rPr lang="en-US" altLang="ko-KR" sz="1000" b="0" baseline="0" dirty="0">
                          <a:solidFill>
                            <a:schemeClr val="tx1"/>
                          </a:solidFill>
                          <a:latin typeface="Arial" pitchFamily="34" charset="0"/>
                          <a:ea typeface="맑은 고딕" pitchFamily="50" charset="-127"/>
                          <a:cs typeface="Arial" pitchFamily="34" charset="0"/>
                        </a:rPr>
                        <a:t> Game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(not a game; no BGM or sound </a:t>
                      </a:r>
                      <a:r>
                        <a:rPr lang="en-US" altLang="ko-KR" sz="900" b="1" i="0" kern="1200" baseline="0">
                          <a:solidFill>
                            <a:schemeClr val="tx1"/>
                          </a:solidFill>
                          <a:latin typeface="Arial" pitchFamily="34" charset="0"/>
                          <a:ea typeface="맑은 고딕" pitchFamily="50" charset="-127"/>
                          <a:cs typeface="Arial" pitchFamily="34" charset="0"/>
                        </a:rPr>
                        <a:t>effects)</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BGM (Yes / No), Sound Effect (Yes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1"/>
                  </a:ext>
                </a:extLst>
              </a:tr>
              <a:tr h="237905">
                <a:tc row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dirty="0">
                          <a:solidFill>
                            <a:schemeClr val="tx1"/>
                          </a:solidFill>
                          <a:latin typeface="Arial" pitchFamily="34" charset="0"/>
                          <a:ea typeface="맑은 고딕" pitchFamily="50" charset="-127"/>
                          <a:cs typeface="Arial" pitchFamily="34" charset="0"/>
                        </a:rPr>
                        <a:t>Test</a:t>
                      </a:r>
                      <a:r>
                        <a:rPr lang="en-US" altLang="ko-KR" sz="1000" b="1" baseline="0" dirty="0">
                          <a:solidFill>
                            <a:schemeClr val="tx1"/>
                          </a:solidFill>
                          <a:latin typeface="Arial" pitchFamily="34" charset="0"/>
                          <a:ea typeface="맑은 고딕" pitchFamily="50" charset="-127"/>
                          <a:cs typeface="Arial" pitchFamily="34" charset="0"/>
                        </a:rPr>
                        <a:t> 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Service URL</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(packaged app)</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for LG Smart World/</a:t>
                      </a:r>
                      <a:r>
                        <a:rPr lang="en-US" altLang="ko-KR" sz="1000" b="0" dirty="0">
                          <a:solidFill>
                            <a:schemeClr val="tx1"/>
                          </a:solidFill>
                          <a:latin typeface="Arial" pitchFamily="34" charset="0"/>
                          <a:ea typeface="맑은 고딕" pitchFamily="50" charset="-127"/>
                          <a:cs typeface="Arial" pitchFamily="34" charset="0"/>
                        </a:rPr>
                        <a:t>LG</a:t>
                      </a:r>
                      <a:r>
                        <a:rPr lang="en-US" altLang="ko-KR" sz="1000" b="0" baseline="0" dirty="0">
                          <a:solidFill>
                            <a:schemeClr val="tx1"/>
                          </a:solidFill>
                          <a:latin typeface="Arial" pitchFamily="34" charset="0"/>
                          <a:ea typeface="맑은 고딕" pitchFamily="50" charset="-127"/>
                          <a:cs typeface="Arial" pitchFamily="34" charset="0"/>
                        </a:rPr>
                        <a:t> Content Store</a:t>
                      </a:r>
                      <a:endParaRPr lang="en-US" altLang="ko-KR"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2"/>
                  </a:ext>
                </a:extLst>
              </a:tr>
              <a:tr h="535281">
                <a:tc vMerge="1">
                  <a:txBody>
                    <a:bodyPr/>
                    <a:lstStyle/>
                    <a:p>
                      <a:pPr algn="l" latinLnBrk="0"/>
                      <a:endParaRPr lang="ko-KR" altLang="en-US" sz="1000" b="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Test URL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(the IPK is attached)</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only for QA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ko-KR" sz="900" b="0" baseline="0" dirty="0">
                          <a:solidFill>
                            <a:schemeClr val="tx1"/>
                          </a:solidFill>
                          <a:latin typeface="Arial" pitchFamily="34" charset="0"/>
                          <a:ea typeface="맑은 고딕" pitchFamily="50" charset="-127"/>
                          <a:cs typeface="Arial" pitchFamily="34" charset="0"/>
                        </a:rPr>
                        <a:t>(If necessary, please attach </a:t>
                      </a:r>
                      <a:r>
                        <a:rPr lang="en-US" altLang="ko-KR" sz="900" b="1" baseline="0" dirty="0">
                          <a:solidFill>
                            <a:schemeClr val="tx1"/>
                          </a:solidFill>
                          <a:latin typeface="Arial" pitchFamily="34" charset="0"/>
                          <a:ea typeface="맑은 고딕" pitchFamily="50" charset="-127"/>
                          <a:cs typeface="Arial" pitchFamily="34" charset="0"/>
                        </a:rPr>
                        <a:t>a test .</a:t>
                      </a:r>
                      <a:r>
                        <a:rPr lang="en-US" altLang="ko-KR" sz="900" b="1" baseline="0" dirty="0" err="1">
                          <a:solidFill>
                            <a:schemeClr val="tx1"/>
                          </a:solidFill>
                          <a:latin typeface="Arial" pitchFamily="34" charset="0"/>
                          <a:ea typeface="맑은 고딕" pitchFamily="50" charset="-127"/>
                          <a:cs typeface="Arial" pitchFamily="34" charset="0"/>
                        </a:rPr>
                        <a:t>ipk</a:t>
                      </a:r>
                      <a:r>
                        <a:rPr lang="en-US" altLang="ko-KR" sz="900" b="1" baseline="0" dirty="0">
                          <a:solidFill>
                            <a:schemeClr val="tx1"/>
                          </a:solidFill>
                          <a:latin typeface="Arial" pitchFamily="34" charset="0"/>
                          <a:ea typeface="맑은 고딕" pitchFamily="50" charset="-127"/>
                          <a:cs typeface="Arial" pitchFamily="34" charset="0"/>
                        </a:rPr>
                        <a:t> file </a:t>
                      </a:r>
                      <a:r>
                        <a:rPr lang="en-US" altLang="ko-KR" sz="900" b="0" baseline="0" dirty="0">
                          <a:solidFill>
                            <a:schemeClr val="tx1"/>
                          </a:solidFill>
                          <a:latin typeface="Arial" pitchFamily="34" charset="0"/>
                          <a:ea typeface="맑은 고딕" pitchFamily="50" charset="-127"/>
                          <a:cs typeface="Arial" pitchFamily="34" charset="0"/>
                        </a:rPr>
                        <a:t>to </a:t>
                      </a:r>
                      <a:r>
                        <a:rPr lang="en-US" altLang="ko-KR" sz="900" b="1" i="1" baseline="0" dirty="0">
                          <a:solidFill>
                            <a:srgbClr val="FF0000"/>
                          </a:solidFill>
                          <a:latin typeface="Arial" pitchFamily="34" charset="0"/>
                          <a:ea typeface="맑은 고딕" pitchFamily="50" charset="-127"/>
                          <a:cs typeface="Arial" pitchFamily="34" charset="0"/>
                        </a:rPr>
                        <a:t>Test IPK File or Test URL </a:t>
                      </a:r>
                      <a:r>
                        <a:rPr lang="en-US" altLang="ko-KR" sz="900" b="0" baseline="0" dirty="0">
                          <a:solidFill>
                            <a:schemeClr val="tx1"/>
                          </a:solidFill>
                          <a:latin typeface="Arial" pitchFamily="34" charset="0"/>
                          <a:ea typeface="맑은 고딕" pitchFamily="50" charset="-127"/>
                          <a:cs typeface="Arial" pitchFamily="34" charset="0"/>
                        </a:rPr>
                        <a:t>section at LG </a:t>
                      </a:r>
                      <a:r>
                        <a:rPr lang="en-US" altLang="ko-KR" sz="900" b="0" i="0" baseline="0" dirty="0">
                          <a:solidFill>
                            <a:schemeClr val="tx1"/>
                          </a:solidFill>
                          <a:latin typeface="Arial" pitchFamily="34" charset="0"/>
                          <a:ea typeface="맑은 고딕" pitchFamily="50" charset="-127"/>
                          <a:cs typeface="Arial" pitchFamily="34" charset="0"/>
                        </a:rPr>
                        <a:t>Seller Lounge</a:t>
                      </a:r>
                      <a:r>
                        <a:rPr lang="en-US" altLang="ko-KR" sz="900" b="0" baseline="0" dirty="0">
                          <a:solidFill>
                            <a:schemeClr val="tx1"/>
                          </a:solidFill>
                          <a:latin typeface="Arial" pitchFamily="34" charset="0"/>
                          <a:ea typeface="맑은 고딕" pitchFamily="50" charset="-127"/>
                          <a:cs typeface="Arial" pitchFamily="34" charset="0"/>
                        </a:rPr>
                        <a:t>)</a:t>
                      </a:r>
                      <a:endParaRPr lang="en-US" altLang="ko-KR" sz="9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3"/>
                  </a:ext>
                </a:extLst>
              </a:tr>
              <a:tr h="237905">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i="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i="0" baseline="0" dirty="0">
                          <a:solidFill>
                            <a:schemeClr val="tx1"/>
                          </a:solidFill>
                          <a:latin typeface="Arial" pitchFamily="34" charset="0"/>
                          <a:ea typeface="맑은 고딕" pitchFamily="50" charset="-127"/>
                          <a:cs typeface="Arial" pitchFamily="34" charset="0"/>
                        </a:rPr>
                        <a:t>Service Platform</a:t>
                      </a:r>
                      <a:endParaRPr lang="ko-KR" altLang="en-US" sz="1000" b="0" i="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NetCast / 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4"/>
                  </a:ext>
                </a:extLst>
              </a:tr>
              <a:tr h="1561276">
                <a:tc gridSpan="4">
                  <a:txBody>
                    <a:bodyPr/>
                    <a:lstStyle/>
                    <a:p>
                      <a:pPr latinLnBrk="0"/>
                      <a:r>
                        <a:rPr lang="en-US" altLang="ko-KR" sz="900" b="1" kern="1200" dirty="0">
                          <a:solidFill>
                            <a:schemeClr val="tx1"/>
                          </a:solidFill>
                          <a:latin typeface="Arial" pitchFamily="34" charset="0"/>
                          <a:ea typeface="돋움체" pitchFamily="49" charset="-127"/>
                          <a:cs typeface="Arial" pitchFamily="34" charset="0"/>
                        </a:rPr>
                        <a:t>Notes</a:t>
                      </a:r>
                    </a:p>
                    <a:p>
                      <a:pPr latinLnBrk="0"/>
                      <a:r>
                        <a:rPr lang="en-US" altLang="ko-KR" sz="900" kern="1200" dirty="0">
                          <a:solidFill>
                            <a:schemeClr val="tx1"/>
                          </a:solidFill>
                          <a:latin typeface="Arial" pitchFamily="34" charset="0"/>
                          <a:ea typeface="돋움체" pitchFamily="49" charset="-127"/>
                          <a:cs typeface="Arial" pitchFamily="34" charset="0"/>
                        </a:rPr>
                        <a:t>    1. Correct</a:t>
                      </a:r>
                      <a:r>
                        <a:rPr lang="en-US" altLang="ko-KR" sz="900" kern="1200" baseline="0" dirty="0">
                          <a:solidFill>
                            <a:schemeClr val="tx1"/>
                          </a:solidFill>
                          <a:latin typeface="Arial" pitchFamily="34" charset="0"/>
                          <a:ea typeface="돋움체" pitchFamily="49" charset="-127"/>
                          <a:cs typeface="Arial" pitchFamily="34" charset="0"/>
                        </a:rPr>
                        <a:t> and detailed </a:t>
                      </a:r>
                      <a:r>
                        <a:rPr lang="en-US" altLang="ko-KR" sz="900" kern="1200" dirty="0">
                          <a:solidFill>
                            <a:schemeClr val="tx1"/>
                          </a:solidFill>
                          <a:latin typeface="Arial" pitchFamily="34" charset="0"/>
                          <a:ea typeface="돋움체" pitchFamily="49" charset="-127"/>
                          <a:cs typeface="Arial" pitchFamily="34" charset="0"/>
                        </a:rPr>
                        <a:t>Basic</a:t>
                      </a:r>
                      <a:r>
                        <a:rPr lang="en-US" altLang="ko-KR" sz="900" kern="1200" baseline="0" dirty="0">
                          <a:solidFill>
                            <a:schemeClr val="tx1"/>
                          </a:solidFill>
                          <a:latin typeface="Arial" pitchFamily="34" charset="0"/>
                          <a:ea typeface="돋움체" pitchFamily="49" charset="-127"/>
                          <a:cs typeface="Arial" pitchFamily="34" charset="0"/>
                        </a:rPr>
                        <a:t> Information</a:t>
                      </a:r>
                      <a:r>
                        <a:rPr lang="ko-KR" altLang="en-US" sz="900" kern="1200" dirty="0">
                          <a:solidFill>
                            <a:schemeClr val="tx1"/>
                          </a:solidFill>
                          <a:latin typeface="Arial" pitchFamily="34" charset="0"/>
                          <a:ea typeface="돋움체" pitchFamily="49" charset="-127"/>
                          <a:cs typeface="Arial" pitchFamily="34" charset="0"/>
                        </a:rPr>
                        <a:t> </a:t>
                      </a:r>
                      <a:r>
                        <a:rPr lang="en-US" altLang="ko-KR" sz="900" kern="1200" dirty="0">
                          <a:solidFill>
                            <a:schemeClr val="tx1"/>
                          </a:solidFill>
                          <a:latin typeface="Arial" pitchFamily="34" charset="0"/>
                          <a:ea typeface="돋움체" pitchFamily="49" charset="-127"/>
                          <a:cs typeface="Arial" pitchFamily="34" charset="0"/>
                        </a:rPr>
                        <a:t>required for </a:t>
                      </a:r>
                      <a:r>
                        <a:rPr lang="en-US" altLang="ko-KR" sz="900" kern="1200" baseline="0" dirty="0">
                          <a:solidFill>
                            <a:schemeClr val="tx1"/>
                          </a:solidFill>
                          <a:latin typeface="Arial" pitchFamily="34" charset="0"/>
                          <a:ea typeface="돋움체" pitchFamily="49" charset="-127"/>
                          <a:cs typeface="Arial" pitchFamily="34" charset="0"/>
                        </a:rPr>
                        <a:t>App QA.</a:t>
                      </a:r>
                      <a:endParaRPr lang="en-US" altLang="ko-KR" sz="900" kern="1200" dirty="0">
                        <a:solidFill>
                          <a:schemeClr val="tx1"/>
                        </a:solidFill>
                        <a:latin typeface="Arial" pitchFamily="34" charset="0"/>
                        <a:ea typeface="돋움체" pitchFamily="49" charset="-127"/>
                        <a:cs typeface="Arial" pitchFamily="34" charset="0"/>
                      </a:endParaRPr>
                    </a:p>
                    <a:p>
                      <a:pPr latinLnBrk="0"/>
                      <a:r>
                        <a:rPr lang="en-US" altLang="ko-KR" sz="900" b="0" i="0" dirty="0">
                          <a:solidFill>
                            <a:schemeClr val="tx1"/>
                          </a:solidFill>
                          <a:latin typeface="Arial" pitchFamily="34" charset="0"/>
                          <a:ea typeface="맑은 고딕" pitchFamily="50" charset="-127"/>
                          <a:cs typeface="Arial" pitchFamily="34" charset="0"/>
                        </a:rPr>
                        <a:t>    2. </a:t>
                      </a:r>
                      <a:r>
                        <a:rPr lang="en-US" sz="900" kern="1200" dirty="0">
                          <a:solidFill>
                            <a:schemeClr val="tx1"/>
                          </a:solidFill>
                          <a:latin typeface="Arial" pitchFamily="34" charset="0"/>
                          <a:ea typeface="Arial Unicode MS" pitchFamily="50" charset="-127"/>
                          <a:cs typeface="Arial" pitchFamily="34" charset="0"/>
                        </a:rPr>
                        <a:t>If you indicate Geo-IP Blocking as “Yes” you must white list the range of IPs required by the QA Team for testing. </a:t>
                      </a:r>
                      <a:r>
                        <a:rPr lang="en-US" sz="900" i="0" kern="1200" dirty="0">
                          <a:solidFill>
                            <a:schemeClr val="tx1"/>
                          </a:solidFill>
                          <a:latin typeface="Arial" pitchFamily="34" charset="0"/>
                          <a:ea typeface="Arial Unicode MS" pitchFamily="50" charset="-127"/>
                          <a:cs typeface="Arial" pitchFamily="34" charset="0"/>
                        </a:rPr>
                        <a:t>Please request the range of IPs to white list through the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LG</a:t>
                      </a:r>
                      <a:r>
                        <a:rPr lang="ko-KR" altLang="en-US" sz="900" i="0" kern="120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Lounge 1:1 Inquiry.</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3. You can use a 3rd party billing system for Paid Content. You shall be aware that you are liable for all claims arising from the use of a 3rd party billing system.</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4. You can monetize your application with in-app advertising services with a 3rd party ad platform.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baseline="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shall not violate LG’s content guideline and will be solely responsible for any claims from violation of the content guideline.</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5. </a:t>
                      </a:r>
                      <a:r>
                        <a:rPr lang="en-US" altLang="ko-KR" sz="900" i="0" kern="1200" dirty="0">
                          <a:solidFill>
                            <a:schemeClr val="tx1"/>
                          </a:solidFill>
                          <a:latin typeface="Arial" pitchFamily="34" charset="0"/>
                          <a:ea typeface="돋움체" pitchFamily="49" charset="-127"/>
                          <a:cs typeface="Arial" pitchFamily="34" charset="0"/>
                        </a:rPr>
                        <a:t>Game</a:t>
                      </a:r>
                      <a:r>
                        <a:rPr lang="en-US" altLang="ko-KR" sz="900" i="0" kern="1200" baseline="0" dirty="0">
                          <a:solidFill>
                            <a:schemeClr val="tx1"/>
                          </a:solidFill>
                          <a:latin typeface="Arial" pitchFamily="34" charset="0"/>
                          <a:ea typeface="돋움체" pitchFamily="49" charset="-127"/>
                          <a:cs typeface="Arial" pitchFamily="34" charset="0"/>
                        </a:rPr>
                        <a:t> apps: If there is sound, detailed description of the BGM / Sound Effects, etc. is required.</a:t>
                      </a:r>
                      <a:endParaRPr lang="en-US" altLang="ko-KR" sz="900" i="0" kern="1200" baseline="0" dirty="0">
                        <a:solidFill>
                          <a:schemeClr val="tx1"/>
                        </a:solidFill>
                        <a:latin typeface="Arial" pitchFamily="34" charset="0"/>
                        <a:ea typeface="Arial Unicode MS" pitchFamily="50" charset="-127"/>
                        <a:cs typeface="Arial"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i="0" kern="1200" baseline="0" dirty="0">
                          <a:solidFill>
                            <a:schemeClr val="tx1"/>
                          </a:solidFill>
                          <a:latin typeface="Arial" pitchFamily="34" charset="0"/>
                          <a:ea typeface="Arial Unicode MS" pitchFamily="50" charset="-127"/>
                          <a:cs typeface="Arial" pitchFamily="34" charset="0"/>
                        </a:rPr>
                        <a:t>    6. </a:t>
                      </a:r>
                      <a:r>
                        <a:rPr lang="en-US" altLang="ko-KR" sz="900" i="0" kern="1200" dirty="0">
                          <a:solidFill>
                            <a:schemeClr val="tx1"/>
                          </a:solidFill>
                          <a:latin typeface="Arial" pitchFamily="34" charset="0"/>
                          <a:ea typeface="Arial Unicode MS" pitchFamily="50" charset="-127"/>
                          <a:cs typeface="Arial" pitchFamily="34" charset="0"/>
                        </a:rPr>
                        <a:t>Even though there may be no payment process within the app itself, having any related payment process outside the app such as paying on the app’s website, converting to a paid account, etc., will categorize the app as having Paid Content. If this is the case for your app, add detailed guidelines regarding the app’s paid content on the UX Scenario document, and mark the Paid Content option as “Transaction” or “Subscription” on the LG Seller Lounge. You can also mark the both options together.</a:t>
                      </a:r>
                      <a:endParaRPr lang="ko-KR" altLang="ko-KR" sz="900" i="0" kern="1200" dirty="0">
                        <a:solidFill>
                          <a:schemeClr val="tx1"/>
                        </a:solidFill>
                        <a:highlight>
                          <a:srgbClr val="FFFF00"/>
                        </a:highlight>
                        <a:latin typeface="Arial" pitchFamily="34" charset="0"/>
                        <a:ea typeface="Arial Unicode MS"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85000"/>
                      </a:schemeClr>
                    </a:solidFill>
                  </a:tcPr>
                </a:tc>
                <a:tc hMerge="1">
                  <a:txBody>
                    <a:bodyPr/>
                    <a:lstStyle/>
                    <a:p>
                      <a:pPr latinLnBrk="0"/>
                      <a:endParaRPr lang="ko-KR" altLang="en-US"/>
                    </a:p>
                  </a:txBody>
                  <a:tcPr/>
                </a:tc>
                <a:tc hMerge="1">
                  <a:txBody>
                    <a:bodyPr/>
                    <a:lstStyle/>
                    <a:p>
                      <a:pPr algn="l" latinLnBrk="0"/>
                      <a:endParaRPr lang="en-US" altLang="ko-KR" sz="1100" b="0" dirty="0">
                        <a:solidFill>
                          <a:schemeClr val="tx1"/>
                        </a:solidFill>
                        <a:latin typeface="맑은 고딕" pitchFamily="50" charset="-127"/>
                        <a:ea typeface="맑은 고딕" pitchFamily="50" charset="-127"/>
                      </a:endParaRPr>
                    </a:p>
                  </a:txBody>
                  <a:tcPr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hMerge="1">
                  <a:txBody>
                    <a:bodyPr/>
                    <a:lstStyle/>
                    <a:p>
                      <a:pPr latinLnBrk="0"/>
                      <a:endParaRPr lang="ko-KR" altLang="en-US"/>
                    </a:p>
                  </a:txBody>
                  <a:tcPr/>
                </a:tc>
                <a:extLst>
                  <a:ext uri="{0D108BD9-81ED-4DB2-BD59-A6C34878D82A}">
                    <a16:rowId xmlns:a16="http://schemas.microsoft.com/office/drawing/2014/main" val="10015"/>
                  </a:ext>
                </a:extLst>
              </a:tr>
            </a:tbl>
          </a:graphicData>
        </a:graphic>
      </p:graphicFrame>
      <p:sp>
        <p:nvSpPr>
          <p:cNvPr id="4" name="텍스트 개체 틀 3">
            <a:extLst>
              <a:ext uri="{FF2B5EF4-FFF2-40B4-BE49-F238E27FC236}">
                <a16:creationId xmlns:a16="http://schemas.microsoft.com/office/drawing/2014/main" id="{F2C7EF9E-8F0F-5587-5FBB-A01062AE56EB}"/>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cs typeface="Arial" pitchFamily="34" charset="0"/>
              </a:rPr>
              <a:t>1. Basic Information</a:t>
            </a:r>
            <a:endParaRPr>
              <a:latin typeface="Arial" pitchFamily="34" charset="0"/>
              <a:cs typeface="Arial"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361" name="Group 1">
            <a:extLst>
              <a:ext uri="{FF2B5EF4-FFF2-40B4-BE49-F238E27FC236}">
                <a16:creationId xmlns:a16="http://schemas.microsoft.com/office/drawing/2014/main" id="{46CAED15-948C-11E8-1645-0DDD05209CC0}"/>
              </a:ext>
            </a:extLst>
          </p:cNvPr>
          <p:cNvGraphicFramePr>
            <a:graphicFrameLocks noGrp="1"/>
          </p:cNvGraphicFramePr>
          <p:nvPr>
            <p:extLst>
              <p:ext uri="{D42A27DB-BD31-4B8C-83A1-F6EECF244321}">
                <p14:modId xmlns:p14="http://schemas.microsoft.com/office/powerpoint/2010/main" val="1750257372"/>
              </p:ext>
            </p:extLst>
          </p:nvPr>
        </p:nvGraphicFramePr>
        <p:xfrm>
          <a:off x="166688" y="765175"/>
          <a:ext cx="9501187" cy="5397500"/>
        </p:xfrm>
        <a:graphic>
          <a:graphicData uri="http://schemas.openxmlformats.org/drawingml/2006/table">
            <a:tbl>
              <a:tblPr/>
              <a:tblGrid>
                <a:gridCol w="730250">
                  <a:extLst>
                    <a:ext uri="{9D8B030D-6E8A-4147-A177-3AD203B41FA5}">
                      <a16:colId xmlns:a16="http://schemas.microsoft.com/office/drawing/2014/main" val="20000"/>
                    </a:ext>
                  </a:extLst>
                </a:gridCol>
                <a:gridCol w="1169987">
                  <a:extLst>
                    <a:ext uri="{9D8B030D-6E8A-4147-A177-3AD203B41FA5}">
                      <a16:colId xmlns:a16="http://schemas.microsoft.com/office/drawing/2014/main" val="20001"/>
                    </a:ext>
                  </a:extLst>
                </a:gridCol>
                <a:gridCol w="1028700">
                  <a:extLst>
                    <a:ext uri="{9D8B030D-6E8A-4147-A177-3AD203B41FA5}">
                      <a16:colId xmlns:a16="http://schemas.microsoft.com/office/drawing/2014/main" val="20002"/>
                    </a:ext>
                  </a:extLst>
                </a:gridCol>
                <a:gridCol w="3286125">
                  <a:extLst>
                    <a:ext uri="{9D8B030D-6E8A-4147-A177-3AD203B41FA5}">
                      <a16:colId xmlns:a16="http://schemas.microsoft.com/office/drawing/2014/main" val="20003"/>
                    </a:ext>
                  </a:extLst>
                </a:gridCol>
                <a:gridCol w="3286125">
                  <a:extLst>
                    <a:ext uri="{9D8B030D-6E8A-4147-A177-3AD203B41FA5}">
                      <a16:colId xmlns:a16="http://schemas.microsoft.com/office/drawing/2014/main" val="20004"/>
                    </a:ext>
                  </a:extLst>
                </a:gridCol>
              </a:tblGrid>
              <a:tr h="411145">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No.</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Sent</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Version</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File Name</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Contents</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extLst>
                  <a:ext uri="{0D108BD9-81ED-4DB2-BD59-A6C34878D82A}">
                    <a16:rowId xmlns:a16="http://schemas.microsoft.com/office/drawing/2014/main" val="10000"/>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a:t>
                      </a: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10.10.2026</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1.0.0</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Zaplist_UX_Scenario_1.0.0</a:t>
                      </a: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Initial document</a:t>
                      </a: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2"/>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3"/>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4"/>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5"/>
                  </a:ext>
                </a:extLst>
              </a:tr>
              <a:tr h="43495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6"/>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7"/>
                  </a:ext>
                </a:extLst>
              </a:tr>
              <a:tr h="51456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2800" b="0" i="0" u="none" strike="noStrike" cap="none" normalizeH="0" baseline="0">
                        <a:ln>
                          <a:noFill/>
                        </a:ln>
                        <a:solidFill>
                          <a:srgbClr val="000000"/>
                        </a:solidFill>
                        <a:effectLst/>
                        <a:latin typeface="굴림" panose="020B0600000101010101" pitchFamily="50" charset="-127"/>
                        <a:ea typeface="굴림" panose="020B0600000101010101"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8"/>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9"/>
                  </a:ext>
                </a:extLst>
              </a:tr>
              <a:tr h="493690">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0"/>
                  </a:ext>
                </a:extLst>
              </a:tr>
              <a:tr h="4317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1"/>
                  </a:ext>
                </a:extLst>
              </a:tr>
            </a:tbl>
          </a:graphicData>
        </a:graphic>
      </p:graphicFrame>
      <p:sp>
        <p:nvSpPr>
          <p:cNvPr id="20566" name="Text Box 163">
            <a:extLst>
              <a:ext uri="{FF2B5EF4-FFF2-40B4-BE49-F238E27FC236}">
                <a16:creationId xmlns:a16="http://schemas.microsoft.com/office/drawing/2014/main" id="{155280ED-6981-5DFA-71BA-D7EB6FB33653}"/>
              </a:ext>
            </a:extLst>
          </p:cNvPr>
          <p:cNvSpPr txBox="1">
            <a:spLocks noChangeArrowheads="1"/>
          </p:cNvSpPr>
          <p:nvPr/>
        </p:nvSpPr>
        <p:spPr bwMode="auto">
          <a:xfrm>
            <a:off x="0" y="188913"/>
            <a:ext cx="77597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89986" tIns="46793" rIns="89986" bIns="46793"/>
          <a:lstStyle>
            <a:lvl1pPr marL="342900" indent="-341313">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1pPr>
            <a:lvl2pPr marL="742950" indent="-28575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2pPr>
            <a:lvl3pPr marL="11430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3pPr>
            <a:lvl4pPr marL="16002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4pPr>
            <a:lvl5pPr marL="20574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9pPr>
          </a:lstStyle>
          <a:p>
            <a:pPr latinLnBrk="0">
              <a:spcBef>
                <a:spcPts val="1125"/>
              </a:spcBef>
            </a:pPr>
            <a:r>
              <a:rPr lang="en-US" altLang="ru-RU" b="1">
                <a:solidFill>
                  <a:srgbClr val="000000"/>
                </a:solidFill>
                <a:latin typeface="Arial" panose="020B0604020202020204" pitchFamily="34" charset="0"/>
                <a:ea typeface="맑은 고딕" panose="020B0503020000020004" pitchFamily="34" charset="-127"/>
                <a:cs typeface="Arial" panose="020B0604020202020204" pitchFamily="34" charset="0"/>
              </a:rPr>
              <a:t>2. Document History</a:t>
            </a:r>
          </a:p>
        </p:txBody>
      </p:sp>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6D702180-3973-F170-F9E9-F098A202AEB5}"/>
              </a:ext>
            </a:extLst>
          </p:cNvPr>
          <p:cNvSpPr/>
          <p:nvPr/>
        </p:nvSpPr>
        <p:spPr bwMode="auto">
          <a:xfrm>
            <a:off x="9525"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Everything also works with the arrows and OK alone: the Magic Remote has no color or media keys, so each color-key and media-key action also has an on-screen button.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Home, Exit, volume and input keys are handled by the </a:t>
            </a:r>
            <a:r>
              <a:rPr lang="en-US" altLang="ko-KR" sz="900">
                <a:latin typeface="Arial" pitchFamily="34" charset="0"/>
                <a:ea typeface="굴림" panose="020B0600000101010101" pitchFamily="50" charset="-127"/>
                <a:cs typeface="Arial" pitchFamily="34" charset="0"/>
              </a:rPr>
              <a:t>TV.</a:t>
            </a:r>
            <a:endParaRPr lang="en-US" altLang="ko-KR" sz="900" dirty="0">
              <a:latin typeface="Arial" pitchFamily="34" charset="0"/>
              <a:ea typeface="굴림" panose="020B0600000101010101" pitchFamily="50" charset="-127"/>
              <a:cs typeface="Arial" pitchFamily="34" charset="0"/>
            </a:endParaRPr>
          </a:p>
        </p:txBody>
      </p:sp>
      <p:sp>
        <p:nvSpPr>
          <p:cNvPr id="22531" name="TextBox 5">
            <a:extLst>
              <a:ext uri="{FF2B5EF4-FFF2-40B4-BE49-F238E27FC236}">
                <a16:creationId xmlns:a16="http://schemas.microsoft.com/office/drawing/2014/main" id="{40836198-08F1-B328-A6CB-C5A494B88B61}"/>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Keys used in the app</a:t>
            </a:r>
          </a:p>
        </p:txBody>
      </p:sp>
      <p:sp>
        <p:nvSpPr>
          <p:cNvPr id="17" name="텍스트 개체 틀 16">
            <a:extLst>
              <a:ext uri="{FF2B5EF4-FFF2-40B4-BE49-F238E27FC236}">
                <a16:creationId xmlns:a16="http://schemas.microsoft.com/office/drawing/2014/main" id="{DA803E02-0F20-C9F3-27C5-ABF6523C795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3. Remote Control Keys</a:t>
            </a:r>
            <a:endParaRPr>
              <a:latin typeface="Arial" pitchFamily="34" charset="0"/>
              <a:cs typeface="Arial" pitchFamily="34" charset="0"/>
            </a:endParaRPr>
          </a:p>
        </p:txBody>
      </p:sp>
      <p:graphicFrame>
        <p:nvGraphicFramePr>
          <p:cNvPr id="2" name="Table 1">
            <a:extLst>
              <a:ext uri="{FF2B5EF4-FFF2-40B4-BE49-F238E27FC236}">
                <a16:creationId xmlns:a16="http://schemas.microsoft.com/office/drawing/2014/main" id="{71B276A8-CA1C-9D27-9216-BD942355AF7C}"/>
              </a:ext>
            </a:extLst>
          </p:cNvPr>
          <p:cNvGraphicFramePr>
            <a:graphicFrameLocks noGrp="1"/>
          </p:cNvGraphicFramePr>
          <p:nvPr>
            <p:extLst>
              <p:ext uri="{D42A27DB-BD31-4B8C-83A1-F6EECF244321}">
                <p14:modId xmlns:p14="http://schemas.microsoft.com/office/powerpoint/2010/main" val="1760930323"/>
              </p:ext>
            </p:extLst>
          </p:nvPr>
        </p:nvGraphicFramePr>
        <p:xfrm>
          <a:off x="342900" y="1016000"/>
          <a:ext cx="9220200" cy="1828800"/>
        </p:xfrm>
        <a:graphic>
          <a:graphicData uri="http://schemas.openxmlformats.org/drawingml/2006/table">
            <a:tbl>
              <a:tblPr firstRow="1" bandRow="1">
                <a:tableStyleId>{5940675A-B579-460E-94D1-54222C63F5DA}</a:tableStyleId>
              </a:tblPr>
              <a:tblGrid>
                <a:gridCol w="1651000">
                  <a:extLst>
                    <a:ext uri="{9D8B030D-6E8A-4147-A177-3AD203B41FA5}">
                      <a16:colId xmlns:a16="http://schemas.microsoft.com/office/drawing/2014/main" val="922070550"/>
                    </a:ext>
                  </a:extLst>
                </a:gridCol>
                <a:gridCol w="7569200">
                  <a:extLst>
                    <a:ext uri="{9D8B030D-6E8A-4147-A177-3AD203B41FA5}">
                      <a16:colId xmlns:a16="http://schemas.microsoft.com/office/drawing/2014/main" val="2678976020"/>
                    </a:ext>
                  </a:extLst>
                </a:gridCol>
              </a:tblGrid>
              <a:tr h="127000">
                <a:tc>
                  <a:txBody>
                    <a:bodyPr/>
                    <a:lstStyle/>
                    <a:p>
                      <a:pPr latinLnBrk="0" algn="ctr"/>
                      <a:r>
                        <a:rPr lang="en-US" sz="900" b="1" i="0">
                          <a:solidFill>
                            <a:srgbClr val="FFFFFF"/>
                          </a:solidFill>
                          <a:latin typeface="Arial" panose="020B0604020202020204" pitchFamily="34" charset="0"/>
                        </a:rPr>
                        <a:t>Key</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a:txBody>
                    <a:bodyPr/>
                    <a:lstStyle/>
                    <a:p>
                      <a:pPr latinLnBrk="0" algn="ctr"/>
                      <a:r>
                        <a:rPr lang="en-US" sz="900" b="1" i="0" dirty="0">
                          <a:solidFill>
                            <a:srgbClr val="FFFFFF"/>
                          </a:solidFill>
                          <a:latin typeface="Arial" panose="020B0604020202020204" pitchFamily="34" charset="0"/>
                        </a:rPr>
                        <a:t>What </a:t>
                      </a:r>
                      <a:r>
                        <a:rPr lang="en-US" sz="900" b="1" i="0">
                          <a:solidFill>
                            <a:srgbClr val="FFFFFF"/>
                          </a:solidFill>
                          <a:latin typeface="Arial" panose="020B0604020202020204" pitchFamily="34" charset="0"/>
                        </a:rPr>
                        <a:t>it does</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extLst>
                  <a:ext uri="{0D108BD9-81ED-4DB2-BD59-A6C34878D82A}">
                    <a16:rowId xmlns:a16="http://schemas.microsoft.com/office/drawing/2014/main" val="2837091522"/>
                  </a:ext>
                </a:extLst>
              </a:tr>
              <a:tr h="127000">
                <a:tc>
                  <a:txBody>
                    <a:bodyPr/>
                    <a:lstStyle/>
                    <a:p>
                      <a:pPr latinLnBrk="0" algn="l"/>
                      <a:r>
                        <a:rPr lang="en-US" sz="900" b="0" i="0">
                          <a:solidFill>
                            <a:srgbClr val="000000"/>
                          </a:solidFill>
                          <a:latin typeface="Arial" panose="020B0604020202020204" pitchFamily="34" charset="0"/>
                        </a:rPr>
                        <a:t>Arrow keys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Move the focus. In the player: Up/Down change the channel, Left/Right show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85180600"/>
                  </a:ext>
                </a:extLst>
              </a:tr>
              <a:tr h="127000">
                <a:tc>
                  <a:txBody>
                    <a:bodyPr/>
                    <a:lstStyle/>
                    <a:p>
                      <a:pPr latinLnBrk="0" algn="l"/>
                      <a:r>
                        <a:rPr lang="en-US" sz="900" b="0" i="0">
                          <a:solidFill>
                            <a:srgbClr val="000000"/>
                          </a:solidFill>
                          <a:latin typeface="Arial" panose="020B0604020202020204" pitchFamily="34" charset="0"/>
                        </a:rPr>
                        <a:t>OK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Select, or play the focused channel. In the player: open the channel </a:t>
                      </a:r>
                      <a:r>
                        <a:rPr lang="en-US" sz="900" b="0" i="0">
                          <a:solidFill>
                            <a:srgbClr val="000000"/>
                          </a:solidFill>
                          <a:latin typeface="Arial" panose="020B0604020202020204" pitchFamily="34" charset="0"/>
                        </a:rPr>
                        <a:t>list.</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05565486"/>
                  </a:ext>
                </a:extLst>
              </a:tr>
              <a:tr h="127000">
                <a:tc>
                  <a:txBody>
                    <a:bodyPr/>
                    <a:lstStyle/>
                    <a:p>
                      <a:pPr latinLnBrk="0" algn="l"/>
                      <a:r>
                        <a:rPr lang="en-US" sz="900" b="0" i="0" dirty="0">
                          <a:solidFill>
                            <a:srgbClr val="000000"/>
                          </a:solidFill>
                          <a:latin typeface="Arial" panose="020B0604020202020204" pitchFamily="34" charset="0"/>
                        </a:rPr>
                        <a:t>OK (</a:t>
                      </a:r>
                      <a:r>
                        <a:rPr lang="en-US" sz="900" b="0" i="0">
                          <a:solidFill>
                            <a:srgbClr val="000000"/>
                          </a:solidFill>
                          <a:latin typeface="Arial" panose="020B0604020202020204" pitchFamily="34" charset="0"/>
                        </a:rPr>
                        <a:t>hold)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Channel menu: add to or remove from Favorites; in Favorites also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7426788"/>
                  </a:ext>
                </a:extLst>
              </a:tr>
              <a:tr h="127000">
                <a:tc>
                  <a:txBody>
                    <a:bodyPr/>
                    <a:lstStyle/>
                    <a:p>
                      <a:pPr latinLnBrk="0" algn="l"/>
                      <a:r>
                        <a:rPr lang="en-US" sz="900" b="0" i="0">
                          <a:solidFill>
                            <a:srgbClr val="000000"/>
                          </a:solidFill>
                          <a:latin typeface="Arial" panose="020B0604020202020204" pitchFamily="34" charset="0"/>
                        </a:rPr>
                        <a:t>Back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Close the open bar, menu or list, or go back one screen. On Home: leave the app through the system (exit popup or Home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55365441"/>
                  </a:ext>
                </a:extLst>
              </a:tr>
              <a:tr h="127000">
                <a:tc>
                  <a:txBody>
                    <a:bodyPr/>
                    <a:lstStyle/>
                    <a:p>
                      <a:pPr latinLnBrk="0" algn="l"/>
                      <a:r>
                        <a:rPr lang="en-US" sz="900" b="0" i="0" dirty="0">
                          <a:solidFill>
                            <a:srgbClr val="000000"/>
                          </a:solidFill>
                          <a:latin typeface="Arial" panose="020B0604020202020204" pitchFamily="34" charset="0"/>
                        </a:rPr>
                        <a:t>CH + / </a:t>
                      </a:r>
                      <a:r>
                        <a:rPr lang="en-US" sz="900" b="0" i="0">
                          <a:solidFill>
                            <a:srgbClr val="000000"/>
                          </a:solidFill>
                          <a:latin typeface="Arial" panose="020B0604020202020204" pitchFamily="34" charset="0"/>
                        </a:rPr>
                        <a:t>CH -</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Page up/down in lists. In the player: next/previous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63140473"/>
                  </a:ext>
                </a:extLst>
              </a:tr>
              <a:tr h="127000">
                <a:tc>
                  <a:txBody>
                    <a:bodyPr/>
                    <a:lstStyle/>
                    <a:p>
                      <a:pPr latinLnBrk="0" algn="l"/>
                      <a:r>
                        <a:rPr lang="en-US" sz="900" b="0" i="0">
                          <a:solidFill>
                            <a:srgbClr val="000000"/>
                          </a:solidFill>
                          <a:latin typeface="Arial" panose="020B0604020202020204" pitchFamily="34" charset="0"/>
                        </a:rPr>
                        <a:t>0-9</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go to a channel </a:t>
                      </a:r>
                      <a:r>
                        <a:rPr lang="en-US" sz="900" b="0" i="0">
                          <a:solidFill>
                            <a:srgbClr val="000000"/>
                          </a:solidFill>
                          <a:latin typeface="Arial" panose="020B0604020202020204" pitchFamily="34" charset="0"/>
                        </a:rPr>
                        <a:t>number.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20614460"/>
                  </a:ext>
                </a:extLst>
              </a:tr>
              <a:tr h="127000">
                <a:tc>
                  <a:txBody>
                    <a:bodyPr/>
                    <a:lstStyle/>
                    <a:p>
                      <a:pPr latinLnBrk="0" algn="l"/>
                      <a:r>
                        <a:rPr lang="en-US" sz="900" b="0" i="0">
                          <a:solidFill>
                            <a:srgbClr val="000000"/>
                          </a:solidFill>
                          <a:latin typeface="Arial" panose="020B0604020202020204" pitchFamily="34" charset="0"/>
                        </a:rPr>
                        <a:t>Red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Add or remove the focused or playing channel from </a:t>
                      </a:r>
                      <a:r>
                        <a:rPr lang="en-US" sz="900" b="0" i="0">
                          <a:solidFill>
                            <a:srgbClr val="000000"/>
                          </a:solidFill>
                          <a:latin typeface="Arial" panose="020B0604020202020204" pitchFamily="34" charset="0"/>
                        </a:rPr>
                        <a:t>Favorites.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89974848"/>
                  </a:ext>
                </a:extLst>
              </a:tr>
              <a:tr h="127000">
                <a:tc>
                  <a:txBody>
                    <a:bodyPr/>
                    <a:lstStyle/>
                    <a:p>
                      <a:pPr latinLnBrk="0" algn="l"/>
                      <a:r>
                        <a:rPr lang="en-US" sz="900" b="0" i="0">
                          <a:solidFill>
                            <a:srgbClr val="000000"/>
                          </a:solidFill>
                          <a:latin typeface="Arial" panose="020B0604020202020204" pitchFamily="34" charset="0"/>
                        </a:rPr>
                        <a:t>Yellow</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change the picture mode. In Favorites: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29851885"/>
                  </a:ext>
                </a:extLst>
              </a:tr>
              <a:tr h="127000">
                <a:tc>
                  <a:txBody>
                    <a:bodyPr/>
                    <a:lstStyle/>
                    <a:p>
                      <a:pPr latinLnBrk="0" algn="l"/>
                      <a:r>
                        <a:rPr lang="en-US" sz="900" b="0" i="0">
                          <a:solidFill>
                            <a:srgbClr val="000000"/>
                          </a:solidFill>
                          <a:latin typeface="Arial" panose="020B0604020202020204" pitchFamily="34" charset="0"/>
                        </a:rPr>
                        <a:t>Info</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show or hide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19785466"/>
                  </a:ext>
                </a:extLst>
              </a:tr>
              <a:tr h="127000">
                <a:tc>
                  <a:txBody>
                    <a:bodyPr/>
                    <a:lstStyle/>
                    <a:p>
                      <a:pPr latinLnBrk="0" algn="l"/>
                      <a:r>
                        <a:rPr lang="en-US" sz="900" b="0" i="0" dirty="0">
                          <a:solidFill>
                            <a:srgbClr val="000000"/>
                          </a:solidFill>
                          <a:latin typeface="Arial" panose="020B0604020202020204" pitchFamily="34" charset="0"/>
                        </a:rPr>
                        <a:t>Play / Pause </a:t>
                      </a:r>
                      <a:r>
                        <a:rPr lang="en-US" sz="900" b="0" i="0">
                          <a:solidFill>
                            <a:srgbClr val="000000"/>
                          </a:solidFill>
                          <a:latin typeface="Arial" panose="020B0604020202020204" pitchFamily="34" charset="0"/>
                        </a:rPr>
                        <a:t>/ Stop</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resume, pause, or return to the previous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55581415"/>
                  </a:ext>
                </a:extLst>
              </a:tr>
              <a:tr h="127000">
                <a:tc>
                  <a:txBody>
                    <a:bodyPr/>
                    <a:lstStyle/>
                    <a:p>
                      <a:pPr latinLnBrk="0" algn="l"/>
                      <a:r>
                        <a:rPr lang="en-US" sz="900" b="0" i="0">
                          <a:solidFill>
                            <a:srgbClr val="000000"/>
                          </a:solidFill>
                          <a:latin typeface="Arial" panose="020B0604020202020204" pitchFamily="34" charset="0"/>
                        </a:rPr>
                        <a:t>Magic Remote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Point and click any item; the wheel scrolls lists and the TV </a:t>
                      </a:r>
                      <a:r>
                        <a:rPr lang="en-US" sz="900" b="0" i="0">
                          <a:solidFill>
                            <a:srgbClr val="000000"/>
                          </a:solidFill>
                          <a:latin typeface="Arial" panose="020B0604020202020204" pitchFamily="34" charset="0"/>
                        </a:rPr>
                        <a:t>guide.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8809038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BD2E41B9-81A9-ED6A-AB03-F9645C4714E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Zaplist</a:t>
            </a:r>
            <a:r>
              <a:rPr lang="en-US" altLang="ko-KR" sz="900" dirty="0">
                <a:latin typeface="Arial" panose="020B0604020202020204" pitchFamily="34" charset="0"/>
                <a:ea typeface="Arial Unicode MS" panose="020B0604020202020204" pitchFamily="50" charset="-127"/>
                <a:cs typeface="Arial" panose="020B0604020202020204" pitchFamily="34" charset="0"/>
              </a:rPr>
              <a:t> has no sign-in, account or activation, and it includes no channels: users add a playlist from their TV provider.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on the start page press OK on "Add a playlist", enter any name and the test playlist URL from the table, then press "Check and save". Home opens with 5 channels in 2 categories.</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The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tab asks for a server address, username and password, and checks the login before saving.</a:t>
            </a:r>
          </a:p>
        </p:txBody>
      </p:sp>
      <p:sp>
        <p:nvSpPr>
          <p:cNvPr id="18" name="텍스트 개체 틀 16">
            <a:extLst>
              <a:ext uri="{FF2B5EF4-FFF2-40B4-BE49-F238E27FC236}">
                <a16:creationId xmlns:a16="http://schemas.microsoft.com/office/drawing/2014/main" id="{CF77238F-DAD1-BC8E-1A50-742BF32D4869}"/>
              </a:ext>
            </a:extLst>
          </p:cNvPr>
          <p:cNvSpPr txBox="1">
            <a:spLocks/>
          </p:cNvSpPr>
          <p:nvPr/>
        </p:nvSpPr>
        <p:spPr bwMode="auto">
          <a:xfrm>
            <a:off x="0" y="188913"/>
            <a:ext cx="7761288" cy="369887"/>
          </a:xfrm>
          <a:prstGeom prst="rect">
            <a:avLst/>
          </a:prstGeom>
          <a:noFill/>
          <a:ln>
            <a:miter lim="800000"/>
            <a:headEnd/>
            <a:tailEnd/>
          </a:ln>
        </p:spPr>
        <p:txBody>
          <a:bodyPr>
            <a:spAutoFit/>
          </a:bodyPr>
          <a:lstStyle/>
          <a:p>
            <a:pPr marL="342900" indent="-342900" latinLnBrk="0">
              <a:spcBef>
                <a:spcPct val="50000"/>
              </a:spcBef>
              <a:defRPr/>
            </a:pPr>
            <a:r>
              <a:rPr kumimoji="1" lang="en-US" altLang="ko-KR" b="1" kern="0">
                <a:latin typeface="Arial" pitchFamily="34" charset="0"/>
                <a:ea typeface="돋움" pitchFamily="50" charset="-127"/>
                <a:cs typeface="Arial" pitchFamily="34" charset="0"/>
              </a:rPr>
              <a:t>4. Detailed Login Information</a:t>
            </a:r>
            <a:endParaRPr kumimoji="1" lang="ko-KR" altLang="en-US" b="1" kern="0" dirty="0">
              <a:latin typeface="Arial" pitchFamily="34" charset="0"/>
              <a:ea typeface="맑은 고딕" pitchFamily="50" charset="-127"/>
              <a:cs typeface="Arial" pitchFamily="34" charset="0"/>
            </a:endParaRPr>
          </a:p>
        </p:txBody>
      </p:sp>
      <p:sp>
        <p:nvSpPr>
          <p:cNvPr id="2" name="TextBox 5">
            <a:extLst>
              <a:ext uri="{FF2B5EF4-FFF2-40B4-BE49-F238E27FC236}">
                <a16:creationId xmlns:a16="http://schemas.microsoft.com/office/drawing/2014/main" id="{7F2DCF0B-2AC6-FFA6-9F48-0B0043E4C6A6}"/>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Adding a playlist (the app has no user </a:t>
            </a:r>
            <a:r>
              <a:rPr lang="en-US" sz="1400" b="1">
                <a:latin typeface="Arial" panose="020B0604020202020204" pitchFamily="34" charset="0"/>
              </a:rPr>
              <a:t>accounts)</a:t>
            </a:r>
            <a:endParaRPr lang="en-US" sz="1400" b="1" dirty="0">
              <a:latin typeface="Arial" panose="020B0604020202020204" pitchFamily="34" charset="0"/>
            </a:endParaRPr>
          </a:p>
        </p:txBody>
      </p:sp>
      <p:pic>
        <p:nvPicPr>
          <p:cNvPr id="4" name="Picture 3">
            <a:extLst>
              <a:ext uri="{FF2B5EF4-FFF2-40B4-BE49-F238E27FC236}">
                <a16:creationId xmlns:a16="http://schemas.microsoft.com/office/drawing/2014/main" id="{DDC218CF-DF90-DC5E-00E2-FFA9B31D6B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5" name="Rectangle 4">
            <a:extLst>
              <a:ext uri="{FF2B5EF4-FFF2-40B4-BE49-F238E27FC236}">
                <a16:creationId xmlns:a16="http://schemas.microsoft.com/office/drawing/2014/main" id="{C62B2A4F-12F3-CFCE-3B3F-C5DFBD441BF9}"/>
              </a:ext>
            </a:extLst>
          </p:cNvPr>
          <p:cNvSpPr/>
          <p:nvPr/>
        </p:nvSpPr>
        <p:spPr bwMode="auto">
          <a:xfrm>
            <a:off x="2356941" y="1105396"/>
            <a:ext cx="1778993"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6" name="Oval 5">
            <a:extLst>
              <a:ext uri="{FF2B5EF4-FFF2-40B4-BE49-F238E27FC236}">
                <a16:creationId xmlns:a16="http://schemas.microsoft.com/office/drawing/2014/main" id="{721A907F-FE41-9115-5C7D-6F2D72FD95D8}"/>
              </a:ext>
            </a:extLst>
          </p:cNvPr>
          <p:cNvSpPr/>
          <p:nvPr/>
        </p:nvSpPr>
        <p:spPr bwMode="auto">
          <a:xfrm>
            <a:off x="22225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7" name="Rectangle 6">
            <a:extLst>
              <a:ext uri="{FF2B5EF4-FFF2-40B4-BE49-F238E27FC236}">
                <a16:creationId xmlns:a16="http://schemas.microsoft.com/office/drawing/2014/main" id="{1C7305C4-761E-96E6-066D-7950E7F0C2CD}"/>
              </a:ext>
            </a:extLst>
          </p:cNvPr>
          <p:cNvSpPr/>
          <p:nvPr/>
        </p:nvSpPr>
        <p:spPr bwMode="auto">
          <a:xfrm>
            <a:off x="2373313" y="1460103"/>
            <a:ext cx="3645296"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8" name="Oval 7">
            <a:extLst>
              <a:ext uri="{FF2B5EF4-FFF2-40B4-BE49-F238E27FC236}">
                <a16:creationId xmlns:a16="http://schemas.microsoft.com/office/drawing/2014/main" id="{28DF5FFC-B026-EB10-F86D-B1E679EBF78B}"/>
              </a:ext>
            </a:extLst>
          </p:cNvPr>
          <p:cNvSpPr/>
          <p:nvPr/>
        </p:nvSpPr>
        <p:spPr bwMode="auto">
          <a:xfrm>
            <a:off x="22352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9" name="Rectangle 8">
            <a:extLst>
              <a:ext uri="{FF2B5EF4-FFF2-40B4-BE49-F238E27FC236}">
                <a16:creationId xmlns:a16="http://schemas.microsoft.com/office/drawing/2014/main" id="{7D2BB71A-BF2C-3B5C-8F1B-3389217C5877}"/>
              </a:ext>
            </a:extLst>
          </p:cNvPr>
          <p:cNvSpPr/>
          <p:nvPr/>
        </p:nvSpPr>
        <p:spPr bwMode="auto">
          <a:xfrm>
            <a:off x="2373313" y="1940322"/>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0" name="Oval 9">
            <a:extLst>
              <a:ext uri="{FF2B5EF4-FFF2-40B4-BE49-F238E27FC236}">
                <a16:creationId xmlns:a16="http://schemas.microsoft.com/office/drawing/2014/main" id="{0E7B25CA-7A5A-4B24-4371-F35D22433E30}"/>
              </a:ext>
            </a:extLst>
          </p:cNvPr>
          <p:cNvSpPr/>
          <p:nvPr/>
        </p:nvSpPr>
        <p:spPr bwMode="auto">
          <a:xfrm>
            <a:off x="2235200" y="181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1" name="Rectangle 10">
            <a:extLst>
              <a:ext uri="{FF2B5EF4-FFF2-40B4-BE49-F238E27FC236}">
                <a16:creationId xmlns:a16="http://schemas.microsoft.com/office/drawing/2014/main" id="{680779FF-811F-C43F-6B6E-3D1785D3C418}"/>
              </a:ext>
            </a:extLst>
          </p:cNvPr>
          <p:cNvSpPr/>
          <p:nvPr/>
        </p:nvSpPr>
        <p:spPr bwMode="auto">
          <a:xfrm>
            <a:off x="2373313" y="2420541"/>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82AD0F9F-D655-130E-13EA-3A618579D514}"/>
              </a:ext>
            </a:extLst>
          </p:cNvPr>
          <p:cNvSpPr/>
          <p:nvPr/>
        </p:nvSpPr>
        <p:spPr bwMode="auto">
          <a:xfrm>
            <a:off x="22352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4" name="Rectangle 13">
            <a:extLst>
              <a:ext uri="{FF2B5EF4-FFF2-40B4-BE49-F238E27FC236}">
                <a16:creationId xmlns:a16="http://schemas.microsoft.com/office/drawing/2014/main" id="{B0BFCB0E-F613-1028-4A8F-37FD6AB2025B}"/>
              </a:ext>
            </a:extLst>
          </p:cNvPr>
          <p:cNvSpPr/>
          <p:nvPr/>
        </p:nvSpPr>
        <p:spPr bwMode="auto">
          <a:xfrm>
            <a:off x="2373313" y="2906216"/>
            <a:ext cx="99317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5" name="Oval 14">
            <a:extLst>
              <a:ext uri="{FF2B5EF4-FFF2-40B4-BE49-F238E27FC236}">
                <a16:creationId xmlns:a16="http://schemas.microsoft.com/office/drawing/2014/main" id="{A82CFD0B-4187-AB78-7156-52FAB2617FB8}"/>
              </a:ext>
            </a:extLst>
          </p:cNvPr>
          <p:cNvSpPr/>
          <p:nvPr/>
        </p:nvSpPr>
        <p:spPr bwMode="auto">
          <a:xfrm>
            <a:off x="2235200" y="278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graphicFrame>
        <p:nvGraphicFramePr>
          <p:cNvPr id="19" name="Table 18">
            <a:extLst>
              <a:ext uri="{FF2B5EF4-FFF2-40B4-BE49-F238E27FC236}">
                <a16:creationId xmlns:a16="http://schemas.microsoft.com/office/drawing/2014/main" id="{36D3A9EB-4F55-9B73-0568-1D5343C9D8F0}"/>
              </a:ext>
            </a:extLst>
          </p:cNvPr>
          <p:cNvGraphicFramePr>
            <a:graphicFrameLocks noGrp="1"/>
          </p:cNvGraphicFramePr>
          <p:nvPr>
            <p:extLst>
              <p:ext uri="{D42A27DB-BD31-4B8C-83A1-F6EECF244321}">
                <p14:modId xmlns:p14="http://schemas.microsoft.com/office/powerpoint/2010/main" val="204843147"/>
              </p:ext>
            </p:extLst>
          </p:nvPr>
        </p:nvGraphicFramePr>
        <p:xfrm>
          <a:off x="7239000" y="647700"/>
          <a:ext cx="2616200" cy="1828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024893978"/>
                    </a:ext>
                  </a:extLst>
                </a:gridCol>
                <a:gridCol w="2336800">
                  <a:extLst>
                    <a:ext uri="{9D8B030D-6E8A-4147-A177-3AD203B41FA5}">
                      <a16:colId xmlns:a16="http://schemas.microsoft.com/office/drawing/2014/main" val="102853827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24049735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Source type: M3U playlist or </a:t>
                      </a:r>
                      <a:r>
                        <a:rPr lang="en-US" sz="800" b="0" i="0" dirty="0" err="1">
                          <a:solidFill>
                            <a:srgbClr val="000000"/>
                          </a:solidFill>
                          <a:latin typeface="Arial" panose="020B0604020202020204" pitchFamily="34" charset="0"/>
                        </a:rPr>
                        <a:t>Xtream</a:t>
                      </a:r>
                      <a:r>
                        <a:rPr lang="en-US" sz="800" b="0" i="0" dirty="0">
                          <a:solidFill>
                            <a:srgbClr val="000000"/>
                          </a:solidFill>
                          <a:latin typeface="Arial" panose="020B0604020202020204" pitchFamily="34" charset="0"/>
                        </a:rPr>
                        <a:t> </a:t>
                      </a:r>
                      <a:r>
                        <a:rPr lang="en-US" sz="800" b="0" i="0">
                          <a:solidFill>
                            <a:srgbClr val="000000"/>
                          </a:solidFill>
                          <a:latin typeface="Arial" panose="020B0604020202020204" pitchFamily="34" charset="0"/>
                        </a:rPr>
                        <a:t>Codes login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944104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Name shown in the </a:t>
                      </a:r>
                      <a:r>
                        <a:rPr lang="en-US" sz="800" b="0" i="0">
                          <a:solidFill>
                            <a:srgbClr val="000000"/>
                          </a:solidFill>
                          <a:latin typeface="Arial" panose="020B0604020202020204" pitchFamily="34" charset="0"/>
                        </a:rPr>
                        <a:t>source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3065084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URL (M3U/</a:t>
                      </a:r>
                      <a:r>
                        <a:rPr lang="en-US" sz="800" b="0" i="0">
                          <a:solidFill>
                            <a:srgbClr val="000000"/>
                          </a:solidFill>
                          <a:latin typeface="Arial" panose="020B0604020202020204" pitchFamily="34" charset="0"/>
                        </a:rPr>
                        <a:t>M3U8)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79628925"/>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(XMLTV) URL</a:t>
                      </a:r>
                      <a:r>
                        <a:rPr lang="en-US" sz="800" b="0" i="0">
                          <a:solidFill>
                            <a:srgbClr val="000000"/>
                          </a:solidFill>
                          <a:latin typeface="Arial" panose="020B0604020202020204" pitchFamily="34" charset="0"/>
                        </a:rPr>
                        <a:t>, 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39863403"/>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Check and save: downloads the playlist and </a:t>
                      </a:r>
                      <a:r>
                        <a:rPr lang="en-US" sz="800" b="0" i="0">
                          <a:solidFill>
                            <a:srgbClr val="000000"/>
                          </a:solidFill>
                          <a:latin typeface="Arial" panose="020B0604020202020204" pitchFamily="34" charset="0"/>
                        </a:rPr>
                        <a:t>saves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05628063"/>
                  </a:ext>
                </a:extLst>
              </a:tr>
              <a:tr h="127000">
                <a:tc gridSpan="2">
                  <a:txBody>
                    <a:bodyPr/>
                    <a:lstStyle/>
                    <a:p>
                      <a:pPr latinLnBrk="0" algn="ctr"/>
                      <a:r>
                        <a:rPr lang="en-US" sz="800" b="1" i="0" dirty="0">
                          <a:solidFill>
                            <a:srgbClr val="000000"/>
                          </a:solidFill>
                          <a:latin typeface="Arial" panose="020B0604020202020204" pitchFamily="34" charset="0"/>
                        </a:rPr>
                        <a:t>Test playlist (no account </a:t>
                      </a:r>
                      <a:r>
                        <a:rPr lang="en-US" sz="800" b="1" i="0">
                          <a:solidFill>
                            <a:srgbClr val="000000"/>
                          </a:solidFill>
                          <a:latin typeface="Arial" panose="020B0604020202020204" pitchFamily="34" charset="0"/>
                        </a:rPr>
                        <a:t>needed)</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179233010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&lt;test playlist </a:t>
                      </a:r>
                      <a:r>
                        <a:rPr lang="en-US" sz="800" b="0" i="0">
                          <a:solidFill>
                            <a:srgbClr val="000000"/>
                          </a:solidFill>
                          <a:latin typeface="Arial" panose="020B0604020202020204" pitchFamily="34" charset="0"/>
                        </a:rPr>
                        <a:t>URL&gt;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05564957"/>
                  </a:ext>
                </a:extLst>
              </a:tr>
              <a:tr h="127000">
                <a:tc gridSpan="2">
                  <a:txBody>
                    <a:bodyPr/>
                    <a:lstStyle/>
                    <a:p>
                      <a:pPr latinLnBrk="0" algn="ctr"/>
                      <a:r>
                        <a:rPr lang="en-US" sz="800" b="1" i="0" dirty="0" err="1">
                          <a:solidFill>
                            <a:srgbClr val="000000"/>
                          </a:solidFill>
                          <a:latin typeface="Arial" panose="020B0604020202020204" pitchFamily="34" charset="0"/>
                        </a:rPr>
                        <a:t>Xtream</a:t>
                      </a:r>
                      <a:r>
                        <a:rPr lang="en-US" sz="800" b="1" i="0" dirty="0">
                          <a:solidFill>
                            <a:srgbClr val="000000"/>
                          </a:solidFill>
                          <a:latin typeface="Arial" panose="020B0604020202020204" pitchFamily="34" charset="0"/>
                        </a:rPr>
                        <a:t> Codes </a:t>
                      </a:r>
                      <a:r>
                        <a:rPr lang="en-US" sz="800" b="1" i="0">
                          <a:solidFill>
                            <a:srgbClr val="000000"/>
                          </a:solidFill>
                          <a:latin typeface="Arial" panose="020B0604020202020204" pitchFamily="34" charset="0"/>
                        </a:rPr>
                        <a:t>test account</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1349113301"/>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Needs an account from an IPTV provider; not supplied. The M3U path covers the same </a:t>
                      </a:r>
                      <a:r>
                        <a:rPr lang="en-US" sz="800" b="0" i="0">
                          <a:solidFill>
                            <a:srgbClr val="000000"/>
                          </a:solidFill>
                          <a:latin typeface="Arial" panose="020B0604020202020204" pitchFamily="34" charset="0"/>
                        </a:rPr>
                        <a:t>screens.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14085411"/>
                  </a:ext>
                </a:extLst>
              </a:tr>
              <a:tr h="127000">
                <a:tc gridSpan="2">
                  <a:txBody>
                    <a:bodyPr/>
                    <a:lstStyle/>
                    <a:p>
                      <a:pPr latinLnBrk="0" algn="ctr"/>
                      <a:r>
                        <a:rPr lang="en-US" sz="800" b="1" i="0">
                          <a:solidFill>
                            <a:srgbClr val="000000"/>
                          </a:solidFill>
                          <a:latin typeface="Arial" panose="020B0604020202020204" pitchFamily="34" charset="0"/>
                        </a:rPr>
                        <a:t>Activation codes</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479774824"/>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Not applicable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92990572"/>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8B9D973-89CB-F47D-1015-AB4477B1322D}"/>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Shown while no playlist has been added. After the playlist is saved, Home opens.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leaves the app through the system (exit popup or Home screen, depending on the webOS </a:t>
            </a:r>
            <a:r>
              <a:rPr lang="en-US" altLang="ko-KR" sz="900">
                <a:latin typeface="Arial" pitchFamily="34" charset="0"/>
                <a:ea typeface="굴림" panose="020B0600000101010101" pitchFamily="50" charset="-127"/>
                <a:cs typeface="Arial" pitchFamily="34" charset="0"/>
              </a:rPr>
              <a:t>version).</a:t>
            </a:r>
            <a:endParaRPr lang="en-US" altLang="ko-KR" sz="900" dirty="0">
              <a:latin typeface="Arial" pitchFamily="34" charset="0"/>
              <a:ea typeface="굴림" panose="020B0600000101010101" pitchFamily="50" charset="-127"/>
              <a:cs typeface="Arial" pitchFamily="34" charset="0"/>
            </a:endParaRPr>
          </a:p>
        </p:txBody>
      </p:sp>
      <p:sp>
        <p:nvSpPr>
          <p:cNvPr id="26628" name="TextBox 5">
            <a:extLst>
              <a:ext uri="{FF2B5EF4-FFF2-40B4-BE49-F238E27FC236}">
                <a16:creationId xmlns:a16="http://schemas.microsoft.com/office/drawing/2014/main" id="{A4937109-85E1-3388-EFA4-753CF3F58771}"/>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Start page (first launch)</a:t>
            </a:r>
          </a:p>
        </p:txBody>
      </p:sp>
      <p:sp>
        <p:nvSpPr>
          <p:cNvPr id="17" name="텍스트 개체 틀 16">
            <a:extLst>
              <a:ext uri="{FF2B5EF4-FFF2-40B4-BE49-F238E27FC236}">
                <a16:creationId xmlns:a16="http://schemas.microsoft.com/office/drawing/2014/main" id="{EE754320-DDD1-451C-E2C6-5271E640569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E41FBA84-22F9-BC60-189F-3005B74009B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EBE69AFE-9896-427F-28D2-CA057A7BD254}"/>
              </a:ext>
            </a:extLst>
          </p:cNvPr>
          <p:cNvSpPr/>
          <p:nvPr/>
        </p:nvSpPr>
        <p:spPr bwMode="auto">
          <a:xfrm>
            <a:off x="3355578" y="1803896"/>
            <a:ext cx="654844" cy="8458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FE4EAAC3-F4C1-F0B1-B8C0-617B4EA2CD39}"/>
              </a:ext>
            </a:extLst>
          </p:cNvPr>
          <p:cNvSpPr/>
          <p:nvPr/>
        </p:nvSpPr>
        <p:spPr bwMode="auto">
          <a:xfrm>
            <a:off x="3213100" y="1676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09E6AFE3-21D3-CE85-5D01-CE97C7C04F18}"/>
              </a:ext>
            </a:extLst>
          </p:cNvPr>
          <p:cNvSpPr/>
          <p:nvPr/>
        </p:nvSpPr>
        <p:spPr bwMode="auto">
          <a:xfrm>
            <a:off x="2073176" y="3004443"/>
            <a:ext cx="3219648" cy="27285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54F03787-0BAC-5E0B-7DC1-BDF50CA91F8D}"/>
              </a:ext>
            </a:extLst>
          </p:cNvPr>
          <p:cNvSpPr/>
          <p:nvPr/>
        </p:nvSpPr>
        <p:spPr bwMode="auto">
          <a:xfrm>
            <a:off x="1930400" y="2882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22EE8FE7-0979-8944-4126-E14AEE1427A5}"/>
              </a:ext>
            </a:extLst>
          </p:cNvPr>
          <p:cNvSpPr/>
          <p:nvPr/>
        </p:nvSpPr>
        <p:spPr bwMode="auto">
          <a:xfrm>
            <a:off x="3224609" y="3408263"/>
            <a:ext cx="916782" cy="31650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B4BBDEB4-D088-6926-568C-11C0011180EE}"/>
              </a:ext>
            </a:extLst>
          </p:cNvPr>
          <p:cNvSpPr/>
          <p:nvPr/>
        </p:nvSpPr>
        <p:spPr bwMode="auto">
          <a:xfrm>
            <a:off x="3086100" y="3276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AD95A4BA-705E-6F93-4BD3-F628EACA4C3C}"/>
              </a:ext>
            </a:extLst>
          </p:cNvPr>
          <p:cNvGraphicFramePr>
            <a:graphicFrameLocks noGrp="1"/>
          </p:cNvGraphicFramePr>
          <p:nvPr>
            <p:extLst>
              <p:ext uri="{D42A27DB-BD31-4B8C-83A1-F6EECF244321}">
                <p14:modId xmlns:p14="http://schemas.microsoft.com/office/powerpoint/2010/main" val="2245581292"/>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347687469"/>
                    </a:ext>
                  </a:extLst>
                </a:gridCol>
                <a:gridCol w="2336800">
                  <a:extLst>
                    <a:ext uri="{9D8B030D-6E8A-4147-A177-3AD203B41FA5}">
                      <a16:colId xmlns:a16="http://schemas.microsoft.com/office/drawing/2014/main" val="91449192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58938426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icon </a:t>
                      </a:r>
                      <a:r>
                        <a:rPr lang="en-US" sz="800" b="0" i="0">
                          <a:solidFill>
                            <a:srgbClr val="000000"/>
                          </a:solidFill>
                          <a:latin typeface="Arial" panose="020B0604020202020204" pitchFamily="34" charset="0"/>
                        </a:rPr>
                        <a:t>and title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72378993"/>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Notice: the app includes </a:t>
                      </a:r>
                      <a:r>
                        <a:rPr lang="en-US" sz="800" b="0" i="0">
                          <a:solidFill>
                            <a:srgbClr val="000000"/>
                          </a:solidFill>
                          <a:latin typeface="Arial" panose="020B0604020202020204" pitchFamily="34" charset="0"/>
                        </a:rPr>
                        <a:t>no 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087111133"/>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 playlist: opens the playlist form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9427339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664BB42-CA19-1A37-7477-9449EDE3E514}"/>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move through the sidebar or the channel list; Right/Left move between them; CH +/- page through the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Hold OK on a channel for its menu (see 6-5). The red key adds or removes a favorite.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on Home leaves the app through the </a:t>
            </a:r>
            <a:r>
              <a:rPr lang="en-US" altLang="ko-KR" sz="900">
                <a:latin typeface="Arial" pitchFamily="34" charset="0"/>
                <a:ea typeface="굴림" panose="020B0600000101010101" pitchFamily="50" charset="-127"/>
                <a:cs typeface="Arial" pitchFamily="34" charset="0"/>
              </a:rPr>
              <a:t>system.</a:t>
            </a:r>
            <a:endParaRPr lang="en-US" altLang="ko-KR" sz="900" dirty="0">
              <a:latin typeface="Arial" pitchFamily="34" charset="0"/>
              <a:ea typeface="굴림" panose="020B0600000101010101" pitchFamily="50" charset="-127"/>
              <a:cs typeface="Arial" pitchFamily="34" charset="0"/>
            </a:endParaRPr>
          </a:p>
        </p:txBody>
      </p:sp>
      <p:sp>
        <p:nvSpPr>
          <p:cNvPr id="28676" name="TextBox 5">
            <a:extLst>
              <a:ext uri="{FF2B5EF4-FFF2-40B4-BE49-F238E27FC236}">
                <a16:creationId xmlns:a16="http://schemas.microsoft.com/office/drawing/2014/main" id="{74D9C441-613B-A54C-4CED-C0F29D01DB63}"/>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Home</a:t>
            </a:r>
          </a:p>
        </p:txBody>
      </p:sp>
      <p:sp>
        <p:nvSpPr>
          <p:cNvPr id="17" name="텍스트 개체 틀 16">
            <a:extLst>
              <a:ext uri="{FF2B5EF4-FFF2-40B4-BE49-F238E27FC236}">
                <a16:creationId xmlns:a16="http://schemas.microsoft.com/office/drawing/2014/main" id="{5895FFB9-DEB2-7F73-E2AB-32D8BDCF5403}"/>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2DC7108-82A5-2789-61C2-8D040432E2C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5C7E98A3-CB01-5AAF-3DE4-F1C8BB063FCA}"/>
              </a:ext>
            </a:extLst>
          </p:cNvPr>
          <p:cNvSpPr/>
          <p:nvPr/>
        </p:nvSpPr>
        <p:spPr bwMode="auto">
          <a:xfrm>
            <a:off x="627063" y="1492845"/>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D1E99EBF-427D-5E06-A37B-575F88ABEC2C}"/>
              </a:ext>
            </a:extLst>
          </p:cNvPr>
          <p:cNvSpPr/>
          <p:nvPr/>
        </p:nvSpPr>
        <p:spPr bwMode="auto">
          <a:xfrm>
            <a:off x="482600" y="1371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4CEEF59E-2B7E-8634-56D2-478F3F289A34}"/>
              </a:ext>
            </a:extLst>
          </p:cNvPr>
          <p:cNvSpPr/>
          <p:nvPr/>
        </p:nvSpPr>
        <p:spPr bwMode="auto">
          <a:xfrm>
            <a:off x="627063" y="1754783"/>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FD2ABF7E-1B31-328D-549D-789490A9653B}"/>
              </a:ext>
            </a:extLst>
          </p:cNvPr>
          <p:cNvSpPr/>
          <p:nvPr/>
        </p:nvSpPr>
        <p:spPr bwMode="auto">
          <a:xfrm>
            <a:off x="482600" y="1625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99C756D4-7CBC-87FB-CB3B-63A4DBF620BD}"/>
              </a:ext>
            </a:extLst>
          </p:cNvPr>
          <p:cNvSpPr/>
          <p:nvPr/>
        </p:nvSpPr>
        <p:spPr bwMode="auto">
          <a:xfrm>
            <a:off x="627063" y="2016720"/>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D130A1B6-597D-03C0-37B4-154314779028}"/>
              </a:ext>
            </a:extLst>
          </p:cNvPr>
          <p:cNvSpPr/>
          <p:nvPr/>
        </p:nvSpPr>
        <p:spPr bwMode="auto">
          <a:xfrm>
            <a:off x="482600" y="1892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8ADF28BC-1440-33DE-CE77-A65C9C187DD7}"/>
              </a:ext>
            </a:extLst>
          </p:cNvPr>
          <p:cNvSpPr/>
          <p:nvPr/>
        </p:nvSpPr>
        <p:spPr bwMode="auto">
          <a:xfrm>
            <a:off x="627063" y="2344142"/>
            <a:ext cx="1429742" cy="61118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BF720F95-3B79-861A-19C6-21A9CC7DB242}"/>
              </a:ext>
            </a:extLst>
          </p:cNvPr>
          <p:cNvSpPr/>
          <p:nvPr/>
        </p:nvSpPr>
        <p:spPr bwMode="auto">
          <a:xfrm>
            <a:off x="482600" y="2222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19D4545E-3A32-DB0D-7893-B5AD7170FE5F}"/>
              </a:ext>
            </a:extLst>
          </p:cNvPr>
          <p:cNvSpPr/>
          <p:nvPr/>
        </p:nvSpPr>
        <p:spPr bwMode="auto">
          <a:xfrm>
            <a:off x="627063" y="2988072"/>
            <a:ext cx="1429742" cy="1527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15E44F10-29EE-FBC0-6AC9-842382D18B7D}"/>
              </a:ext>
            </a:extLst>
          </p:cNvPr>
          <p:cNvSpPr/>
          <p:nvPr/>
        </p:nvSpPr>
        <p:spPr bwMode="auto">
          <a:xfrm>
            <a:off x="482600" y="285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765659D3-3C3B-5D0A-0BEE-9BD3E547BDB9}"/>
              </a:ext>
            </a:extLst>
          </p:cNvPr>
          <p:cNvSpPr/>
          <p:nvPr/>
        </p:nvSpPr>
        <p:spPr bwMode="auto">
          <a:xfrm>
            <a:off x="2395141" y="1640185"/>
            <a:ext cx="4409281" cy="26193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5B2536A9-DE99-B7C5-94DA-F8325DEDDE15}"/>
              </a:ext>
            </a:extLst>
          </p:cNvPr>
          <p:cNvSpPr/>
          <p:nvPr/>
        </p:nvSpPr>
        <p:spPr bwMode="auto">
          <a:xfrm>
            <a:off x="2260600" y="151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AA333026-798C-964F-90AC-6FF0CE0DEAFB}"/>
              </a:ext>
            </a:extLst>
          </p:cNvPr>
          <p:cNvSpPr/>
          <p:nvPr/>
        </p:nvSpPr>
        <p:spPr bwMode="auto">
          <a:xfrm>
            <a:off x="6509742" y="1645642"/>
            <a:ext cx="240110" cy="2401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E7F00C2B-6341-F25F-DD9A-2A0D2CB4EB69}"/>
              </a:ext>
            </a:extLst>
          </p:cNvPr>
          <p:cNvSpPr/>
          <p:nvPr/>
        </p:nvSpPr>
        <p:spPr bwMode="auto">
          <a:xfrm>
            <a:off x="6375400" y="1524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9BF0D1F4-741A-F75C-D03C-7B2BDFECEB24}"/>
              </a:ext>
            </a:extLst>
          </p:cNvPr>
          <p:cNvSpPr/>
          <p:nvPr/>
        </p:nvSpPr>
        <p:spPr bwMode="auto">
          <a:xfrm>
            <a:off x="6138664" y="1132681"/>
            <a:ext cx="65484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8B3F0C9F-0442-AD37-C98F-D58431DAC03D}"/>
              </a:ext>
            </a:extLst>
          </p:cNvPr>
          <p:cNvSpPr/>
          <p:nvPr/>
        </p:nvSpPr>
        <p:spPr bwMode="auto">
          <a:xfrm>
            <a:off x="5994400" y="100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sp>
        <p:nvSpPr>
          <p:cNvPr id="23" name="Rectangle 22">
            <a:extLst>
              <a:ext uri="{FF2B5EF4-FFF2-40B4-BE49-F238E27FC236}">
                <a16:creationId xmlns:a16="http://schemas.microsoft.com/office/drawing/2014/main" id="{116590A0-5EA0-1220-FE0A-D72E6C1B150E}"/>
              </a:ext>
            </a:extLst>
          </p:cNvPr>
          <p:cNvSpPr/>
          <p:nvPr/>
        </p:nvSpPr>
        <p:spPr bwMode="auto">
          <a:xfrm>
            <a:off x="2362398" y="4488755"/>
            <a:ext cx="1964532"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4" name="Oval 23">
            <a:extLst>
              <a:ext uri="{FF2B5EF4-FFF2-40B4-BE49-F238E27FC236}">
                <a16:creationId xmlns:a16="http://schemas.microsoft.com/office/drawing/2014/main" id="{02E4970A-FD39-EEF9-250F-D9C822F13B1C}"/>
              </a:ext>
            </a:extLst>
          </p:cNvPr>
          <p:cNvSpPr/>
          <p:nvPr/>
        </p:nvSpPr>
        <p:spPr bwMode="auto">
          <a:xfrm>
            <a:off x="2222500" y="435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9</a:t>
            </a:r>
          </a:p>
        </p:txBody>
      </p:sp>
      <p:graphicFrame>
        <p:nvGraphicFramePr>
          <p:cNvPr id="25" name="Table 24">
            <a:extLst>
              <a:ext uri="{FF2B5EF4-FFF2-40B4-BE49-F238E27FC236}">
                <a16:creationId xmlns:a16="http://schemas.microsoft.com/office/drawing/2014/main" id="{F3E77BFC-6D31-AACF-D5D0-734008076B25}"/>
              </a:ext>
            </a:extLst>
          </p:cNvPr>
          <p:cNvGraphicFramePr>
            <a:graphicFrameLocks noGrp="1"/>
          </p:cNvGraphicFramePr>
          <p:nvPr>
            <p:extLst>
              <p:ext uri="{D42A27DB-BD31-4B8C-83A1-F6EECF244321}">
                <p14:modId xmlns:p14="http://schemas.microsoft.com/office/powerpoint/2010/main" val="166901498"/>
              </p:ext>
            </p:extLst>
          </p:nvPr>
        </p:nvGraphicFramePr>
        <p:xfrm>
          <a:off x="7239000" y="647700"/>
          <a:ext cx="2616200" cy="1524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372287501"/>
                    </a:ext>
                  </a:extLst>
                </a:gridCol>
                <a:gridCol w="2336800">
                  <a:extLst>
                    <a:ext uri="{9D8B030D-6E8A-4147-A177-3AD203B41FA5}">
                      <a16:colId xmlns:a16="http://schemas.microsoft.com/office/drawing/2014/main" val="160815140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31859493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find channels </a:t>
                      </a:r>
                      <a:r>
                        <a:rPr lang="en-US" sz="800" b="0" i="0">
                          <a:solidFill>
                            <a:srgbClr val="000000"/>
                          </a:solidFill>
                          <a:latin typeface="Arial" panose="020B0604020202020204" pitchFamily="34" charset="0"/>
                        </a:rPr>
                        <a:t>by name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2031018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a:t>
                      </a:r>
                      <a:r>
                        <a:rPr lang="en-US" sz="800" b="0" i="0" err="1">
                          <a:solidFill>
                            <a:srgbClr val="000000"/>
                          </a:solidFill>
                          <a:latin typeface="Arial" panose="020B0604020202020204" pitchFamily="34" charset="0"/>
                        </a:rPr>
                        <a:t>programme</a:t>
                      </a:r>
                      <a:r>
                        <a:rPr lang="en-US" sz="800" b="0" i="0">
                          <a:solidFill>
                            <a:srgbClr val="000000"/>
                          </a:solidFill>
                          <a:latin typeface="Arial" panose="020B0604020202020204" pitchFamily="34" charset="0"/>
                        </a:rPr>
                        <a:t> grid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1089764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65224896"/>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Favorites, Recent and All channels,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21466873"/>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categories; the list on the right follows </a:t>
                      </a:r>
                      <a:r>
                        <a:rPr lang="en-US" sz="800" b="0" i="0">
                          <a:solidFill>
                            <a:srgbClr val="000000"/>
                          </a:solidFill>
                          <a:latin typeface="Arial" panose="020B0604020202020204" pitchFamily="34" charset="0"/>
                        </a:rPr>
                        <a:t>the focus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2758568"/>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and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on now. OK </a:t>
                      </a:r>
                      <a:r>
                        <a:rPr lang="en-US" sz="800" b="0" i="0">
                          <a:solidFill>
                            <a:srgbClr val="000000"/>
                          </a:solidFill>
                          <a:latin typeface="Arial" panose="020B0604020202020204" pitchFamily="34" charset="0"/>
                        </a:rPr>
                        <a:t>plays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43364941"/>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then OK (or </a:t>
                      </a:r>
                      <a:r>
                        <a:rPr lang="en-US" sz="800" b="0" i="0">
                          <a:solidFill>
                            <a:srgbClr val="000000"/>
                          </a:solidFill>
                          <a:latin typeface="Arial" panose="020B0604020202020204" pitchFamily="34" charset="0"/>
                        </a:rPr>
                        <a:t>click)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2274615"/>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of channels in </a:t>
                      </a:r>
                      <a:r>
                        <a:rPr lang="en-US" sz="800" b="0" i="0">
                          <a:solidFill>
                            <a:srgbClr val="000000"/>
                          </a:solidFill>
                          <a:latin typeface="Arial" panose="020B0604020202020204" pitchFamily="34" charset="0"/>
                        </a:rPr>
                        <a:t>the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21673194"/>
                  </a:ext>
                </a:extLst>
              </a:tr>
              <a:tr h="127000">
                <a:tc>
                  <a:txBody>
                    <a:bodyPr/>
                    <a:lstStyle/>
                    <a:p>
                      <a:pPr latinLnBrk="0" algn="ctr"/>
                      <a:r>
                        <a:rPr lang="en-US" sz="800" b="0" i="0">
                          <a:solidFill>
                            <a:srgbClr val="000000"/>
                          </a:solidFill>
                          <a:latin typeface="Arial" panose="020B0604020202020204" pitchFamily="34" charset="0"/>
                        </a:rPr>
                        <a:t>9</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9976786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C72BE09-152E-87E0-2845-75B8D1401B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info bar shows when the channel changes and hides after 5 seconds; Left/Right or Info show it with its buttons.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or CH +/- change the channel; number keys go to a channel; OK opens the channel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hides the bar, then returns to Home. If the network drops, a message shows and playback resumes by </a:t>
            </a:r>
            <a:r>
              <a:rPr lang="en-US" altLang="ko-KR" sz="900">
                <a:latin typeface="Arial" pitchFamily="34" charset="0"/>
                <a:ea typeface="굴림" panose="020B0600000101010101" pitchFamily="50" charset="-127"/>
                <a:cs typeface="Arial" pitchFamily="34" charset="0"/>
              </a:rPr>
              <a:t>itself.</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76B05E14-0493-2F65-F7B4-9072C53460AE}"/>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Player</a:t>
            </a:r>
          </a:p>
        </p:txBody>
      </p:sp>
      <p:sp>
        <p:nvSpPr>
          <p:cNvPr id="17" name="텍스트 개체 틀 16">
            <a:extLst>
              <a:ext uri="{FF2B5EF4-FFF2-40B4-BE49-F238E27FC236}">
                <a16:creationId xmlns:a16="http://schemas.microsoft.com/office/drawing/2014/main" id="{5E7533A3-5499-8DB0-5550-3101FD1ABBB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566E925-026B-E0B4-7C5D-F89342EE435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302B224D-2F5E-ABAA-6A5E-CFD73981DA31}"/>
              </a:ext>
            </a:extLst>
          </p:cNvPr>
          <p:cNvSpPr/>
          <p:nvPr/>
        </p:nvSpPr>
        <p:spPr bwMode="auto">
          <a:xfrm>
            <a:off x="790773" y="3670201"/>
            <a:ext cx="2510235"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C2152B13-0469-E31D-A5B0-2BF443693A90}"/>
              </a:ext>
            </a:extLst>
          </p:cNvPr>
          <p:cNvSpPr/>
          <p:nvPr/>
        </p:nvSpPr>
        <p:spPr bwMode="auto">
          <a:xfrm>
            <a:off x="647700" y="354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C63A7B2F-02C2-A917-0067-3437879C5060}"/>
              </a:ext>
            </a:extLst>
          </p:cNvPr>
          <p:cNvSpPr/>
          <p:nvPr/>
        </p:nvSpPr>
        <p:spPr bwMode="auto">
          <a:xfrm>
            <a:off x="5511105" y="3817541"/>
            <a:ext cx="1255118" cy="24010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4C6B09DA-6179-395F-7D56-F5E7611CA40F}"/>
              </a:ext>
            </a:extLst>
          </p:cNvPr>
          <p:cNvSpPr/>
          <p:nvPr/>
        </p:nvSpPr>
        <p:spPr bwMode="auto">
          <a:xfrm>
            <a:off x="5372100" y="3695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C262305A-E37A-7EAE-857E-E659F9078EFF}"/>
              </a:ext>
            </a:extLst>
          </p:cNvPr>
          <p:cNvSpPr/>
          <p:nvPr/>
        </p:nvSpPr>
        <p:spPr bwMode="auto">
          <a:xfrm>
            <a:off x="648891" y="4254103"/>
            <a:ext cx="70941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BFB27252-2CDC-B95A-A15D-4026F52922D4}"/>
              </a:ext>
            </a:extLst>
          </p:cNvPr>
          <p:cNvSpPr/>
          <p:nvPr/>
        </p:nvSpPr>
        <p:spPr bwMode="auto">
          <a:xfrm>
            <a:off x="5080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71D291FD-38F6-BEB5-7FB0-E04BE6688A76}"/>
              </a:ext>
            </a:extLst>
          </p:cNvPr>
          <p:cNvSpPr/>
          <p:nvPr/>
        </p:nvSpPr>
        <p:spPr bwMode="auto">
          <a:xfrm>
            <a:off x="1369219" y="4254103"/>
            <a:ext cx="100409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EB206547-9B8A-81EF-BE13-4B535A2EFA58}"/>
              </a:ext>
            </a:extLst>
          </p:cNvPr>
          <p:cNvSpPr/>
          <p:nvPr/>
        </p:nvSpPr>
        <p:spPr bwMode="auto">
          <a:xfrm>
            <a:off x="12319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631C6578-7617-CCFC-3C62-A742A4FA1B1F}"/>
              </a:ext>
            </a:extLst>
          </p:cNvPr>
          <p:cNvSpPr/>
          <p:nvPr/>
        </p:nvSpPr>
        <p:spPr bwMode="auto">
          <a:xfrm>
            <a:off x="2395141" y="4254103"/>
            <a:ext cx="1495226"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A08DC0B2-4D61-6973-E1D4-EF925E179C31}"/>
              </a:ext>
            </a:extLst>
          </p:cNvPr>
          <p:cNvSpPr/>
          <p:nvPr/>
        </p:nvSpPr>
        <p:spPr bwMode="auto">
          <a:xfrm>
            <a:off x="2260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98AD8CD8-34F8-E013-D87C-31D5C42498E0}"/>
              </a:ext>
            </a:extLst>
          </p:cNvPr>
          <p:cNvSpPr/>
          <p:nvPr/>
        </p:nvSpPr>
        <p:spPr bwMode="auto">
          <a:xfrm>
            <a:off x="3923109" y="4254103"/>
            <a:ext cx="67667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94F46C84-E400-9BC6-3F94-0F6A67B6B868}"/>
              </a:ext>
            </a:extLst>
          </p:cNvPr>
          <p:cNvSpPr/>
          <p:nvPr/>
        </p:nvSpPr>
        <p:spPr bwMode="auto">
          <a:xfrm>
            <a:off x="3784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01E7C629-A59D-D33D-2E04-BD4A768ADB79}"/>
              </a:ext>
            </a:extLst>
          </p:cNvPr>
          <p:cNvSpPr/>
          <p:nvPr/>
        </p:nvSpPr>
        <p:spPr bwMode="auto">
          <a:xfrm>
            <a:off x="4632523" y="4254103"/>
            <a:ext cx="829469"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D7A905CD-D1E7-4749-7AB0-EB572F8B76B4}"/>
              </a:ext>
            </a:extLst>
          </p:cNvPr>
          <p:cNvSpPr/>
          <p:nvPr/>
        </p:nvSpPr>
        <p:spPr bwMode="auto">
          <a:xfrm>
            <a:off x="44958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99551D10-5C3C-5839-3E92-342FA12368B5}"/>
              </a:ext>
            </a:extLst>
          </p:cNvPr>
          <p:cNvSpPr/>
          <p:nvPr/>
        </p:nvSpPr>
        <p:spPr bwMode="auto">
          <a:xfrm>
            <a:off x="5483820" y="4254103"/>
            <a:ext cx="91678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548A6CB2-A16F-7F31-23AA-8E8BB43638EB}"/>
              </a:ext>
            </a:extLst>
          </p:cNvPr>
          <p:cNvSpPr/>
          <p:nvPr/>
        </p:nvSpPr>
        <p:spPr bwMode="auto">
          <a:xfrm>
            <a:off x="53467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graphicFrame>
        <p:nvGraphicFramePr>
          <p:cNvPr id="23" name="Table 22">
            <a:extLst>
              <a:ext uri="{FF2B5EF4-FFF2-40B4-BE49-F238E27FC236}">
                <a16:creationId xmlns:a16="http://schemas.microsoft.com/office/drawing/2014/main" id="{06AA97D6-16BF-D05A-4E35-4A982A352027}"/>
              </a:ext>
            </a:extLst>
          </p:cNvPr>
          <p:cNvGraphicFramePr>
            <a:graphicFrameLocks noGrp="1"/>
          </p:cNvGraphicFramePr>
          <p:nvPr>
            <p:extLst>
              <p:ext uri="{D42A27DB-BD31-4B8C-83A1-F6EECF244321}">
                <p14:modId xmlns:p14="http://schemas.microsoft.com/office/powerpoint/2010/main" val="531806918"/>
              </p:ext>
            </p:extLst>
          </p:nvPr>
        </p:nvGraphicFramePr>
        <p:xfrm>
          <a:off x="7239000" y="647700"/>
          <a:ext cx="2616200" cy="1371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304316496"/>
                    </a:ext>
                  </a:extLst>
                </a:gridCol>
                <a:gridCol w="2336800">
                  <a:extLst>
                    <a:ext uri="{9D8B030D-6E8A-4147-A177-3AD203B41FA5}">
                      <a16:colId xmlns:a16="http://schemas.microsoft.com/office/drawing/2014/main" val="2487002424"/>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23526933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now </a:t>
                      </a:r>
                      <a:r>
                        <a:rPr lang="en-US" sz="800" b="0" i="0">
                          <a:solidFill>
                            <a:srgbClr val="000000"/>
                          </a:solidFill>
                          <a:latin typeface="Arial" panose="020B0604020202020204" pitchFamily="34" charset="0"/>
                        </a:rPr>
                        <a:t>and next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9307149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progress </a:t>
                      </a:r>
                      <a:r>
                        <a:rPr lang="en-US" sz="800" b="0" i="0">
                          <a:solidFill>
                            <a:srgbClr val="000000"/>
                          </a:solidFill>
                          <a:latin typeface="Arial" panose="020B0604020202020204" pitchFamily="34" charset="0"/>
                        </a:rPr>
                        <a:t>and clock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3969321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 </a:t>
                      </a:r>
                      <a:r>
                        <a:rPr lang="en-US" sz="800" b="0" i="0">
                          <a:solidFill>
                            <a:srgbClr val="000000"/>
                          </a:solidFill>
                          <a:latin typeface="Arial" panose="020B0604020202020204" pitchFamily="34" charset="0"/>
                        </a:rPr>
                        <a:t>/ Pause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4060559"/>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list (see </a:t>
                      </a:r>
                      <a:r>
                        <a:rPr lang="en-US" sz="800" b="0" i="0">
                          <a:solidFill>
                            <a:srgbClr val="000000"/>
                          </a:solidFill>
                          <a:latin typeface="Arial" panose="020B0604020202020204" pitchFamily="34" charset="0"/>
                        </a:rPr>
                        <a:t>6-2)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4188504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41131914"/>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Audio track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001604"/>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Subtitles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09569732"/>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Picture mode: Fit, Zoom, Fill, 16:9</a:t>
                      </a:r>
                      <a:r>
                        <a:rPr lang="en-US" sz="800" b="0" i="0">
                          <a:solidFill>
                            <a:srgbClr val="000000"/>
                          </a:solidFill>
                          <a:latin typeface="Arial" panose="020B0604020202020204" pitchFamily="34" charset="0"/>
                        </a:rPr>
                        <a:t>, 4:3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0876146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C72BE09-152E-87E0-2845-75B8D1401B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Opens over the video on the current channel. Left/Right move between categories and channels.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OK on a channel switches to it and closes the list. Back closes the </a:t>
            </a:r>
            <a:r>
              <a:rPr lang="en-US" altLang="ko-KR" sz="900">
                <a:latin typeface="Arial" pitchFamily="34" charset="0"/>
                <a:ea typeface="굴림" panose="020B0600000101010101" pitchFamily="50" charset="-127"/>
                <a:cs typeface="Arial" pitchFamily="34" charset="0"/>
              </a:rPr>
              <a:t>list.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76B05E14-0493-2F65-F7B4-9072C53460AE}"/>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Channel list (OK in the player)</a:t>
            </a:r>
          </a:p>
        </p:txBody>
      </p:sp>
      <p:sp>
        <p:nvSpPr>
          <p:cNvPr id="17" name="텍스트 개체 틀 16">
            <a:extLst>
              <a:ext uri="{FF2B5EF4-FFF2-40B4-BE49-F238E27FC236}">
                <a16:creationId xmlns:a16="http://schemas.microsoft.com/office/drawing/2014/main" id="{5E7533A3-5499-8DB0-5550-3101FD1ABBB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70180706-2F31-C316-D6A6-9628CFFF476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EC50160D-0051-013E-D4C9-2C734361CC5B}"/>
              </a:ext>
            </a:extLst>
          </p:cNvPr>
          <p:cNvSpPr/>
          <p:nvPr/>
        </p:nvSpPr>
        <p:spPr bwMode="auto">
          <a:xfrm>
            <a:off x="599777" y="1176338"/>
            <a:ext cx="791270"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C90B4BF6-305F-E723-3F40-9C81FBADE73A}"/>
              </a:ext>
            </a:extLst>
          </p:cNvPr>
          <p:cNvSpPr/>
          <p:nvPr/>
        </p:nvSpPr>
        <p:spPr bwMode="auto">
          <a:xfrm>
            <a:off x="4572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18028B15-5547-93A7-6524-2DD1573BE2DD}"/>
              </a:ext>
            </a:extLst>
          </p:cNvPr>
          <p:cNvSpPr/>
          <p:nvPr/>
        </p:nvSpPr>
        <p:spPr bwMode="auto">
          <a:xfrm>
            <a:off x="1412875" y="1176338"/>
            <a:ext cx="802184"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F4887F83-55D4-3204-A659-528D5238ABC5}"/>
              </a:ext>
            </a:extLst>
          </p:cNvPr>
          <p:cNvSpPr/>
          <p:nvPr/>
        </p:nvSpPr>
        <p:spPr bwMode="auto">
          <a:xfrm>
            <a:off x="12700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72BFF836-B803-7DA3-F8B7-B35F54B275F8}"/>
              </a:ext>
            </a:extLst>
          </p:cNvPr>
          <p:cNvSpPr/>
          <p:nvPr/>
        </p:nvSpPr>
        <p:spPr bwMode="auto">
          <a:xfrm>
            <a:off x="616148" y="1394619"/>
            <a:ext cx="1582540" cy="264666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D0F2F011-2292-544A-09FE-D3E3D28ABA17}"/>
              </a:ext>
            </a:extLst>
          </p:cNvPr>
          <p:cNvSpPr/>
          <p:nvPr/>
        </p:nvSpPr>
        <p:spPr bwMode="auto">
          <a:xfrm>
            <a:off x="482600" y="1270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65BA4235-4AFF-B06C-DDC1-F99405AECD54}"/>
              </a:ext>
            </a:extLst>
          </p:cNvPr>
          <p:cNvSpPr/>
          <p:nvPr/>
        </p:nvSpPr>
        <p:spPr bwMode="auto">
          <a:xfrm>
            <a:off x="2362398" y="1165423"/>
            <a:ext cx="3175993" cy="1855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56E791AE-C515-1E11-ADC3-AAA8D646EC01}"/>
              </a:ext>
            </a:extLst>
          </p:cNvPr>
          <p:cNvSpPr/>
          <p:nvPr/>
        </p:nvSpPr>
        <p:spPr bwMode="auto">
          <a:xfrm>
            <a:off x="2222500" y="104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A1F9F26F-F696-1CF0-4599-D68480642716}"/>
              </a:ext>
            </a:extLst>
          </p:cNvPr>
          <p:cNvSpPr/>
          <p:nvPr/>
        </p:nvSpPr>
        <p:spPr bwMode="auto">
          <a:xfrm>
            <a:off x="2335113" y="1383705"/>
            <a:ext cx="3230563" cy="321964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294260A0-BED0-D844-DC7B-DCAFF4E80BF8}"/>
              </a:ext>
            </a:extLst>
          </p:cNvPr>
          <p:cNvSpPr/>
          <p:nvPr/>
        </p:nvSpPr>
        <p:spPr bwMode="auto">
          <a:xfrm>
            <a:off x="21971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A8918C67-3E97-0510-F87F-4DC41C353F5E}"/>
              </a:ext>
            </a:extLst>
          </p:cNvPr>
          <p:cNvSpPr/>
          <p:nvPr/>
        </p:nvSpPr>
        <p:spPr bwMode="auto">
          <a:xfrm>
            <a:off x="5254625" y="1678384"/>
            <a:ext cx="240109" cy="21828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05E7A68E-5FDB-4213-BE7E-ECFDB1BE42BB}"/>
              </a:ext>
            </a:extLst>
          </p:cNvPr>
          <p:cNvSpPr/>
          <p:nvPr/>
        </p:nvSpPr>
        <p:spPr bwMode="auto">
          <a:xfrm>
            <a:off x="5118100" y="1549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73691B69-27E4-9430-E702-FECD73F29130}"/>
              </a:ext>
            </a:extLst>
          </p:cNvPr>
          <p:cNvGraphicFramePr>
            <a:graphicFrameLocks noGrp="1"/>
          </p:cNvGraphicFramePr>
          <p:nvPr>
            <p:extLst>
              <p:ext uri="{D42A27DB-BD31-4B8C-83A1-F6EECF244321}">
                <p14:modId xmlns:p14="http://schemas.microsoft.com/office/powerpoint/2010/main" val="1750982370"/>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495447003"/>
                    </a:ext>
                  </a:extLst>
                </a:gridCol>
                <a:gridCol w="2336800">
                  <a:extLst>
                    <a:ext uri="{9D8B030D-6E8A-4147-A177-3AD203B41FA5}">
                      <a16:colId xmlns:a16="http://schemas.microsoft.com/office/drawing/2014/main" val="63419859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472664707"/>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Search</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347969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TV guide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99516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Categories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8842218"/>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Category and position in </a:t>
                      </a:r>
                      <a:r>
                        <a:rPr lang="en-US" sz="800" b="0" i="0">
                          <a:solidFill>
                            <a:srgbClr val="000000"/>
                          </a:solidFill>
                          <a:latin typeface="Arial" panose="020B0604020202020204" pitchFamily="34" charset="0"/>
                        </a:rPr>
                        <a:t>the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6601298"/>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Channels; the blue mark shows the channel </a:t>
                      </a:r>
                      <a:r>
                        <a:rPr lang="en-US" sz="800" b="0" i="0">
                          <a:solidFill>
                            <a:srgbClr val="000000"/>
                          </a:solidFill>
                          <a:latin typeface="Arial" panose="020B0604020202020204" pitchFamily="34" charset="0"/>
                        </a:rPr>
                        <a:t>playing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87957420"/>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26766190"/>
                  </a:ext>
                </a:extLst>
              </a:tr>
            </a:tbl>
          </a:graphicData>
        </a:graphic>
      </p:graphicFrame>
    </p:spTree>
    <p:extLst>
      <p:ext uri="{BB962C8B-B14F-4D97-AF65-F5344CB8AC3E}">
        <p14:creationId xmlns:p14="http://schemas.microsoft.com/office/powerpoint/2010/main" val="38521918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C72BE09-152E-87E0-2845-75B8D1401B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Arrow keys move through </a:t>
            </a:r>
            <a:r>
              <a:rPr lang="en-US" altLang="ko-KR" sz="900" dirty="0" err="1">
                <a:latin typeface="Arial" pitchFamily="34" charset="0"/>
                <a:ea typeface="굴림" panose="020B0600000101010101" pitchFamily="50" charset="-127"/>
                <a:cs typeface="Arial" pitchFamily="34" charset="0"/>
              </a:rPr>
              <a:t>programmes</a:t>
            </a:r>
            <a:r>
              <a:rPr lang="en-US" altLang="ko-KR" sz="900" dirty="0">
                <a:latin typeface="Arial" pitchFamily="34" charset="0"/>
                <a:ea typeface="굴림" panose="020B0600000101010101" pitchFamily="50" charset="-127"/>
                <a:cs typeface="Arial" pitchFamily="34" charset="0"/>
              </a:rPr>
              <a:t> and channels; CH +/- page; the wheel scrolls. OK on a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on air plays its channel.</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Guide data comes from XMLTV named in the playlist, in Settings, or by the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server.</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test playlist has no guide data, so its rows read "No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a:t>
            </a:r>
            <a:r>
              <a:rPr lang="en-US" altLang="ko-KR" sz="900">
                <a:latin typeface="Arial" pitchFamily="34" charset="0"/>
                <a:ea typeface="굴림" panose="020B0600000101010101" pitchFamily="50" charset="-127"/>
                <a:cs typeface="Arial" pitchFamily="34" charset="0"/>
              </a:rPr>
              <a:t>information".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76B05E14-0493-2F65-F7B4-9072C53460AE}"/>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3. TV guide</a:t>
            </a:r>
          </a:p>
        </p:txBody>
      </p:sp>
      <p:sp>
        <p:nvSpPr>
          <p:cNvPr id="17" name="텍스트 개체 틀 16">
            <a:extLst>
              <a:ext uri="{FF2B5EF4-FFF2-40B4-BE49-F238E27FC236}">
                <a16:creationId xmlns:a16="http://schemas.microsoft.com/office/drawing/2014/main" id="{5E7533A3-5499-8DB0-5550-3101FD1ABBB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04197BB1-37FD-0246-0D73-193B0784377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66E147F2-1D84-E6A8-EC42-FAC44BDCDE41}"/>
              </a:ext>
            </a:extLst>
          </p:cNvPr>
          <p:cNvSpPr/>
          <p:nvPr/>
        </p:nvSpPr>
        <p:spPr bwMode="auto">
          <a:xfrm>
            <a:off x="517922" y="1105396"/>
            <a:ext cx="2837656"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0C44E905-3EB9-8E71-A3D5-BADE3C9DC0B9}"/>
              </a:ext>
            </a:extLst>
          </p:cNvPr>
          <p:cNvSpPr/>
          <p:nvPr/>
        </p:nvSpPr>
        <p:spPr bwMode="auto">
          <a:xfrm>
            <a:off x="3810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AE0BFC02-E796-665E-A1E9-D3E4AF30FF88}"/>
              </a:ext>
            </a:extLst>
          </p:cNvPr>
          <p:cNvSpPr/>
          <p:nvPr/>
        </p:nvSpPr>
        <p:spPr bwMode="auto">
          <a:xfrm>
            <a:off x="1827609" y="1732955"/>
            <a:ext cx="4993184"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4C2C8158-FC1A-9237-A451-6CB4476D0D41}"/>
              </a:ext>
            </a:extLst>
          </p:cNvPr>
          <p:cNvSpPr/>
          <p:nvPr/>
        </p:nvSpPr>
        <p:spPr bwMode="auto">
          <a:xfrm>
            <a:off x="1689100" y="1600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7B3BAB6-3650-E0B2-06D1-BF34DA9B4A43}"/>
              </a:ext>
            </a:extLst>
          </p:cNvPr>
          <p:cNvSpPr/>
          <p:nvPr/>
        </p:nvSpPr>
        <p:spPr bwMode="auto">
          <a:xfrm>
            <a:off x="517922" y="1951236"/>
            <a:ext cx="1309687" cy="24010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AEF99DDA-FD62-F9F6-A652-236956F561E7}"/>
              </a:ext>
            </a:extLst>
          </p:cNvPr>
          <p:cNvSpPr/>
          <p:nvPr/>
        </p:nvSpPr>
        <p:spPr bwMode="auto">
          <a:xfrm>
            <a:off x="381000" y="1828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FD0B12FD-07FE-E7A9-C03A-2E11EC7A2295}"/>
              </a:ext>
            </a:extLst>
          </p:cNvPr>
          <p:cNvSpPr/>
          <p:nvPr/>
        </p:nvSpPr>
        <p:spPr bwMode="auto">
          <a:xfrm>
            <a:off x="1827609" y="1907580"/>
            <a:ext cx="4993184" cy="244475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6EBD668E-BC5F-2A83-B9E7-318A3DA60875}"/>
              </a:ext>
            </a:extLst>
          </p:cNvPr>
          <p:cNvSpPr/>
          <p:nvPr/>
        </p:nvSpPr>
        <p:spPr bwMode="auto">
          <a:xfrm>
            <a:off x="1689100" y="1778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6BFECCFE-7603-487C-FE15-998FAC6717A9}"/>
              </a:ext>
            </a:extLst>
          </p:cNvPr>
          <p:cNvSpPr/>
          <p:nvPr/>
        </p:nvSpPr>
        <p:spPr bwMode="auto">
          <a:xfrm>
            <a:off x="2389684" y="2213173"/>
            <a:ext cx="1669851"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9B907566-8AC5-A9A7-17D7-E19152684528}"/>
              </a:ext>
            </a:extLst>
          </p:cNvPr>
          <p:cNvSpPr/>
          <p:nvPr/>
        </p:nvSpPr>
        <p:spPr bwMode="auto">
          <a:xfrm>
            <a:off x="2247900" y="2082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15571D11-9332-2748-E37D-3E1D072D37FD}"/>
              </a:ext>
            </a:extLst>
          </p:cNvPr>
          <p:cNvSpPr/>
          <p:nvPr/>
        </p:nvSpPr>
        <p:spPr bwMode="auto">
          <a:xfrm>
            <a:off x="517922" y="4385072"/>
            <a:ext cx="2673945" cy="14188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F5D90FA1-4586-576C-1557-B037A46F4AE8}"/>
              </a:ext>
            </a:extLst>
          </p:cNvPr>
          <p:cNvSpPr/>
          <p:nvPr/>
        </p:nvSpPr>
        <p:spPr bwMode="auto">
          <a:xfrm>
            <a:off x="381000" y="4254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D9252370-AF1E-2B08-27EC-E8FC1938607D}"/>
              </a:ext>
            </a:extLst>
          </p:cNvPr>
          <p:cNvGraphicFramePr>
            <a:graphicFrameLocks noGrp="1"/>
          </p:cNvGraphicFramePr>
          <p:nvPr>
            <p:extLst>
              <p:ext uri="{D42A27DB-BD31-4B8C-83A1-F6EECF244321}">
                <p14:modId xmlns:p14="http://schemas.microsoft.com/office/powerpoint/2010/main" val="1671932510"/>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273271406"/>
                    </a:ext>
                  </a:extLst>
                </a:gridCol>
                <a:gridCol w="2336800">
                  <a:extLst>
                    <a:ext uri="{9D8B030D-6E8A-4147-A177-3AD203B41FA5}">
                      <a16:colId xmlns:a16="http://schemas.microsoft.com/office/drawing/2014/main" val="4227073728"/>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37168420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Focused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channel, time, title</a:t>
                      </a:r>
                      <a:r>
                        <a:rPr lang="en-US" sz="800" b="0" i="0">
                          <a:solidFill>
                            <a:srgbClr val="000000"/>
                          </a:solidFill>
                          <a:latin typeface="Arial" panose="020B0604020202020204" pitchFamily="34" charset="0"/>
                        </a:rPr>
                        <a:t>, description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11893771"/>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Date and </a:t>
                      </a:r>
                      <a:r>
                        <a:rPr lang="en-US" sz="800" b="0" i="0">
                          <a:solidFill>
                            <a:srgbClr val="000000"/>
                          </a:solidFill>
                          <a:latin typeface="Arial" panose="020B0604020202020204" pitchFamily="34" charset="0"/>
                        </a:rPr>
                        <a:t>time scale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8225337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83701857"/>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Programmes</a:t>
                      </a:r>
                      <a:r>
                        <a:rPr lang="en-US" sz="800" b="0" i="0" dirty="0">
                          <a:solidFill>
                            <a:srgbClr val="000000"/>
                          </a:solidFill>
                          <a:latin typeface="Arial" panose="020B0604020202020204" pitchFamily="34" charset="0"/>
                        </a:rPr>
                        <a:t>; the red line marks the </a:t>
                      </a:r>
                      <a:r>
                        <a:rPr lang="en-US" sz="800" b="0" i="0">
                          <a:solidFill>
                            <a:srgbClr val="000000"/>
                          </a:solidFill>
                          <a:latin typeface="Arial" panose="020B0604020202020204" pitchFamily="34" charset="0"/>
                        </a:rPr>
                        <a:t>current time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62938754"/>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Focused programme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181719"/>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04769429"/>
                  </a:ext>
                </a:extLst>
              </a:tr>
            </a:tbl>
          </a:graphicData>
        </a:graphic>
      </p:graphicFrame>
    </p:spTree>
    <p:extLst>
      <p:ext uri="{BB962C8B-B14F-4D97-AF65-F5344CB8AC3E}">
        <p14:creationId xmlns:p14="http://schemas.microsoft.com/office/powerpoint/2010/main" val="24777804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C72BE09-152E-87E0-2845-75B8D1401B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Search ignores case and accents and matches any part of a channel name.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Down moves from the field to the results. Back closes the keyboard, then the </a:t>
            </a:r>
            <a:r>
              <a:rPr lang="en-US" altLang="ko-KR" sz="900">
                <a:latin typeface="Arial" pitchFamily="34" charset="0"/>
                <a:ea typeface="굴림" panose="020B0600000101010101" pitchFamily="50" charset="-127"/>
                <a:cs typeface="Arial" pitchFamily="34" charset="0"/>
              </a:rPr>
              <a:t>screen.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76B05E14-0493-2F65-F7B4-9072C53460AE}"/>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4. Search</a:t>
            </a:r>
          </a:p>
        </p:txBody>
      </p:sp>
      <p:sp>
        <p:nvSpPr>
          <p:cNvPr id="17" name="텍스트 개체 틀 16">
            <a:extLst>
              <a:ext uri="{FF2B5EF4-FFF2-40B4-BE49-F238E27FC236}">
                <a16:creationId xmlns:a16="http://schemas.microsoft.com/office/drawing/2014/main" id="{5E7533A3-5499-8DB0-5550-3101FD1ABBB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5C8FF44B-7D81-80C3-DA04-EBC7A831DD6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32B37BEF-D0FD-F311-6757-1F86E4718C1D}"/>
              </a:ext>
            </a:extLst>
          </p:cNvPr>
          <p:cNvSpPr/>
          <p:nvPr/>
        </p:nvSpPr>
        <p:spPr bwMode="auto">
          <a:xfrm>
            <a:off x="2373313" y="1110853"/>
            <a:ext cx="4452937"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383815E8-A10E-187C-72D6-9AD5F380EB85}"/>
              </a:ext>
            </a:extLst>
          </p:cNvPr>
          <p:cNvSpPr/>
          <p:nvPr/>
        </p:nvSpPr>
        <p:spPr bwMode="auto">
          <a:xfrm>
            <a:off x="22352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1DFCBAE-0E5A-FC9F-35CC-24B280179412}"/>
              </a:ext>
            </a:extLst>
          </p:cNvPr>
          <p:cNvSpPr/>
          <p:nvPr/>
        </p:nvSpPr>
        <p:spPr bwMode="auto">
          <a:xfrm>
            <a:off x="2340570" y="1574701"/>
            <a:ext cx="545703"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DFD7354D-03A2-73E9-0CCC-BAC1B0922F91}"/>
              </a:ext>
            </a:extLst>
          </p:cNvPr>
          <p:cNvSpPr/>
          <p:nvPr/>
        </p:nvSpPr>
        <p:spPr bwMode="auto">
          <a:xfrm>
            <a:off x="21971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85AD9D8C-038E-33D6-DFEC-B2154D7C2385}"/>
              </a:ext>
            </a:extLst>
          </p:cNvPr>
          <p:cNvSpPr/>
          <p:nvPr/>
        </p:nvSpPr>
        <p:spPr bwMode="auto">
          <a:xfrm>
            <a:off x="2395141" y="1831181"/>
            <a:ext cx="4409281" cy="180082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F2313353-6339-B7E8-253C-F864E06BB059}"/>
              </a:ext>
            </a:extLst>
          </p:cNvPr>
          <p:cNvSpPr/>
          <p:nvPr/>
        </p:nvSpPr>
        <p:spPr bwMode="auto">
          <a:xfrm>
            <a:off x="2260600" y="1701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612918B8-DBB7-E900-1F0F-483FEC23059F}"/>
              </a:ext>
            </a:extLst>
          </p:cNvPr>
          <p:cNvSpPr/>
          <p:nvPr/>
        </p:nvSpPr>
        <p:spPr bwMode="auto">
          <a:xfrm>
            <a:off x="6509742" y="1874838"/>
            <a:ext cx="240110" cy="21828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10442951-AEFB-5830-4E1F-1177B2BE0D6F}"/>
              </a:ext>
            </a:extLst>
          </p:cNvPr>
          <p:cNvSpPr/>
          <p:nvPr/>
        </p:nvSpPr>
        <p:spPr bwMode="auto">
          <a:xfrm>
            <a:off x="6375400" y="1752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50682920-8627-004F-F49B-E07939485421}"/>
              </a:ext>
            </a:extLst>
          </p:cNvPr>
          <p:cNvGraphicFramePr>
            <a:graphicFrameLocks noGrp="1"/>
          </p:cNvGraphicFramePr>
          <p:nvPr>
            <p:extLst>
              <p:ext uri="{D42A27DB-BD31-4B8C-83A1-F6EECF244321}">
                <p14:modId xmlns:p14="http://schemas.microsoft.com/office/powerpoint/2010/main" val="2052337343"/>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118161617"/>
                    </a:ext>
                  </a:extLst>
                </a:gridCol>
                <a:gridCol w="2336800">
                  <a:extLst>
                    <a:ext uri="{9D8B030D-6E8A-4147-A177-3AD203B41FA5}">
                      <a16:colId xmlns:a16="http://schemas.microsoft.com/office/drawing/2014/main" val="3284868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959667214"/>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field: OK opens the </a:t>
                      </a:r>
                      <a:r>
                        <a:rPr lang="en-US" sz="800" b="0" i="0">
                          <a:solidFill>
                            <a:srgbClr val="000000"/>
                          </a:solidFill>
                          <a:latin typeface="Arial" panose="020B0604020202020204" pitchFamily="34" charset="0"/>
                        </a:rPr>
                        <a:t>LG keyboard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6332288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a:t>
                      </a:r>
                      <a:r>
                        <a:rPr lang="en-US" sz="800" b="0" i="0">
                          <a:solidFill>
                            <a:srgbClr val="000000"/>
                          </a:solidFill>
                          <a:latin typeface="Arial" panose="020B0604020202020204" pitchFamily="34" charset="0"/>
                        </a:rPr>
                        <a:t>of results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6448100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Results update while typing. OK plays </a:t>
                      </a:r>
                      <a:r>
                        <a:rPr lang="en-US" sz="800" b="0" i="0">
                          <a:solidFill>
                            <a:srgbClr val="000000"/>
                          </a:solidFill>
                          <a:latin typeface="Arial" panose="020B0604020202020204" pitchFamily="34" charset="0"/>
                        </a:rPr>
                        <a:t>the channel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86195530"/>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40558417"/>
                  </a:ext>
                </a:extLst>
              </a:tr>
            </a:tbl>
          </a:graphicData>
        </a:graphic>
      </p:graphicFrame>
    </p:spTree>
    <p:extLst>
      <p:ext uri="{BB962C8B-B14F-4D97-AF65-F5344CB8AC3E}">
        <p14:creationId xmlns:p14="http://schemas.microsoft.com/office/powerpoint/2010/main" val="17342671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C72BE09-152E-87E0-2845-75B8D1401B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In Favorites the menu also offers Move: Up/Down reorder the channel and OK finishes.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closes the </a:t>
            </a:r>
            <a:r>
              <a:rPr lang="en-US" altLang="ko-KR" sz="900">
                <a:latin typeface="Arial" pitchFamily="34" charset="0"/>
                <a:ea typeface="굴림" panose="020B0600000101010101" pitchFamily="50" charset="-127"/>
                <a:cs typeface="Arial" pitchFamily="34" charset="0"/>
              </a:rPr>
              <a:t>menu.</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76B05E14-0493-2F65-F7B4-9072C53460AE}"/>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5. Channel menu (hold OK on a channel)</a:t>
            </a:r>
          </a:p>
        </p:txBody>
      </p:sp>
      <p:sp>
        <p:nvSpPr>
          <p:cNvPr id="17" name="텍스트 개체 틀 16">
            <a:extLst>
              <a:ext uri="{FF2B5EF4-FFF2-40B4-BE49-F238E27FC236}">
                <a16:creationId xmlns:a16="http://schemas.microsoft.com/office/drawing/2014/main" id="{5E7533A3-5499-8DB0-5550-3101FD1ABBB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2BF00E18-6EFB-6D7E-F8FA-6528D4B4680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4D0FE42D-4D3F-DEE6-0CC8-A74A7C269BAE}"/>
              </a:ext>
            </a:extLst>
          </p:cNvPr>
          <p:cNvSpPr/>
          <p:nvPr/>
        </p:nvSpPr>
        <p:spPr bwMode="auto">
          <a:xfrm>
            <a:off x="2127746" y="2431455"/>
            <a:ext cx="3110508" cy="9004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F96795AA-00AA-E0AF-E449-90670A069292}"/>
              </a:ext>
            </a:extLst>
          </p:cNvPr>
          <p:cNvSpPr/>
          <p:nvPr/>
        </p:nvSpPr>
        <p:spPr bwMode="auto">
          <a:xfrm>
            <a:off x="19939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9E62069D-51D8-FDE3-E26F-F78EA56767E3}"/>
              </a:ext>
            </a:extLst>
          </p:cNvPr>
          <p:cNvSpPr/>
          <p:nvPr/>
        </p:nvSpPr>
        <p:spPr bwMode="auto">
          <a:xfrm>
            <a:off x="2275086" y="2868017"/>
            <a:ext cx="1407914"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2756F0CE-00CB-9740-9184-DC9D29456048}"/>
              </a:ext>
            </a:extLst>
          </p:cNvPr>
          <p:cNvSpPr/>
          <p:nvPr/>
        </p:nvSpPr>
        <p:spPr bwMode="auto">
          <a:xfrm>
            <a:off x="21336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3E49BFDA-8548-DF44-6D2B-F640C0BDACFB}"/>
              </a:ext>
            </a:extLst>
          </p:cNvPr>
          <p:cNvSpPr/>
          <p:nvPr/>
        </p:nvSpPr>
        <p:spPr bwMode="auto">
          <a:xfrm>
            <a:off x="3693914" y="2868017"/>
            <a:ext cx="1375172"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932391F-A70E-1422-D6DB-2C4B6C1F593B}"/>
              </a:ext>
            </a:extLst>
          </p:cNvPr>
          <p:cNvSpPr/>
          <p:nvPr/>
        </p:nvSpPr>
        <p:spPr bwMode="auto">
          <a:xfrm>
            <a:off x="35560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9EBC400F-612C-8E0E-DB4F-0F46FC24A133}"/>
              </a:ext>
            </a:extLst>
          </p:cNvPr>
          <p:cNvGraphicFramePr>
            <a:graphicFrameLocks noGrp="1"/>
          </p:cNvGraphicFramePr>
          <p:nvPr>
            <p:extLst>
              <p:ext uri="{D42A27DB-BD31-4B8C-83A1-F6EECF244321}">
                <p14:modId xmlns:p14="http://schemas.microsoft.com/office/powerpoint/2010/main" val="1678370291"/>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878626548"/>
                    </a:ext>
                  </a:extLst>
                </a:gridCol>
                <a:gridCol w="2336800">
                  <a:extLst>
                    <a:ext uri="{9D8B030D-6E8A-4147-A177-3AD203B41FA5}">
                      <a16:colId xmlns:a16="http://schemas.microsoft.com/office/drawing/2014/main" val="234082694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42476744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 menu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7664724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6403226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64118325"/>
                  </a:ext>
                </a:extLst>
              </a:tr>
            </a:tbl>
          </a:graphicData>
        </a:graphic>
      </p:graphicFrame>
    </p:spTree>
    <p:extLst>
      <p:ext uri="{BB962C8B-B14F-4D97-AF65-F5344CB8AC3E}">
        <p14:creationId xmlns:p14="http://schemas.microsoft.com/office/powerpoint/2010/main" val="3722038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C72BE09-152E-87E0-2845-75B8D1401B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Codes sources also show the account's expiry date and connection </a:t>
            </a:r>
            <a:r>
              <a:rPr lang="en-US" altLang="ko-KR" sz="900">
                <a:latin typeface="Arial" pitchFamily="34" charset="0"/>
                <a:ea typeface="굴림" panose="020B0600000101010101" pitchFamily="50" charset="-127"/>
                <a:cs typeface="Arial" pitchFamily="34" charset="0"/>
              </a:rPr>
              <a:t>limit.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76B05E14-0493-2F65-F7B4-9072C53460AE}"/>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6. Settings: Sources</a:t>
            </a:r>
          </a:p>
        </p:txBody>
      </p:sp>
      <p:sp>
        <p:nvSpPr>
          <p:cNvPr id="17" name="텍스트 개체 틀 16">
            <a:extLst>
              <a:ext uri="{FF2B5EF4-FFF2-40B4-BE49-F238E27FC236}">
                <a16:creationId xmlns:a16="http://schemas.microsoft.com/office/drawing/2014/main" id="{5E7533A3-5499-8DB0-5550-3101FD1ABBB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3BC0EF29-D9A7-EFF2-6985-E2CE9C893FC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C61C2577-F325-55CF-35EA-8BD5D59EEFEB}"/>
              </a:ext>
            </a:extLst>
          </p:cNvPr>
          <p:cNvSpPr/>
          <p:nvPr/>
        </p:nvSpPr>
        <p:spPr bwMode="auto">
          <a:xfrm>
            <a:off x="507008" y="1460103"/>
            <a:ext cx="1669851"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192AD84E-16A3-6036-8621-FC996953F537}"/>
              </a:ext>
            </a:extLst>
          </p:cNvPr>
          <p:cNvSpPr/>
          <p:nvPr/>
        </p:nvSpPr>
        <p:spPr bwMode="auto">
          <a:xfrm>
            <a:off x="3683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BC1F5424-4E84-D011-A070-97D4C0AE9A9C}"/>
              </a:ext>
            </a:extLst>
          </p:cNvPr>
          <p:cNvSpPr/>
          <p:nvPr/>
        </p:nvSpPr>
        <p:spPr bwMode="auto">
          <a:xfrm>
            <a:off x="2373313" y="1383705"/>
            <a:ext cx="4452937" cy="40382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EE4E42E3-FD1F-2FCF-68C4-CFEFE2CB70AD}"/>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9B47BCBE-E017-49D9-5F95-42243B14931D}"/>
              </a:ext>
            </a:extLst>
          </p:cNvPr>
          <p:cNvSpPr/>
          <p:nvPr/>
        </p:nvSpPr>
        <p:spPr bwMode="auto">
          <a:xfrm>
            <a:off x="5167313" y="1438275"/>
            <a:ext cx="58935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FC897116-552A-A482-8251-AFEB26384A25}"/>
              </a:ext>
            </a:extLst>
          </p:cNvPr>
          <p:cNvSpPr/>
          <p:nvPr/>
        </p:nvSpPr>
        <p:spPr bwMode="auto">
          <a:xfrm>
            <a:off x="5029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85FBCCC9-43A5-A86A-FF8E-D1F9DD8BBF84}"/>
              </a:ext>
            </a:extLst>
          </p:cNvPr>
          <p:cNvSpPr/>
          <p:nvPr/>
        </p:nvSpPr>
        <p:spPr bwMode="auto">
          <a:xfrm>
            <a:off x="5800328" y="1438275"/>
            <a:ext cx="39290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E37F4669-E496-9D6B-AE57-A088AEEC97EA}"/>
              </a:ext>
            </a:extLst>
          </p:cNvPr>
          <p:cNvSpPr/>
          <p:nvPr/>
        </p:nvSpPr>
        <p:spPr bwMode="auto">
          <a:xfrm>
            <a:off x="5664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9154E8C4-736F-109B-25C8-C4029B6539E8}"/>
              </a:ext>
            </a:extLst>
          </p:cNvPr>
          <p:cNvSpPr/>
          <p:nvPr/>
        </p:nvSpPr>
        <p:spPr bwMode="auto">
          <a:xfrm>
            <a:off x="6236891" y="1438275"/>
            <a:ext cx="523875"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299CADE0-E92A-68C9-3590-DA81C9E8304B}"/>
              </a:ext>
            </a:extLst>
          </p:cNvPr>
          <p:cNvSpPr/>
          <p:nvPr/>
        </p:nvSpPr>
        <p:spPr bwMode="auto">
          <a:xfrm>
            <a:off x="60960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33D922F4-715F-0267-1FFB-35774466E242}"/>
              </a:ext>
            </a:extLst>
          </p:cNvPr>
          <p:cNvSpPr/>
          <p:nvPr/>
        </p:nvSpPr>
        <p:spPr bwMode="auto">
          <a:xfrm>
            <a:off x="2373313" y="1853009"/>
            <a:ext cx="85129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98E03921-AB09-E9EC-4028-0AF94C74C8DC}"/>
              </a:ext>
            </a:extLst>
          </p:cNvPr>
          <p:cNvSpPr/>
          <p:nvPr/>
        </p:nvSpPr>
        <p:spPr bwMode="auto">
          <a:xfrm>
            <a:off x="2235200" y="1727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748981B2-DF7C-FC81-D7B6-C666A92E2933}"/>
              </a:ext>
            </a:extLst>
          </p:cNvPr>
          <p:cNvGraphicFramePr>
            <a:graphicFrameLocks noGrp="1"/>
          </p:cNvGraphicFramePr>
          <p:nvPr>
            <p:extLst>
              <p:ext uri="{D42A27DB-BD31-4B8C-83A1-F6EECF244321}">
                <p14:modId xmlns:p14="http://schemas.microsoft.com/office/powerpoint/2010/main" val="4250836293"/>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445554238"/>
                    </a:ext>
                  </a:extLst>
                </a:gridCol>
                <a:gridCol w="2336800">
                  <a:extLst>
                    <a:ext uri="{9D8B030D-6E8A-4147-A177-3AD203B41FA5}">
                      <a16:colId xmlns:a16="http://schemas.microsoft.com/office/drawing/2014/main" val="3371081164"/>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31538185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 sections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8718032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type, channels, </a:t>
                      </a:r>
                      <a:r>
                        <a:rPr lang="en-US" sz="800" b="0" i="0">
                          <a:solidFill>
                            <a:srgbClr val="000000"/>
                          </a:solidFill>
                          <a:latin typeface="Arial" panose="020B0604020202020204" pitchFamily="34" charset="0"/>
                        </a:rPr>
                        <a:t>last update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1569619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Refresh: download the </a:t>
                      </a:r>
                      <a:r>
                        <a:rPr lang="en-US" sz="800" b="0" i="0">
                          <a:solidFill>
                            <a:srgbClr val="000000"/>
                          </a:solidFill>
                          <a:latin typeface="Arial" panose="020B0604020202020204" pitchFamily="34" charset="0"/>
                        </a:rPr>
                        <a:t>playlist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95591352"/>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Edit </a:t>
                      </a:r>
                      <a:r>
                        <a:rPr lang="en-US" sz="800" b="0" i="0">
                          <a:solidFill>
                            <a:srgbClr val="000000"/>
                          </a:solidFill>
                          <a:latin typeface="Arial" panose="020B0604020202020204" pitchFamily="34" charset="0"/>
                        </a:rPr>
                        <a:t>the playlist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7217066"/>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Delete (asks for </a:t>
                      </a:r>
                      <a:r>
                        <a:rPr lang="en-US" sz="800" b="0" i="0">
                          <a:solidFill>
                            <a:srgbClr val="000000"/>
                          </a:solidFill>
                          <a:latin typeface="Arial" panose="020B0604020202020204" pitchFamily="34" charset="0"/>
                        </a:rPr>
                        <a:t>confirmation)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9762919"/>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another playlist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8669353"/>
                  </a:ext>
                </a:extLst>
              </a:tr>
            </a:tbl>
          </a:graphicData>
        </a:graphic>
      </p:graphicFrame>
    </p:spTree>
    <p:extLst>
      <p:ext uri="{BB962C8B-B14F-4D97-AF65-F5344CB8AC3E}">
        <p14:creationId xmlns:p14="http://schemas.microsoft.com/office/powerpoint/2010/main" val="10377681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C72BE09-152E-87E0-2845-75B8D1401B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guide also refreshes by itself at the chosen </a:t>
            </a:r>
            <a:r>
              <a:rPr lang="en-US" altLang="ko-KR" sz="900">
                <a:latin typeface="Arial" pitchFamily="34" charset="0"/>
                <a:ea typeface="굴림" panose="020B0600000101010101" pitchFamily="50" charset="-127"/>
                <a:cs typeface="Arial" pitchFamily="34" charset="0"/>
              </a:rPr>
              <a:t>interval.</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76B05E14-0493-2F65-F7B4-9072C53460AE}"/>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7. Settings: TV guide</a:t>
            </a:r>
          </a:p>
        </p:txBody>
      </p:sp>
      <p:sp>
        <p:nvSpPr>
          <p:cNvPr id="17" name="텍스트 개체 틀 16">
            <a:extLst>
              <a:ext uri="{FF2B5EF4-FFF2-40B4-BE49-F238E27FC236}">
                <a16:creationId xmlns:a16="http://schemas.microsoft.com/office/drawing/2014/main" id="{5E7533A3-5499-8DB0-5550-3101FD1ABBB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27CE3F70-E19A-8DC0-87BD-3B892F5C657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C99FD9F3-1CE4-2B40-D81E-87A737339A18}"/>
              </a:ext>
            </a:extLst>
          </p:cNvPr>
          <p:cNvSpPr/>
          <p:nvPr/>
        </p:nvSpPr>
        <p:spPr bwMode="auto">
          <a:xfrm>
            <a:off x="2362398" y="1378248"/>
            <a:ext cx="2564805" cy="53478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65E0CE64-6379-B72E-273C-8338928092FB}"/>
              </a:ext>
            </a:extLst>
          </p:cNvPr>
          <p:cNvSpPr/>
          <p:nvPr/>
        </p:nvSpPr>
        <p:spPr bwMode="auto">
          <a:xfrm>
            <a:off x="22225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CEE85255-ADFD-7C37-37BB-623ABCED981E}"/>
              </a:ext>
            </a:extLst>
          </p:cNvPr>
          <p:cNvSpPr/>
          <p:nvPr/>
        </p:nvSpPr>
        <p:spPr bwMode="auto">
          <a:xfrm>
            <a:off x="2373313" y="2033091"/>
            <a:ext cx="3645296" cy="64393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CBE3AAC2-3C77-A8E5-F0B4-305844B2BFC0}"/>
              </a:ext>
            </a:extLst>
          </p:cNvPr>
          <p:cNvSpPr/>
          <p:nvPr/>
        </p:nvSpPr>
        <p:spPr bwMode="auto">
          <a:xfrm>
            <a:off x="2235200" y="1905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2A6F6743-7383-98EE-3ADF-E07743A5D7A2}"/>
              </a:ext>
            </a:extLst>
          </p:cNvPr>
          <p:cNvSpPr/>
          <p:nvPr/>
        </p:nvSpPr>
        <p:spPr bwMode="auto">
          <a:xfrm>
            <a:off x="2373313" y="2747963"/>
            <a:ext cx="1833562" cy="50204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4267BC51-0DA9-B4A7-2F68-BEAC8126286D}"/>
              </a:ext>
            </a:extLst>
          </p:cNvPr>
          <p:cNvSpPr/>
          <p:nvPr/>
        </p:nvSpPr>
        <p:spPr bwMode="auto">
          <a:xfrm>
            <a:off x="2235200" y="2616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812FA022-93E4-C166-7E87-F6B0196FC5BA}"/>
              </a:ext>
            </a:extLst>
          </p:cNvPr>
          <p:cNvSpPr/>
          <p:nvPr/>
        </p:nvSpPr>
        <p:spPr bwMode="auto">
          <a:xfrm>
            <a:off x="2373313" y="3359150"/>
            <a:ext cx="1953617" cy="50204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9B72020B-9A6D-51B7-75A2-DA2D3E460EC4}"/>
              </a:ext>
            </a:extLst>
          </p:cNvPr>
          <p:cNvSpPr/>
          <p:nvPr/>
        </p:nvSpPr>
        <p:spPr bwMode="auto">
          <a:xfrm>
            <a:off x="2235200" y="3225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563ED372-D651-8246-7EA9-4855D25F4C58}"/>
              </a:ext>
            </a:extLst>
          </p:cNvPr>
          <p:cNvGraphicFramePr>
            <a:graphicFrameLocks noGrp="1"/>
          </p:cNvGraphicFramePr>
          <p:nvPr>
            <p:extLst>
              <p:ext uri="{D42A27DB-BD31-4B8C-83A1-F6EECF244321}">
                <p14:modId xmlns:p14="http://schemas.microsoft.com/office/powerpoint/2010/main" val="1331731100"/>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596629630"/>
                    </a:ext>
                  </a:extLst>
                </a:gridCol>
                <a:gridCol w="2336800">
                  <a:extLst>
                    <a:ext uri="{9D8B030D-6E8A-4147-A177-3AD203B41FA5}">
                      <a16:colId xmlns:a16="http://schemas.microsoft.com/office/drawing/2014/main" val="167114415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2303646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Guide status and Refresh </a:t>
                      </a:r>
                      <a:r>
                        <a:rPr lang="en-US" sz="800" b="0" i="0">
                          <a:solidFill>
                            <a:srgbClr val="000000"/>
                          </a:solidFill>
                          <a:latin typeface="Arial" panose="020B0604020202020204" pitchFamily="34" charset="0"/>
                        </a:rPr>
                        <a:t>guide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5120978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Extra XMLTV guide address for all sources (</a:t>
                      </a:r>
                      <a:r>
                        <a:rPr lang="en-US" sz="800" b="0" i="0">
                          <a:solidFill>
                            <a:srgbClr val="000000"/>
                          </a:solidFill>
                          <a:latin typeface="Arial" panose="020B0604020202020204" pitchFamily="34" charset="0"/>
                        </a:rPr>
                        <a:t>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46935348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Time offset for </a:t>
                      </a:r>
                      <a:r>
                        <a:rPr lang="en-US" sz="800" b="0" i="0">
                          <a:solidFill>
                            <a:srgbClr val="000000"/>
                          </a:solidFill>
                          <a:latin typeface="Arial" panose="020B0604020202020204" pitchFamily="34" charset="0"/>
                        </a:rPr>
                        <a:t>guide times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88063613"/>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Automatic </a:t>
                      </a:r>
                      <a:r>
                        <a:rPr lang="en-US" sz="800" b="0" i="0">
                          <a:solidFill>
                            <a:srgbClr val="000000"/>
                          </a:solidFill>
                          <a:latin typeface="Arial" panose="020B0604020202020204" pitchFamily="34" charset="0"/>
                        </a:rPr>
                        <a:t>refresh interval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27242695"/>
                  </a:ext>
                </a:extLst>
              </a:tr>
            </a:tbl>
          </a:graphicData>
        </a:graphic>
      </p:graphicFrame>
    </p:spTree>
    <p:extLst>
      <p:ext uri="{BB962C8B-B14F-4D97-AF65-F5344CB8AC3E}">
        <p14:creationId xmlns:p14="http://schemas.microsoft.com/office/powerpoint/2010/main" val="6886097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C72BE09-152E-87E0-2845-75B8D1401B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Setting a 4-digit PIN turns parental control on. The PIN is asked for before these settings can be changed.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This is how users protect adult content in their own playlists; the app has no content of its </a:t>
            </a:r>
            <a:r>
              <a:rPr lang="en-US" altLang="ko-KR" sz="900">
                <a:latin typeface="Arial" pitchFamily="34" charset="0"/>
                <a:ea typeface="굴림" panose="020B0600000101010101" pitchFamily="50" charset="-127"/>
                <a:cs typeface="Arial" pitchFamily="34" charset="0"/>
              </a:rPr>
              <a:t>own.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76B05E14-0493-2F65-F7B4-9072C53460AE}"/>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8. Settings: Parental control</a:t>
            </a:r>
          </a:p>
        </p:txBody>
      </p:sp>
      <p:sp>
        <p:nvSpPr>
          <p:cNvPr id="17" name="텍스트 개체 틀 16">
            <a:extLst>
              <a:ext uri="{FF2B5EF4-FFF2-40B4-BE49-F238E27FC236}">
                <a16:creationId xmlns:a16="http://schemas.microsoft.com/office/drawing/2014/main" id="{5E7533A3-5499-8DB0-5550-3101FD1ABBB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67B06BDC-7B42-7937-AF33-7091786672C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0DDF9A89-2456-A0DE-9FEA-5BBE331AFEF1}"/>
              </a:ext>
            </a:extLst>
          </p:cNvPr>
          <p:cNvSpPr/>
          <p:nvPr/>
        </p:nvSpPr>
        <p:spPr bwMode="auto">
          <a:xfrm>
            <a:off x="2373313" y="1383705"/>
            <a:ext cx="1440656" cy="28376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267B73DA-FDAE-651A-C4B7-F0A887CDF2F9}"/>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5B5E4157-1E32-096D-1372-D12FAB2A72A6}"/>
              </a:ext>
            </a:extLst>
          </p:cNvPr>
          <p:cNvSpPr/>
          <p:nvPr/>
        </p:nvSpPr>
        <p:spPr bwMode="auto">
          <a:xfrm>
            <a:off x="2373313" y="1787525"/>
            <a:ext cx="2139156"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C63DAE94-7FD8-2D7D-05DD-46E00FFD0429}"/>
              </a:ext>
            </a:extLst>
          </p:cNvPr>
          <p:cNvSpPr/>
          <p:nvPr/>
        </p:nvSpPr>
        <p:spPr bwMode="auto">
          <a:xfrm>
            <a:off x="2235200" y="1663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319E4CDB-E12E-19E6-4E0B-9CC26E4F68A6}"/>
              </a:ext>
            </a:extLst>
          </p:cNvPr>
          <p:cNvSpPr/>
          <p:nvPr/>
        </p:nvSpPr>
        <p:spPr bwMode="auto">
          <a:xfrm>
            <a:off x="2395141" y="2256830"/>
            <a:ext cx="4409281" cy="22919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D47BB1AC-C0B7-14CF-9335-6FCAB454893F}"/>
              </a:ext>
            </a:extLst>
          </p:cNvPr>
          <p:cNvSpPr/>
          <p:nvPr/>
        </p:nvSpPr>
        <p:spPr bwMode="auto">
          <a:xfrm>
            <a:off x="2260600" y="2133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CF6C2083-AF54-1ACB-74FB-9C7B083CADAC}"/>
              </a:ext>
            </a:extLst>
          </p:cNvPr>
          <p:cNvGraphicFramePr>
            <a:graphicFrameLocks noGrp="1"/>
          </p:cNvGraphicFramePr>
          <p:nvPr>
            <p:extLst>
              <p:ext uri="{D42A27DB-BD31-4B8C-83A1-F6EECF244321}">
                <p14:modId xmlns:p14="http://schemas.microsoft.com/office/powerpoint/2010/main" val="665346761"/>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925288152"/>
                    </a:ext>
                  </a:extLst>
                </a:gridCol>
                <a:gridCol w="2336800">
                  <a:extLst>
                    <a:ext uri="{9D8B030D-6E8A-4147-A177-3AD203B41FA5}">
                      <a16:colId xmlns:a16="http://schemas.microsoft.com/office/drawing/2014/main" val="578967083"/>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51036024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Change PIN / </a:t>
                      </a:r>
                      <a:r>
                        <a:rPr lang="en-US" sz="800" b="0" i="0">
                          <a:solidFill>
                            <a:srgbClr val="000000"/>
                          </a:solidFill>
                          <a:latin typeface="Arial" panose="020B0604020202020204" pitchFamily="34" charset="0"/>
                        </a:rPr>
                        <a:t>Turn off</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5286535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categories: OK locks </a:t>
                      </a:r>
                      <a:r>
                        <a:rPr lang="en-US" sz="800" b="0" i="0">
                          <a:solidFill>
                            <a:srgbClr val="000000"/>
                          </a:solidFill>
                          <a:latin typeface="Arial" panose="020B0604020202020204" pitchFamily="34" charset="0"/>
                        </a:rPr>
                        <a:t>or unlocks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1324874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 </a:t>
                      </a:r>
                      <a:r>
                        <a:rPr lang="en-US" sz="800" b="0" i="0">
                          <a:solidFill>
                            <a:srgbClr val="000000"/>
                          </a:solidFill>
                          <a:latin typeface="Arial" panose="020B0604020202020204" pitchFamily="34" charset="0"/>
                        </a:rPr>
                        <a:t>locked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81003433"/>
                  </a:ext>
                </a:extLst>
              </a:tr>
            </a:tbl>
          </a:graphicData>
        </a:graphic>
      </p:graphicFrame>
    </p:spTree>
    <p:extLst>
      <p:ext uri="{BB962C8B-B14F-4D97-AF65-F5344CB8AC3E}">
        <p14:creationId xmlns:p14="http://schemas.microsoft.com/office/powerpoint/2010/main" val="10426923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C72BE09-152E-87E0-2845-75B8D1401B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Channels of locked categories are hidden everywhere (All channels, Favorites, Recent, Search) until the PIN is entered.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They lock again when the app </a:t>
            </a:r>
            <a:r>
              <a:rPr lang="en-US" altLang="ko-KR" sz="900">
                <a:latin typeface="Arial" pitchFamily="34" charset="0"/>
                <a:ea typeface="굴림" panose="020B0600000101010101" pitchFamily="50" charset="-127"/>
                <a:cs typeface="Arial" pitchFamily="34" charset="0"/>
              </a:rPr>
              <a:t>restarts.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76B05E14-0493-2F65-F7B4-9072C53460AE}"/>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9. Locked category</a:t>
            </a:r>
          </a:p>
        </p:txBody>
      </p:sp>
      <p:sp>
        <p:nvSpPr>
          <p:cNvPr id="17" name="텍스트 개체 틀 16">
            <a:extLst>
              <a:ext uri="{FF2B5EF4-FFF2-40B4-BE49-F238E27FC236}">
                <a16:creationId xmlns:a16="http://schemas.microsoft.com/office/drawing/2014/main" id="{5E7533A3-5499-8DB0-5550-3101FD1ABBB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A4630C96-348A-D62C-708B-2F601854C71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C0F1B23E-80F4-2CF3-AB62-8357336D4F29}"/>
              </a:ext>
            </a:extLst>
          </p:cNvPr>
          <p:cNvSpPr/>
          <p:nvPr/>
        </p:nvSpPr>
        <p:spPr bwMode="auto">
          <a:xfrm>
            <a:off x="627063" y="3206353"/>
            <a:ext cx="1429742"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CF1F0E2E-40CF-80D1-14B2-A46A34918400}"/>
              </a:ext>
            </a:extLst>
          </p:cNvPr>
          <p:cNvSpPr/>
          <p:nvPr/>
        </p:nvSpPr>
        <p:spPr bwMode="auto">
          <a:xfrm>
            <a:off x="482600" y="3073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23455892-83F6-8B8B-1D1C-3FFF3D03F122}"/>
              </a:ext>
            </a:extLst>
          </p:cNvPr>
          <p:cNvSpPr/>
          <p:nvPr/>
        </p:nvSpPr>
        <p:spPr bwMode="auto">
          <a:xfrm>
            <a:off x="2362398" y="1416447"/>
            <a:ext cx="1145977" cy="55661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A8D32D0C-0ABF-A2F0-8B0B-E40A333CF6CC}"/>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graphicFrame>
        <p:nvGraphicFramePr>
          <p:cNvPr id="8" name="Table 7">
            <a:extLst>
              <a:ext uri="{FF2B5EF4-FFF2-40B4-BE49-F238E27FC236}">
                <a16:creationId xmlns:a16="http://schemas.microsoft.com/office/drawing/2014/main" id="{DEC0F8A0-4040-12E7-23BD-7ED4113873D2}"/>
              </a:ext>
            </a:extLst>
          </p:cNvPr>
          <p:cNvGraphicFramePr>
            <a:graphicFrameLocks noGrp="1"/>
          </p:cNvGraphicFramePr>
          <p:nvPr>
            <p:extLst>
              <p:ext uri="{D42A27DB-BD31-4B8C-83A1-F6EECF244321}">
                <p14:modId xmlns:p14="http://schemas.microsoft.com/office/powerpoint/2010/main" val="2195855451"/>
              </p:ext>
            </p:extLst>
          </p:nvPr>
        </p:nvGraphicFramePr>
        <p:xfrm>
          <a:off x="7239000" y="647700"/>
          <a:ext cx="2616200" cy="4572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652907132"/>
                    </a:ext>
                  </a:extLst>
                </a:gridCol>
                <a:gridCol w="2336800">
                  <a:extLst>
                    <a:ext uri="{9D8B030D-6E8A-4147-A177-3AD203B41FA5}">
                      <a16:colId xmlns:a16="http://schemas.microsoft.com/office/drawing/2014/main" val="366148852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40898292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category: lock icon, </a:t>
                      </a:r>
                      <a:r>
                        <a:rPr lang="en-US" sz="800" b="0" i="0">
                          <a:solidFill>
                            <a:srgbClr val="000000"/>
                          </a:solidFill>
                          <a:latin typeface="Arial" panose="020B0604020202020204" pitchFamily="34" charset="0"/>
                        </a:rPr>
                        <a:t>no count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4335110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Unlock: asks for the PIN (see </a:t>
                      </a:r>
                      <a:r>
                        <a:rPr lang="en-US" sz="800" b="0" i="0">
                          <a:solidFill>
                            <a:srgbClr val="000000"/>
                          </a:solidFill>
                          <a:latin typeface="Arial" panose="020B0604020202020204" pitchFamily="34" charset="0"/>
                        </a:rPr>
                        <a:t>6-10)</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0865909"/>
                  </a:ext>
                </a:extLst>
              </a:tr>
            </a:tbl>
          </a:graphicData>
        </a:graphic>
      </p:graphicFrame>
    </p:spTree>
    <p:extLst>
      <p:ext uri="{BB962C8B-B14F-4D97-AF65-F5344CB8AC3E}">
        <p14:creationId xmlns:p14="http://schemas.microsoft.com/office/powerpoint/2010/main" val="11911003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C72BE09-152E-87E0-2845-75B8D1401B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 wrong PIN shows "Wrong PIN. Try again." Back </a:t>
            </a:r>
            <a:r>
              <a:rPr lang="en-US" altLang="ko-KR" sz="900">
                <a:latin typeface="Arial" pitchFamily="34" charset="0"/>
                <a:ea typeface="굴림" panose="020B0600000101010101" pitchFamily="50" charset="-127"/>
                <a:cs typeface="Arial" pitchFamily="34" charset="0"/>
              </a:rPr>
              <a:t>cancels.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76B05E14-0493-2F65-F7B4-9072C53460AE}"/>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10. PIN entry</a:t>
            </a:r>
          </a:p>
        </p:txBody>
      </p:sp>
      <p:sp>
        <p:nvSpPr>
          <p:cNvPr id="17" name="텍스트 개체 틀 16">
            <a:extLst>
              <a:ext uri="{FF2B5EF4-FFF2-40B4-BE49-F238E27FC236}">
                <a16:creationId xmlns:a16="http://schemas.microsoft.com/office/drawing/2014/main" id="{5E7533A3-5499-8DB0-5550-3101FD1ABBB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64FB960-CC1B-336E-4AE8-FB91784B29F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8016EC89-4820-2714-E750-D9171CB797B2}"/>
              </a:ext>
            </a:extLst>
          </p:cNvPr>
          <p:cNvSpPr/>
          <p:nvPr/>
        </p:nvSpPr>
        <p:spPr bwMode="auto">
          <a:xfrm>
            <a:off x="3273723" y="2093119"/>
            <a:ext cx="81855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EEBDAB3B-6289-A455-DE22-B947DA4C5B14}"/>
              </a:ext>
            </a:extLst>
          </p:cNvPr>
          <p:cNvSpPr/>
          <p:nvPr/>
        </p:nvSpPr>
        <p:spPr bwMode="auto">
          <a:xfrm>
            <a:off x="3136900" y="1968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CB036E27-7F77-4901-0F1C-5614B2ACB72C}"/>
              </a:ext>
            </a:extLst>
          </p:cNvPr>
          <p:cNvSpPr/>
          <p:nvPr/>
        </p:nvSpPr>
        <p:spPr bwMode="auto">
          <a:xfrm>
            <a:off x="2673449" y="2305943"/>
            <a:ext cx="2019102"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F337DC70-CB1E-8284-1781-F8CD2346F7A0}"/>
              </a:ext>
            </a:extLst>
          </p:cNvPr>
          <p:cNvSpPr/>
          <p:nvPr/>
        </p:nvSpPr>
        <p:spPr bwMode="auto">
          <a:xfrm>
            <a:off x="2540000" y="2184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843B15CA-D46A-2652-BFD4-BD3959193BFA}"/>
              </a:ext>
            </a:extLst>
          </p:cNvPr>
          <p:cNvSpPr/>
          <p:nvPr/>
        </p:nvSpPr>
        <p:spPr bwMode="auto">
          <a:xfrm>
            <a:off x="2657078" y="3632002"/>
            <a:ext cx="2051844" cy="30559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3953D154-906F-18BB-9F2A-503611120AF6}"/>
              </a:ext>
            </a:extLst>
          </p:cNvPr>
          <p:cNvSpPr/>
          <p:nvPr/>
        </p:nvSpPr>
        <p:spPr bwMode="auto">
          <a:xfrm>
            <a:off x="2514600" y="3505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B4EAEB23-469A-9DC5-A0D6-896F6A5F2B48}"/>
              </a:ext>
            </a:extLst>
          </p:cNvPr>
          <p:cNvGraphicFramePr>
            <a:graphicFrameLocks noGrp="1"/>
          </p:cNvGraphicFramePr>
          <p:nvPr>
            <p:extLst>
              <p:ext uri="{D42A27DB-BD31-4B8C-83A1-F6EECF244321}">
                <p14:modId xmlns:p14="http://schemas.microsoft.com/office/powerpoint/2010/main" val="3312555092"/>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236031011"/>
                    </a:ext>
                  </a:extLst>
                </a:gridCol>
                <a:gridCol w="2336800">
                  <a:extLst>
                    <a:ext uri="{9D8B030D-6E8A-4147-A177-3AD203B41FA5}">
                      <a16:colId xmlns:a16="http://schemas.microsoft.com/office/drawing/2014/main" val="310865866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84530425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Digits entered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1760991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Keypad; the number keys on the remote </a:t>
                      </a:r>
                      <a:r>
                        <a:rPr lang="en-US" sz="800" b="0" i="0">
                          <a:solidFill>
                            <a:srgbClr val="000000"/>
                          </a:solidFill>
                          <a:latin typeface="Arial" panose="020B0604020202020204" pitchFamily="34" charset="0"/>
                        </a:rPr>
                        <a:t>also work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05293618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41942502"/>
                  </a:ext>
                </a:extLst>
              </a:tr>
            </a:tbl>
          </a:graphicData>
        </a:graphic>
      </p:graphicFrame>
    </p:spTree>
    <p:extLst>
      <p:ext uri="{BB962C8B-B14F-4D97-AF65-F5344CB8AC3E}">
        <p14:creationId xmlns:p14="http://schemas.microsoft.com/office/powerpoint/2010/main" val="4987705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C72BE09-152E-87E0-2845-75B8D1401B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Clear cache keeps playlists, favorites and </a:t>
            </a:r>
            <a:r>
              <a:rPr lang="en-US" altLang="ko-KR" sz="900">
                <a:latin typeface="Arial" pitchFamily="34" charset="0"/>
                <a:ea typeface="굴림" panose="020B0600000101010101" pitchFamily="50" charset="-127"/>
                <a:cs typeface="Arial" pitchFamily="34" charset="0"/>
              </a:rPr>
              <a:t>settings.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76B05E14-0493-2F65-F7B4-9072C53460AE}"/>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11. Settings: About</a:t>
            </a:r>
          </a:p>
        </p:txBody>
      </p:sp>
      <p:sp>
        <p:nvSpPr>
          <p:cNvPr id="17" name="텍스트 개체 틀 16">
            <a:extLst>
              <a:ext uri="{FF2B5EF4-FFF2-40B4-BE49-F238E27FC236}">
                <a16:creationId xmlns:a16="http://schemas.microsoft.com/office/drawing/2014/main" id="{5E7533A3-5499-8DB0-5550-3101FD1ABBBC}"/>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457E1A6F-50F9-BD09-2F28-3A963BAD8A4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A494451D-401E-C592-7591-165D4F551BB3}"/>
              </a:ext>
            </a:extLst>
          </p:cNvPr>
          <p:cNvSpPr/>
          <p:nvPr/>
        </p:nvSpPr>
        <p:spPr bwMode="auto">
          <a:xfrm>
            <a:off x="2362398" y="1416447"/>
            <a:ext cx="1637110" cy="12005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2A8550E2-B2D8-39EF-5A4E-AB031A63CA8C}"/>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D2F63C28-446A-4EE8-BB04-39A56D7DF006}"/>
              </a:ext>
            </a:extLst>
          </p:cNvPr>
          <p:cNvSpPr/>
          <p:nvPr/>
        </p:nvSpPr>
        <p:spPr bwMode="auto">
          <a:xfrm>
            <a:off x="2362398" y="1580158"/>
            <a:ext cx="1637110"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A1E43B18-1CB6-2D04-A491-B51668252806}"/>
              </a:ext>
            </a:extLst>
          </p:cNvPr>
          <p:cNvSpPr/>
          <p:nvPr/>
        </p:nvSpPr>
        <p:spPr bwMode="auto">
          <a:xfrm>
            <a:off x="22225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6F1AB5CB-6D80-0E93-47B0-0B795C4CC9C6}"/>
              </a:ext>
            </a:extLst>
          </p:cNvPr>
          <p:cNvSpPr/>
          <p:nvPr/>
        </p:nvSpPr>
        <p:spPr bwMode="auto">
          <a:xfrm>
            <a:off x="2362398" y="1918494"/>
            <a:ext cx="2291954" cy="63301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C241E39-AA94-2FE8-7384-162BE94DA5E5}"/>
              </a:ext>
            </a:extLst>
          </p:cNvPr>
          <p:cNvSpPr/>
          <p:nvPr/>
        </p:nvSpPr>
        <p:spPr bwMode="auto">
          <a:xfrm>
            <a:off x="2222500" y="1790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B4578174-830A-234D-F77A-645C849DEA72}"/>
              </a:ext>
            </a:extLst>
          </p:cNvPr>
          <p:cNvSpPr/>
          <p:nvPr/>
        </p:nvSpPr>
        <p:spPr bwMode="auto">
          <a:xfrm>
            <a:off x="2362398" y="2606080"/>
            <a:ext cx="2837657" cy="13096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C5F76251-65D9-431E-930F-7A586395F424}"/>
              </a:ext>
            </a:extLst>
          </p:cNvPr>
          <p:cNvSpPr/>
          <p:nvPr/>
        </p:nvSpPr>
        <p:spPr bwMode="auto">
          <a:xfrm>
            <a:off x="2222500" y="2476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550CBD18-51A6-E625-556E-ED434C940950}"/>
              </a:ext>
            </a:extLst>
          </p:cNvPr>
          <p:cNvSpPr/>
          <p:nvPr/>
        </p:nvSpPr>
        <p:spPr bwMode="auto">
          <a:xfrm>
            <a:off x="2373313" y="3271838"/>
            <a:ext cx="796726" cy="29467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9CC0AC11-90D5-2066-05C7-A79468A2137C}"/>
              </a:ext>
            </a:extLst>
          </p:cNvPr>
          <p:cNvSpPr/>
          <p:nvPr/>
        </p:nvSpPr>
        <p:spPr bwMode="auto">
          <a:xfrm>
            <a:off x="2235200" y="3149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EDC7C8CE-A35C-255A-465C-EC6D79393501}"/>
              </a:ext>
            </a:extLst>
          </p:cNvPr>
          <p:cNvSpPr/>
          <p:nvPr/>
        </p:nvSpPr>
        <p:spPr bwMode="auto">
          <a:xfrm>
            <a:off x="2362398" y="3708400"/>
            <a:ext cx="3819922" cy="130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88A5A8AC-2EAF-500E-E918-E8816A0B1B8C}"/>
              </a:ext>
            </a:extLst>
          </p:cNvPr>
          <p:cNvSpPr/>
          <p:nvPr/>
        </p:nvSpPr>
        <p:spPr bwMode="auto">
          <a:xfrm>
            <a:off x="2222500" y="358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E6515238-664A-7858-E374-3B812FA1499C}"/>
              </a:ext>
            </a:extLst>
          </p:cNvPr>
          <p:cNvGraphicFramePr>
            <a:graphicFrameLocks noGrp="1"/>
          </p:cNvGraphicFramePr>
          <p:nvPr>
            <p:extLst>
              <p:ext uri="{D42A27DB-BD31-4B8C-83A1-F6EECF244321}">
                <p14:modId xmlns:p14="http://schemas.microsoft.com/office/powerpoint/2010/main" val="3893261610"/>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83371071"/>
                    </a:ext>
                  </a:extLst>
                </a:gridCol>
                <a:gridCol w="2336800">
                  <a:extLst>
                    <a:ext uri="{9D8B030D-6E8A-4147-A177-3AD203B41FA5}">
                      <a16:colId xmlns:a16="http://schemas.microsoft.com/office/drawing/2014/main" val="209485861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45660321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name </a:t>
                      </a:r>
                      <a:r>
                        <a:rPr lang="en-US" sz="800" b="0" i="0">
                          <a:solidFill>
                            <a:srgbClr val="000000"/>
                          </a:solidFill>
                          <a:latin typeface="Arial" panose="020B0604020202020204" pitchFamily="34" charset="0"/>
                        </a:rPr>
                        <a:t>and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27387492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model and </a:t>
                      </a:r>
                      <a:r>
                        <a:rPr lang="en-US" sz="800" b="0" i="0">
                          <a:solidFill>
                            <a:srgbClr val="000000"/>
                          </a:solidFill>
                          <a:latin typeface="Arial" panose="020B0604020202020204" pitchFamily="34" charset="0"/>
                        </a:rPr>
                        <a:t>webOS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7864042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Playback diagnostics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61708216"/>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Stored data</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52849061"/>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Clear cache: downloads channel lists and </a:t>
                      </a:r>
                      <a:r>
                        <a:rPr lang="en-US" sz="800" b="0" i="0">
                          <a:solidFill>
                            <a:srgbClr val="000000"/>
                          </a:solidFill>
                          <a:latin typeface="Arial" panose="020B0604020202020204" pitchFamily="34" charset="0"/>
                        </a:rPr>
                        <a:t>guide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098430060"/>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License and </a:t>
                      </a:r>
                      <a:r>
                        <a:rPr lang="en-US" sz="800" b="0" i="0">
                          <a:solidFill>
                            <a:srgbClr val="000000"/>
                          </a:solidFill>
                          <a:latin typeface="Arial" panose="020B0604020202020204" pitchFamily="34" charset="0"/>
                        </a:rPr>
                        <a:t>content notice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37226164"/>
                  </a:ext>
                </a:extLst>
              </a:tr>
            </a:tbl>
          </a:graphicData>
        </a:graphic>
      </p:graphicFrame>
    </p:spTree>
    <p:extLst>
      <p:ext uri="{BB962C8B-B14F-4D97-AF65-F5344CB8AC3E}">
        <p14:creationId xmlns:p14="http://schemas.microsoft.com/office/powerpoint/2010/main" val="34459627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A1BB00A-D4AC-E19C-3234-72F1FEC08805}"/>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No test credit cards or voucher codes are needed.</a:t>
            </a:r>
          </a:p>
        </p:txBody>
      </p:sp>
      <p:sp>
        <p:nvSpPr>
          <p:cNvPr id="17" name="텍스트 개체 틀 16">
            <a:extLst>
              <a:ext uri="{FF2B5EF4-FFF2-40B4-BE49-F238E27FC236}">
                <a16:creationId xmlns:a16="http://schemas.microsoft.com/office/drawing/2014/main" id="{BFB9753B-ACD0-1E45-4B7E-D31B42CD24B5}"/>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7. Paid Content</a:t>
            </a:r>
            <a:endParaRPr>
              <a:latin typeface="Arial" pitchFamily="34" charset="0"/>
              <a:cs typeface="Arial" pitchFamily="34" charset="0"/>
            </a:endParaRPr>
          </a:p>
        </p:txBody>
      </p:sp>
      <p:sp>
        <p:nvSpPr>
          <p:cNvPr id="2" name="TextBox 5">
            <a:extLst>
              <a:ext uri="{FF2B5EF4-FFF2-40B4-BE49-F238E27FC236}">
                <a16:creationId xmlns:a16="http://schemas.microsoft.com/office/drawing/2014/main" id="{8881B70A-9C0D-CD7D-C942-01565EDA8953}"/>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t>
            </a:r>
            <a:r>
              <a:rPr lang="en-US" sz="1400" b="1">
                <a:latin typeface="Arial" panose="020B0604020202020204" pitchFamily="34" charset="0"/>
              </a:rPr>
              <a:t>Payment methods</a:t>
            </a:r>
            <a:endParaRPr lang="en-US" sz="1400" b="1" dirty="0">
              <a:latin typeface="Arial" panose="020B0604020202020204" pitchFamily="34" charset="0"/>
            </a:endParaRPr>
          </a:p>
        </p:txBody>
      </p:sp>
      <p:sp>
        <p:nvSpPr>
          <p:cNvPr id="3" name="TextBox 2">
            <a:extLst>
              <a:ext uri="{FF2B5EF4-FFF2-40B4-BE49-F238E27FC236}">
                <a16:creationId xmlns:a16="http://schemas.microsoft.com/office/drawing/2014/main" id="{97C52CAA-7419-1F72-E96E-2DED9C0EC6B8}"/>
              </a:ext>
            </a:extLst>
          </p:cNvPr>
          <p:cNvSpPr txBox="1"/>
          <p:nvPr/>
        </p:nvSpPr>
        <p:spPr>
          <a:xfrm>
            <a:off x="508000" y="1905000"/>
            <a:ext cx="8890000" cy="1015663"/>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is free. There are no purchases, subscriptions or payments of any kind, inside or outside the </a:t>
            </a:r>
            <a:r>
              <a:rPr lang="en-US" sz="1600">
                <a:latin typeface="Arial" panose="020B0604020202020204" pitchFamily="34" charset="0"/>
              </a:rPr>
              <a:t>app.</a:t>
            </a:r>
            <a:endParaRPr lang="en-US" sz="1600" dirty="0">
              <a:latin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D23BEC7C-FC37-4A67-5535-CF91B54B94C9}"/>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No ad network or ad content is included.</a:t>
            </a:r>
          </a:p>
        </p:txBody>
      </p:sp>
      <p:sp>
        <p:nvSpPr>
          <p:cNvPr id="38916" name="TextBox 5">
            <a:extLst>
              <a:ext uri="{FF2B5EF4-FFF2-40B4-BE49-F238E27FC236}">
                <a16:creationId xmlns:a16="http://schemas.microsoft.com/office/drawing/2014/main" id="{3F78F3AC-A475-5EC0-2D55-BE7E6261C919}"/>
              </a:ext>
            </a:extLst>
          </p:cNvPr>
          <p:cNvSpPr txBox="1">
            <a:spLocks noChangeArrowheads="1"/>
          </p:cNvSpPr>
          <p:nvPr/>
        </p:nvSpPr>
        <p:spPr bwMode="auto">
          <a:xfrm>
            <a:off x="144463" y="620713"/>
            <a:ext cx="6858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rPr>
              <a:t>1. Ad information</a:t>
            </a:r>
          </a:p>
        </p:txBody>
      </p:sp>
      <p:sp>
        <p:nvSpPr>
          <p:cNvPr id="38955" name="텍스트 개체 틀 16">
            <a:extLst>
              <a:ext uri="{FF2B5EF4-FFF2-40B4-BE49-F238E27FC236}">
                <a16:creationId xmlns:a16="http://schemas.microsoft.com/office/drawing/2014/main" id="{17E69EBC-70CC-3617-6C48-604F683B8453}"/>
              </a:ext>
            </a:extLst>
          </p:cNvPr>
          <p:cNvSpPr>
            <a:spLocks noGrp="1"/>
          </p:cNvSpPr>
          <p:nvPr>
            <p:ph type="body" sz="quarter" idx="4294967295"/>
          </p:nvPr>
        </p:nvSpPr>
        <p:spPr bwMode="auto">
          <a:xfrm>
            <a:off x="0" y="176213"/>
            <a:ext cx="7761288" cy="369887"/>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atinLnBrk="0">
              <a:spcBef>
                <a:spcPct val="50000"/>
              </a:spcBef>
              <a:buFontTx/>
              <a:buNone/>
            </a:pPr>
            <a:r>
              <a:rPr lang="en-US" altLang="ko-KR" sz="1800" b="1">
                <a:latin typeface="Arial" panose="020B0604020202020204" pitchFamily="34" charset="0"/>
                <a:ea typeface="돋움" panose="020B0600000101010101" pitchFamily="34" charset="-127"/>
                <a:cs typeface="Arial" panose="020B0604020202020204" pitchFamily="34" charset="0"/>
              </a:rPr>
              <a:t>8. In-App Ad</a:t>
            </a:r>
            <a:endParaRPr lang="ko-KR" altLang="en-US" sz="1800" b="1">
              <a:latin typeface="Arial" panose="020B0604020202020204" pitchFamily="34" charset="0"/>
              <a:ea typeface="맑은 고딕" panose="020B0503020000020004" pitchFamily="34" charset="-127"/>
              <a:cs typeface="Arial" panose="020B0604020202020204" pitchFamily="34" charset="0"/>
            </a:endParaRPr>
          </a:p>
        </p:txBody>
      </p:sp>
      <p:sp>
        <p:nvSpPr>
          <p:cNvPr id="2" name="TextBox 1">
            <a:extLst>
              <a:ext uri="{FF2B5EF4-FFF2-40B4-BE49-F238E27FC236}">
                <a16:creationId xmlns:a16="http://schemas.microsoft.com/office/drawing/2014/main" id="{F6FFFBFF-B1E7-7D58-BAA1-CA1A6D42831D}"/>
              </a:ext>
            </a:extLst>
          </p:cNvPr>
          <p:cNvSpPr txBox="1"/>
          <p:nvPr/>
        </p:nvSpPr>
        <p:spPr>
          <a:xfrm>
            <a:off x="508000" y="1905000"/>
            <a:ext cx="8890000" cy="769441"/>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shows no advertising of any </a:t>
            </a:r>
            <a:r>
              <a:rPr lang="en-US" sz="1600">
                <a:latin typeface="Arial" panose="020B0604020202020204" pitchFamily="34" charset="0"/>
              </a:rPr>
              <a:t>kind.</a:t>
            </a:r>
            <a:endParaRPr lang="en-US" sz="1600" dirty="0">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Box 5">
            <a:extLst>
              <a:ext uri="{FF2B5EF4-FFF2-40B4-BE49-F238E27FC236}">
                <a16:creationId xmlns:a16="http://schemas.microsoft.com/office/drawing/2014/main" id="{9918347B-B671-5A18-1214-A373C82AF8C9}"/>
              </a:ext>
            </a:extLst>
          </p:cNvPr>
          <p:cNvSpPr txBox="1">
            <a:spLocks noChangeArrowheads="1"/>
          </p:cNvSpPr>
          <p:nvPr/>
        </p:nvSpPr>
        <p:spPr bwMode="auto">
          <a:xfrm>
            <a:off x="381000" y="1000125"/>
            <a:ext cx="9109075" cy="2308324"/>
          </a:xfrm>
          <a:prstGeom prst="rect">
            <a:avLst/>
          </a:prstGeom>
          <a:noFill/>
          <a:ln>
            <a:noFill/>
          </a:ln>
        </p:spPr>
        <p:txBody>
          <a:bodyPr>
            <a:spAutoFit/>
          </a:bodyPr>
          <a:lstStyle>
            <a:lvl1pPr marL="355600" indent="-355600">
              <a:defRPr>
                <a:solidFill>
                  <a:schemeClr val="tx1"/>
                </a:solidFill>
                <a:latin typeface="Wingdings 2" pitchFamily="18" charset="2"/>
                <a:ea typeface="굴림" pitchFamily="50" charset="-127"/>
              </a:defRPr>
            </a:lvl1pPr>
            <a:lvl2pPr marL="742950" indent="-285750">
              <a:defRPr>
                <a:solidFill>
                  <a:schemeClr val="tx1"/>
                </a:solidFill>
                <a:latin typeface="Wingdings 2" pitchFamily="18" charset="2"/>
                <a:ea typeface="굴림" pitchFamily="50" charset="-127"/>
              </a:defRPr>
            </a:lvl2pPr>
            <a:lvl3pPr marL="1143000" indent="-228600">
              <a:defRPr>
                <a:solidFill>
                  <a:schemeClr val="tx1"/>
                </a:solidFill>
                <a:latin typeface="Wingdings 2" pitchFamily="18" charset="2"/>
                <a:ea typeface="굴림" pitchFamily="50" charset="-127"/>
              </a:defRPr>
            </a:lvl3pPr>
            <a:lvl4pPr marL="1600200" indent="-228600">
              <a:defRPr>
                <a:solidFill>
                  <a:schemeClr val="tx1"/>
                </a:solidFill>
                <a:latin typeface="Wingdings 2" pitchFamily="18" charset="2"/>
                <a:ea typeface="굴림" pitchFamily="50" charset="-127"/>
              </a:defRPr>
            </a:lvl4pPr>
            <a:lvl5pPr marL="2057400" indent="-228600">
              <a:defRPr>
                <a:solidFill>
                  <a:schemeClr val="tx1"/>
                </a:solidFill>
                <a:latin typeface="Wingdings 2" pitchFamily="18" charset="2"/>
                <a:ea typeface="굴림" pitchFamily="50" charset="-127"/>
              </a:defRPr>
            </a:lvl5pPr>
            <a:lvl6pPr marL="2514600" indent="-228600" eaLnBrk="0" fontAlgn="base" hangingPunct="0">
              <a:spcBef>
                <a:spcPct val="0"/>
              </a:spcBef>
              <a:spcAft>
                <a:spcPct val="0"/>
              </a:spcAft>
              <a:defRPr>
                <a:solidFill>
                  <a:schemeClr val="tx1"/>
                </a:solidFill>
                <a:latin typeface="Wingdings 2" pitchFamily="18" charset="2"/>
                <a:ea typeface="굴림" pitchFamily="50" charset="-127"/>
              </a:defRPr>
            </a:lvl6pPr>
            <a:lvl7pPr marL="2971800" indent="-228600" eaLnBrk="0" fontAlgn="base" hangingPunct="0">
              <a:spcBef>
                <a:spcPct val="0"/>
              </a:spcBef>
              <a:spcAft>
                <a:spcPct val="0"/>
              </a:spcAft>
              <a:defRPr>
                <a:solidFill>
                  <a:schemeClr val="tx1"/>
                </a:solidFill>
                <a:latin typeface="Wingdings 2" pitchFamily="18" charset="2"/>
                <a:ea typeface="굴림" pitchFamily="50" charset="-127"/>
              </a:defRPr>
            </a:lvl7pPr>
            <a:lvl8pPr marL="3429000" indent="-228600" eaLnBrk="0" fontAlgn="base" hangingPunct="0">
              <a:spcBef>
                <a:spcPct val="0"/>
              </a:spcBef>
              <a:spcAft>
                <a:spcPct val="0"/>
              </a:spcAft>
              <a:defRPr>
                <a:solidFill>
                  <a:schemeClr val="tx1"/>
                </a:solidFill>
                <a:latin typeface="Wingdings 2" pitchFamily="18" charset="2"/>
                <a:ea typeface="굴림" pitchFamily="50" charset="-127"/>
              </a:defRPr>
            </a:lvl8pPr>
            <a:lvl9pPr marL="3886200" indent="-228600" eaLnBrk="0" fontAlgn="base" hangingPunct="0">
              <a:spcBef>
                <a:spcPct val="0"/>
              </a:spcBef>
              <a:spcAft>
                <a:spcPct val="0"/>
              </a:spcAft>
              <a:defRPr>
                <a:solidFill>
                  <a:schemeClr val="tx1"/>
                </a:solidFill>
                <a:latin typeface="Wingdings 2" pitchFamily="18" charset="2"/>
                <a:ea typeface="굴림" pitchFamily="50" charset="-127"/>
              </a:defRPr>
            </a:lvl9pPr>
          </a:lstStyle>
          <a:p>
            <a:pPr latinLnBrk="0" marL="0" indent="0">
              <a:defRPr/>
            </a:pPr>
            <a:r>
              <a:rPr lang="en-US" altLang="ko-KR" sz="1200" dirty="0">
                <a:latin typeface="Arial" pitchFamily="34" charset="0"/>
                <a:ea typeface="맑은 고딕" pitchFamily="50" charset="-127"/>
              </a:rPr>
              <a:t>If you have anything to let the LG QA Management know, please comment here. Any detailed references will be welcome.</a:t>
            </a:r>
          </a:p>
          <a:p>
            <a:pPr latinLnBrk="0" marL="0" indent="0">
              <a:defRPr/>
            </a:pPr>
            <a:endParaRPr lang="en-US" altLang="ko-KR" sz="1200" dirty="0">
              <a:latin typeface="Arial" pitchFamily="34" charset="0"/>
              <a:ea typeface="맑은 고딕" pitchFamily="50" charset="-127"/>
            </a:endParaRPr>
          </a:p>
          <a:p>
            <a:pPr latinLnBrk="0" marL="0" indent="0">
              <a:defRPr/>
            </a:pPr>
            <a:r>
              <a:rPr lang="en-US" altLang="ko-KR" sz="1200" dirty="0">
                <a:latin typeface="Arial" pitchFamily="34" charset="0"/>
                <a:ea typeface="맑은 고딕" pitchFamily="50" charset="-127"/>
              </a:rPr>
              <a:t>1.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includes no channels. Add the test playlist from 4 to test playback; it uses public test streams (Blender Foundation open movies, Apple and Google test streams).</a:t>
            </a:r>
          </a:p>
          <a:p>
            <a:pPr latinLnBrk="0" marL="0" indent="0">
              <a:defRPr/>
            </a:pPr>
            <a:r>
              <a:rPr lang="en-US" altLang="ko-KR" sz="1200" dirty="0">
                <a:latin typeface="Arial" pitchFamily="34" charset="0"/>
                <a:ea typeface="맑은 고딕" pitchFamily="50" charset="-127"/>
              </a:rPr>
              <a:t>2.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sources need an account from an IPTV provider, which we can't supply; the M3U path covers the same screens.</a:t>
            </a:r>
          </a:p>
          <a:p>
            <a:pPr latinLnBrk="0" marL="0" indent="0">
              <a:defRPr/>
            </a:pPr>
            <a:r>
              <a:rPr lang="en-US" altLang="ko-KR" sz="1200" dirty="0">
                <a:latin typeface="Arial" pitchFamily="34" charset="0"/>
                <a:ea typeface="맑은 고딕" pitchFamily="50" charset="-127"/>
              </a:rPr>
              <a:t>3. Back on the first screen calls </a:t>
            </a:r>
            <a:r>
              <a:rPr lang="en-US" altLang="ko-KR" sz="1200" dirty="0" err="1">
                <a:latin typeface="Arial" pitchFamily="34" charset="0"/>
                <a:ea typeface="맑은 고딕" pitchFamily="50" charset="-127"/>
              </a:rPr>
              <a:t>webOS.platformBack</a:t>
            </a:r>
            <a:r>
              <a:rPr lang="en-US" altLang="ko-KR" sz="1200" dirty="0">
                <a:latin typeface="Arial" pitchFamily="34" charset="0"/>
                <a:ea typeface="맑은 고딕" pitchFamily="50" charset="-127"/>
              </a:rPr>
              <a:t>(), so the TV shows its exit popup or Home screen depending on the webOS version.</a:t>
            </a:r>
          </a:p>
          <a:p>
            <a:pPr latinLnBrk="0" marL="0" indent="0">
              <a:defRPr/>
            </a:pPr>
            <a:r>
              <a:rPr lang="en-US" altLang="ko-KR" sz="1200" dirty="0">
                <a:latin typeface="Arial" pitchFamily="34" charset="0"/>
                <a:ea typeface="맑은 고딕" pitchFamily="50" charset="-127"/>
              </a:rPr>
              <a:t>4. No credentials are hard-coded. The words "password", "credential" and "token" in the package come from the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API parameters, the login form field, the core-</a:t>
            </a:r>
            <a:r>
              <a:rPr lang="en-US" altLang="ko-KR" sz="1200" dirty="0" err="1">
                <a:latin typeface="Arial" pitchFamily="34" charset="0"/>
                <a:ea typeface="맑은 고딕" pitchFamily="50" charset="-127"/>
              </a:rPr>
              <a:t>js</a:t>
            </a:r>
            <a:r>
              <a:rPr lang="en-US" altLang="ko-KR" sz="1200" dirty="0">
                <a:latin typeface="Arial" pitchFamily="34" charset="0"/>
                <a:ea typeface="맑은 고딕" pitchFamily="50" charset="-127"/>
              </a:rPr>
              <a:t> URL </a:t>
            </a:r>
            <a:r>
              <a:rPr lang="en-US" altLang="ko-KR" sz="1200" dirty="0" err="1">
                <a:latin typeface="Arial" pitchFamily="34" charset="0"/>
                <a:ea typeface="맑은 고딕" pitchFamily="50" charset="-127"/>
              </a:rPr>
              <a:t>polyfill</a:t>
            </a:r>
            <a:r>
              <a:rPr lang="en-US" altLang="ko-KR" sz="1200" dirty="0">
                <a:latin typeface="Arial" pitchFamily="34" charset="0"/>
                <a:ea typeface="맑은 고딕" pitchFamily="50" charset="-127"/>
              </a:rPr>
              <a:t> (</a:t>
            </a:r>
            <a:r>
              <a:rPr lang="en-US" altLang="ko-KR" sz="1200" dirty="0" err="1">
                <a:latin typeface="Arial" pitchFamily="34" charset="0"/>
                <a:ea typeface="맑은 고딕" pitchFamily="50" charset="-127"/>
              </a:rPr>
              <a:t>URL.password</a:t>
            </a:r>
            <a:r>
              <a:rPr lang="en-US" altLang="ko-KR" sz="1200" dirty="0">
                <a:latin typeface="Arial" pitchFamily="34" charset="0"/>
                <a:ea typeface="맑은 고딕" pitchFamily="50" charset="-127"/>
              </a:rPr>
              <a:t>) and the XHR/fetch </a:t>
            </a:r>
            <a:r>
              <a:rPr lang="en-US" altLang="ko-KR" sz="1200" dirty="0" err="1">
                <a:latin typeface="Arial" pitchFamily="34" charset="0"/>
                <a:ea typeface="맑은 고딕" pitchFamily="50" charset="-127"/>
              </a:rPr>
              <a:t>withCredentials</a:t>
            </a:r>
            <a:r>
              <a:rPr lang="en-US" altLang="ko-KR" sz="1200" dirty="0">
                <a:latin typeface="Arial" pitchFamily="34" charset="0"/>
                <a:ea typeface="맑은 고딕" pitchFamily="50" charset="-127"/>
              </a:rPr>
              <a:t> options in hls.js and mpegts.js. Playlist URLs, logins, the cached channel lists and guide addresses, and the parental PIN are stored only on the TV, encrypted (AES-GCM, key generated on the TV).</a:t>
            </a:r>
          </a:p>
          <a:p>
            <a:pPr latinLnBrk="0" marL="0" indent="0">
              <a:defRPr/>
            </a:pPr>
            <a:r>
              <a:rPr lang="en-US" altLang="ko-KR" sz="1200" dirty="0">
                <a:latin typeface="Arial" pitchFamily="34" charset="0"/>
                <a:ea typeface="맑은 고딕" pitchFamily="50" charset="-127"/>
              </a:rPr>
              <a:t>5. Contact: &lt;support e-mail&gt;</a:t>
            </a:r>
          </a:p>
        </p:txBody>
      </p:sp>
      <p:sp>
        <p:nvSpPr>
          <p:cNvPr id="5" name="텍스트 개체 틀 4">
            <a:extLst>
              <a:ext uri="{FF2B5EF4-FFF2-40B4-BE49-F238E27FC236}">
                <a16:creationId xmlns:a16="http://schemas.microsoft.com/office/drawing/2014/main" id="{54D9E226-12E7-2EFA-BEA2-D7F294675D8F}"/>
              </a:ext>
            </a:extLst>
          </p:cNvPr>
          <p:cNvSpPr>
            <a:spLocks noGrp="1"/>
          </p:cNvSpPr>
          <p:nvPr>
            <p:ph type="body" sz="quarter" idx="13"/>
          </p:nvPr>
        </p:nvSpPr>
        <p:spPr>
          <a:xfrm>
            <a:off x="0" y="188913"/>
            <a:ext cx="7761288" cy="368300"/>
          </a:xfrm>
        </p:spPr>
        <p:txBody>
          <a:bodyPr/>
          <a:lstStyle/>
          <a:p>
            <a:pPr latinLnBrk="0">
              <a:defRPr/>
            </a:pPr>
            <a:r>
              <a:rPr lang="en-US" altLang="ko-KR">
                <a:latin typeface="Arial" charset="0"/>
                <a:ea typeface="돋움" pitchFamily="50" charset="-127"/>
              </a:rPr>
              <a:t>[Appendix]</a:t>
            </a:r>
          </a:p>
        </p:txBody>
      </p:sp>
    </p:spTree>
  </p:cSld>
  <p:clrMapOvr>
    <a:masterClrMapping/>
  </p:clrMapOvr>
</p:sld>
</file>

<file path=ppt/theme/theme1.xml><?xml version="1.0" encoding="utf-8"?>
<a:theme xmlns:a="http://schemas.openxmlformats.org/drawingml/2006/main" name="1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10057</TotalTime>
  <Words>2496</Words>
  <Application>Microsoft Office PowerPoint</Application>
  <PresentationFormat>A4 Paper (210x297 mm)</PresentationFormat>
  <Paragraphs>456</Paragraphs>
  <Slides>22</Slides>
  <Notes>22</Notes>
  <HiddenSlides>0</HiddenSlides>
  <MMClips>0</MMClips>
  <ScaleCrop>false</ScaleCrop>
  <HeadingPairs>
    <vt:vector size="6" baseType="variant">
      <vt:variant>
        <vt:lpstr>Fonts Used</vt:lpstr>
      </vt:variant>
      <vt:variant>
        <vt:i4>8</vt:i4>
      </vt:variant>
      <vt:variant>
        <vt:lpstr>Theme</vt:lpstr>
      </vt:variant>
      <vt:variant>
        <vt:i4>6</vt:i4>
      </vt:variant>
      <vt:variant>
        <vt:lpstr>Slide Titles</vt:lpstr>
      </vt:variant>
      <vt:variant>
        <vt:i4>22</vt:i4>
      </vt:variant>
    </vt:vector>
  </HeadingPairs>
  <TitlesOfParts>
    <vt:vector size="36" baseType="lpstr">
      <vt:lpstr>Wingdings 2</vt:lpstr>
      <vt:lpstr>굴림</vt:lpstr>
      <vt:lpstr>Arial</vt:lpstr>
      <vt:lpstr>맑은 고딕</vt:lpstr>
      <vt:lpstr>Wingdings</vt:lpstr>
      <vt:lpstr>돋움</vt:lpstr>
      <vt:lpstr>돋움체</vt:lpstr>
      <vt:lpstr>Arial Unicode MS</vt:lpstr>
      <vt:lpstr>1_기본 디자인</vt:lpstr>
      <vt:lpstr>디자인 사용자 지정</vt:lpstr>
      <vt:lpstr>1_디자인 사용자 지정</vt:lpstr>
      <vt:lpstr>2_디자인 사용자 지정</vt:lpstr>
      <vt:lpstr>3_기본 디자인</vt:lpstr>
      <vt:lpstr>2_기본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LG Electronics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 title]description</dc:title>
  <dc:creator>LG Apps</dc:creator>
  <cp:lastModifiedBy>Liyona Bonakdar</cp:lastModifiedBy>
  <cp:revision>665</cp:revision>
  <dcterms:created xsi:type="dcterms:W3CDTF">2010-07-06T05:41:28Z</dcterms:created>
  <dcterms:modified xsi:type="dcterms:W3CDTF">2026-10-09T21:40:06Z</dcterms:modified>
</cp:coreProperties>
</file>