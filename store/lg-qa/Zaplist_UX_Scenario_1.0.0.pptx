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20250F2D-4995-CD4D-C70C-5D227504DE9C}"/>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B05959AE-5629-1848-86EC-9D5CF383A71F}"/>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5FF99B3B-64DF-4F93-9E85-617F01C3D4FD}"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DE96C77A-14D8-F052-5CA7-4F102D036468}"/>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9BEA6464-6133-4CAF-C06A-5CAC3EAE26DF}"/>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EF3A4E74-ACC5-4106-AE86-B31F853FC49C}"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5CA65819-871D-C7FB-B72E-9EBD60B94224}"/>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C83D0A08-ED52-AC83-50B9-FA9267D89CD1}"/>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D8F3AA65-6257-B2EB-2801-20F9EDE78CCB}"/>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70D934FB-C4A7-3B7C-4375-1237C7482BDC}"/>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3A0992B4-4FDE-579C-1CAB-4275725DE80D}"/>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ACFD0E1F-90DC-EC14-07DD-E7006ADEE75A}"/>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F2B8F83E-2294-4B9F-B885-0C49D779571B}"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38488F65-5A78-4ADE-E565-6B8550402D34}"/>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836F9A14-6B9F-A87F-B94A-121551C80D1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AA3A36A1-F647-9FA0-F61A-F6B9E6FDC1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ADC4457-B178-4D1E-8A2E-2557C17E083E}"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D942F1DD-B277-B7C7-8BC9-1C16A71F62E5}"/>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4638555D-10DE-A5AB-18E3-805A96CC813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45E41C34-2D03-BED2-1BD7-374766C9E5F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A8953E3-877C-413C-8472-3750FB4037C4}"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1E340347-6ECF-2772-49DA-449AC8BE6D54}"/>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907D2F33-FA4F-2B1F-AFB1-98129DB69C9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94276CF5-1532-37FB-97D6-7C1E0118423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407411C1-68BE-4A1F-B252-C3316C6A1313}"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782ABA1B-2257-8EFF-215A-D8E440CD196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8001FFE3-33BE-429B-AD9C-82400C3C18FB}"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259CD51C-F4CC-1078-23CA-E28A0E03C2F7}"/>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843F83E6-CEC6-9202-0FE1-EAFB6708766D}"/>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560F6027-6F24-2DE6-3C9F-B318F281FE1B}"/>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20AC9697-CA98-4CDC-B78D-D7547B2BE8C2}"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47760994-490A-FC49-C5F6-5124C2A506BF}"/>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0239D8C3-83FB-F472-1905-1458ECD30DB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ED15C7E8-19D4-6962-0A8E-D24D9F1635E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E1E9232E-8B85-4F58-9108-29A21A1B6C64}"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028EFDE8-78A7-7609-9B10-0E4CB62279FE}"/>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5FB0F450-1BF6-F873-9855-8478E45C197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2E893C35-2FC7-5E94-1B53-C43C0008E01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3C11921-A9BF-4719-820F-547E5E835684}"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48DF08DF-B871-BD80-9CA5-3CC4B498C273}"/>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0D23179D-5413-FD3D-E4A0-F8064C18B4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8B00B2CE-5E4C-3373-5398-9884966C4AA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8E4E61A-6003-4B63-87FC-85917884CB87}"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ED739A8F-A4D3-6744-A3C0-347FBE5A7052}"/>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CBF9A7F8-738F-B796-4145-23C28E49442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D667CC8F-535A-01F8-6EB2-6627C293F5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FAE3320-4BCA-4ED2-8926-2D1DDCAE7292}"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1F0DEACC-FFEE-A877-610C-431E464812F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17BAD2DA-127E-0E51-624D-EE57977D65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D2E55A17-E78E-7DAD-D26C-69BABC3077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801A266-755F-4477-AD16-C5E84D7DCD0D}"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48B4D891-015A-0600-80AD-BF6C159CAC03}"/>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080C71F1-BD46-CAAF-6FA3-338F7A6A7B4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9B96A60E-DD04-3D34-A061-BF029191344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7A1EA564-040D-4DDB-BD62-6C9AC9DA4A85}"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C26B114E-F068-974B-33F2-15CF4251582D}"/>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D0DD6583-7E68-443A-61A3-78D90F9E607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3E4E8853-2D85-04E3-AC70-E02603BF80A2}"/>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FA8D6ED3-BCDD-4FD0-A9A8-3D5ECA90F0F8}"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12AC9F99-01B0-14AE-86D8-A5B7798F73CB}"/>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65DE09E1-C97A-62E8-2B30-BD735C722BB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4775A510-CD48-E95F-381B-B13AB95D26E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13D52F8-D48A-4889-BD1D-FC11CCCA697C}"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14A79CDF-4FF6-14FC-517F-7D5507CAD444}"/>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0DA86D83-A839-4E7E-9782-D89F2B16BDCD}"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26310305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4675A13F-120C-24BC-9D27-F00AF00CADAA}"/>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CF30F2D8-ED7B-4CD6-8154-1B93BC5FC05C}"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18822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D894362-CEEA-6E0F-5F90-EB79011CF3F4}"/>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EF339672-4C09-4D3E-967F-78CC057A98E6}"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9B63D080-2238-E018-38E5-66E301F8DDA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165913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4D102097-BCA1-33EE-5BBB-06C8F1194B92}"/>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248BDD79-5002-433B-AA60-F37A2A7AFB9B}"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2833394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8FEFA549-E74D-BA74-1435-813774DE3159}"/>
              </a:ext>
            </a:extLst>
          </p:cNvPr>
          <p:cNvSpPr>
            <a:spLocks noGrp="1"/>
          </p:cNvSpPr>
          <p:nvPr>
            <p:ph type="dt" sz="half" idx="10"/>
          </p:nvPr>
        </p:nvSpPr>
        <p:spPr/>
        <p:txBody>
          <a:bodyPr/>
          <a:lstStyle>
            <a:lvl1pPr>
              <a:defRPr/>
            </a:lvl1pPr>
          </a:lstStyle>
          <a:p>
            <a:pPr>
              <a:defRPr/>
            </a:pPr>
            <a:fld id="{81479627-0A24-45C3-A76C-DE771343D2D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88A03B1-697C-904A-1652-53F4B72CD92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D8C6308-97E6-B9D3-AA52-F12FB2469945}"/>
              </a:ext>
            </a:extLst>
          </p:cNvPr>
          <p:cNvSpPr>
            <a:spLocks noGrp="1"/>
          </p:cNvSpPr>
          <p:nvPr>
            <p:ph type="sldNum" sz="quarter" idx="12"/>
          </p:nvPr>
        </p:nvSpPr>
        <p:spPr/>
        <p:txBody>
          <a:bodyPr/>
          <a:lstStyle>
            <a:lvl1pPr>
              <a:defRPr/>
            </a:lvl1pPr>
          </a:lstStyle>
          <a:p>
            <a:pPr>
              <a:defRPr/>
            </a:pPr>
            <a:fld id="{E40DEABE-8139-437A-96AD-4741D2AC9CF7}" type="slidenum">
              <a:rPr lang="ko-KR" altLang="en-US"/>
              <a:pPr>
                <a:defRPr/>
              </a:pPr>
              <a:t>‹#›</a:t>
            </a:fld>
            <a:endParaRPr lang="ko-KR" altLang="en-US"/>
          </a:p>
        </p:txBody>
      </p:sp>
    </p:spTree>
    <p:extLst>
      <p:ext uri="{BB962C8B-B14F-4D97-AF65-F5344CB8AC3E}">
        <p14:creationId xmlns:p14="http://schemas.microsoft.com/office/powerpoint/2010/main" val="69762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2E99331-D4C9-9106-3596-B044A3A2FD66}"/>
              </a:ext>
            </a:extLst>
          </p:cNvPr>
          <p:cNvSpPr>
            <a:spLocks noGrp="1"/>
          </p:cNvSpPr>
          <p:nvPr>
            <p:ph type="dt" sz="half" idx="10"/>
          </p:nvPr>
        </p:nvSpPr>
        <p:spPr/>
        <p:txBody>
          <a:bodyPr/>
          <a:lstStyle>
            <a:lvl1pPr>
              <a:defRPr/>
            </a:lvl1pPr>
          </a:lstStyle>
          <a:p>
            <a:pPr>
              <a:defRPr/>
            </a:pPr>
            <a:fld id="{94DB2801-A6EC-4272-9F55-1927CBB6A6D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E89F75C-66BF-E4EA-A4C5-1183EDD10BC3}"/>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F0F1E8F-198D-C6DD-273F-9C8B7BCE87EB}"/>
              </a:ext>
            </a:extLst>
          </p:cNvPr>
          <p:cNvSpPr>
            <a:spLocks noGrp="1"/>
          </p:cNvSpPr>
          <p:nvPr>
            <p:ph type="sldNum" sz="quarter" idx="12"/>
          </p:nvPr>
        </p:nvSpPr>
        <p:spPr/>
        <p:txBody>
          <a:bodyPr/>
          <a:lstStyle>
            <a:lvl1pPr>
              <a:defRPr/>
            </a:lvl1pPr>
          </a:lstStyle>
          <a:p>
            <a:pPr>
              <a:defRPr/>
            </a:pPr>
            <a:fld id="{F14F13C9-4772-477B-B2BF-1E674E81DAB2}" type="slidenum">
              <a:rPr lang="ko-KR" altLang="en-US"/>
              <a:pPr>
                <a:defRPr/>
              </a:pPr>
              <a:t>‹#›</a:t>
            </a:fld>
            <a:endParaRPr lang="ko-KR" altLang="en-US"/>
          </a:p>
        </p:txBody>
      </p:sp>
    </p:spTree>
    <p:extLst>
      <p:ext uri="{BB962C8B-B14F-4D97-AF65-F5344CB8AC3E}">
        <p14:creationId xmlns:p14="http://schemas.microsoft.com/office/powerpoint/2010/main" val="354432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234775C3-DDDC-39F1-8204-45681F563E84}"/>
              </a:ext>
            </a:extLst>
          </p:cNvPr>
          <p:cNvSpPr>
            <a:spLocks noGrp="1"/>
          </p:cNvSpPr>
          <p:nvPr>
            <p:ph type="dt" sz="half" idx="10"/>
          </p:nvPr>
        </p:nvSpPr>
        <p:spPr/>
        <p:txBody>
          <a:bodyPr/>
          <a:lstStyle>
            <a:lvl1pPr>
              <a:defRPr/>
            </a:lvl1pPr>
          </a:lstStyle>
          <a:p>
            <a:pPr>
              <a:defRPr/>
            </a:pPr>
            <a:fld id="{8D9A8054-7CC6-4E39-92D8-0BC0F1F3079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F46658C-68F5-41F7-490C-FCEE3957AAF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9BCAF06-2665-0831-FDA4-CF330FCB65B0}"/>
              </a:ext>
            </a:extLst>
          </p:cNvPr>
          <p:cNvSpPr>
            <a:spLocks noGrp="1"/>
          </p:cNvSpPr>
          <p:nvPr>
            <p:ph type="sldNum" sz="quarter" idx="12"/>
          </p:nvPr>
        </p:nvSpPr>
        <p:spPr/>
        <p:txBody>
          <a:bodyPr/>
          <a:lstStyle>
            <a:lvl1pPr>
              <a:defRPr/>
            </a:lvl1pPr>
          </a:lstStyle>
          <a:p>
            <a:pPr>
              <a:defRPr/>
            </a:pPr>
            <a:fld id="{44BB4E37-B6C8-4775-9199-3EAA04DF4530}" type="slidenum">
              <a:rPr lang="ko-KR" altLang="en-US"/>
              <a:pPr>
                <a:defRPr/>
              </a:pPr>
              <a:t>‹#›</a:t>
            </a:fld>
            <a:endParaRPr lang="ko-KR" altLang="en-US"/>
          </a:p>
        </p:txBody>
      </p:sp>
    </p:spTree>
    <p:extLst>
      <p:ext uri="{BB962C8B-B14F-4D97-AF65-F5344CB8AC3E}">
        <p14:creationId xmlns:p14="http://schemas.microsoft.com/office/powerpoint/2010/main" val="23468035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9FA391C9-02FF-1629-4218-E351FD2A9847}"/>
              </a:ext>
            </a:extLst>
          </p:cNvPr>
          <p:cNvSpPr>
            <a:spLocks noGrp="1"/>
          </p:cNvSpPr>
          <p:nvPr>
            <p:ph type="dt" sz="half" idx="10"/>
          </p:nvPr>
        </p:nvSpPr>
        <p:spPr/>
        <p:txBody>
          <a:bodyPr/>
          <a:lstStyle>
            <a:lvl1pPr>
              <a:defRPr/>
            </a:lvl1pPr>
          </a:lstStyle>
          <a:p>
            <a:pPr>
              <a:defRPr/>
            </a:pPr>
            <a:fld id="{9BCD7A58-4611-49C5-ADB1-0649937A305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A5B7D3D-C9CA-3EEA-7B5A-749BE22B034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B631C40-2DE8-D6BA-8F11-DB128DD9E409}"/>
              </a:ext>
            </a:extLst>
          </p:cNvPr>
          <p:cNvSpPr>
            <a:spLocks noGrp="1"/>
          </p:cNvSpPr>
          <p:nvPr>
            <p:ph type="sldNum" sz="quarter" idx="12"/>
          </p:nvPr>
        </p:nvSpPr>
        <p:spPr/>
        <p:txBody>
          <a:bodyPr/>
          <a:lstStyle>
            <a:lvl1pPr>
              <a:defRPr/>
            </a:lvl1pPr>
          </a:lstStyle>
          <a:p>
            <a:pPr>
              <a:defRPr/>
            </a:pPr>
            <a:fld id="{AD1FCC58-2B8B-4E3C-8C0D-A2DD65986023}" type="slidenum">
              <a:rPr lang="ko-KR" altLang="en-US"/>
              <a:pPr>
                <a:defRPr/>
              </a:pPr>
              <a:t>‹#›</a:t>
            </a:fld>
            <a:endParaRPr lang="ko-KR" altLang="en-US"/>
          </a:p>
        </p:txBody>
      </p:sp>
    </p:spTree>
    <p:extLst>
      <p:ext uri="{BB962C8B-B14F-4D97-AF65-F5344CB8AC3E}">
        <p14:creationId xmlns:p14="http://schemas.microsoft.com/office/powerpoint/2010/main" val="1190592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9A7E7F83-C617-12B3-4767-1C016E0B91D5}"/>
              </a:ext>
            </a:extLst>
          </p:cNvPr>
          <p:cNvSpPr>
            <a:spLocks noGrp="1"/>
          </p:cNvSpPr>
          <p:nvPr>
            <p:ph type="dt" sz="half" idx="10"/>
          </p:nvPr>
        </p:nvSpPr>
        <p:spPr/>
        <p:txBody>
          <a:bodyPr/>
          <a:lstStyle>
            <a:lvl1pPr>
              <a:defRPr/>
            </a:lvl1pPr>
          </a:lstStyle>
          <a:p>
            <a:pPr>
              <a:defRPr/>
            </a:pPr>
            <a:fld id="{ABFD293C-ACA5-4E6C-B71F-FE04A9C5860E}"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9BAC21E5-E0C2-D2F7-6395-E257F3277B57}"/>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CEB4CC30-5CD2-511E-4042-19290EE62737}"/>
              </a:ext>
            </a:extLst>
          </p:cNvPr>
          <p:cNvSpPr>
            <a:spLocks noGrp="1"/>
          </p:cNvSpPr>
          <p:nvPr>
            <p:ph type="sldNum" sz="quarter" idx="12"/>
          </p:nvPr>
        </p:nvSpPr>
        <p:spPr/>
        <p:txBody>
          <a:bodyPr/>
          <a:lstStyle>
            <a:lvl1pPr>
              <a:defRPr/>
            </a:lvl1pPr>
          </a:lstStyle>
          <a:p>
            <a:pPr>
              <a:defRPr/>
            </a:pPr>
            <a:fld id="{47C609FF-5BB3-4A55-87CB-88AC3A25484F}" type="slidenum">
              <a:rPr lang="ko-KR" altLang="en-US"/>
              <a:pPr>
                <a:defRPr/>
              </a:pPr>
              <a:t>‹#›</a:t>
            </a:fld>
            <a:endParaRPr lang="ko-KR" altLang="en-US"/>
          </a:p>
        </p:txBody>
      </p:sp>
    </p:spTree>
    <p:extLst>
      <p:ext uri="{BB962C8B-B14F-4D97-AF65-F5344CB8AC3E}">
        <p14:creationId xmlns:p14="http://schemas.microsoft.com/office/powerpoint/2010/main" val="3738474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951E7E41-C1C0-675F-64F3-2B8FE2D2EB71}"/>
              </a:ext>
            </a:extLst>
          </p:cNvPr>
          <p:cNvSpPr>
            <a:spLocks noGrp="1"/>
          </p:cNvSpPr>
          <p:nvPr>
            <p:ph type="dt" sz="half" idx="10"/>
          </p:nvPr>
        </p:nvSpPr>
        <p:spPr/>
        <p:txBody>
          <a:bodyPr/>
          <a:lstStyle>
            <a:lvl1pPr>
              <a:defRPr/>
            </a:lvl1pPr>
          </a:lstStyle>
          <a:p>
            <a:pPr>
              <a:defRPr/>
            </a:pPr>
            <a:fld id="{F30EE585-6DA5-4D9B-923E-EDB95464D590}"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3B64400F-82ED-3F37-8797-644768FB8FD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F6D43C6F-7207-80A9-8559-BDDCFFA5112C}"/>
              </a:ext>
            </a:extLst>
          </p:cNvPr>
          <p:cNvSpPr>
            <a:spLocks noGrp="1"/>
          </p:cNvSpPr>
          <p:nvPr>
            <p:ph type="sldNum" sz="quarter" idx="12"/>
          </p:nvPr>
        </p:nvSpPr>
        <p:spPr/>
        <p:txBody>
          <a:bodyPr/>
          <a:lstStyle>
            <a:lvl1pPr>
              <a:defRPr/>
            </a:lvl1pPr>
          </a:lstStyle>
          <a:p>
            <a:pPr>
              <a:defRPr/>
            </a:pPr>
            <a:fld id="{91D6C364-E364-497F-865D-AEB378AF2C57}" type="slidenum">
              <a:rPr lang="ko-KR" altLang="en-US"/>
              <a:pPr>
                <a:defRPr/>
              </a:pPr>
              <a:t>‹#›</a:t>
            </a:fld>
            <a:endParaRPr lang="ko-KR" altLang="en-US"/>
          </a:p>
        </p:txBody>
      </p:sp>
    </p:spTree>
    <p:extLst>
      <p:ext uri="{BB962C8B-B14F-4D97-AF65-F5344CB8AC3E}">
        <p14:creationId xmlns:p14="http://schemas.microsoft.com/office/powerpoint/2010/main" val="1994151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81ECAA5C-4D12-7D52-8083-E981C9E946A1}"/>
              </a:ext>
            </a:extLst>
          </p:cNvPr>
          <p:cNvSpPr>
            <a:spLocks noGrp="1"/>
          </p:cNvSpPr>
          <p:nvPr>
            <p:ph type="dt" sz="half" idx="10"/>
          </p:nvPr>
        </p:nvSpPr>
        <p:spPr/>
        <p:txBody>
          <a:bodyPr/>
          <a:lstStyle>
            <a:lvl1pPr>
              <a:defRPr/>
            </a:lvl1pPr>
          </a:lstStyle>
          <a:p>
            <a:pPr>
              <a:defRPr/>
            </a:pPr>
            <a:fld id="{2A3BB242-06F4-4DCC-B733-3705D11F9865}"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F2A36DCC-B9A9-9CEC-4427-11E64B347D59}"/>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A7897117-A705-6F21-99AD-680EBF17086B}"/>
              </a:ext>
            </a:extLst>
          </p:cNvPr>
          <p:cNvSpPr>
            <a:spLocks noGrp="1"/>
          </p:cNvSpPr>
          <p:nvPr>
            <p:ph type="sldNum" sz="quarter" idx="12"/>
          </p:nvPr>
        </p:nvSpPr>
        <p:spPr/>
        <p:txBody>
          <a:bodyPr/>
          <a:lstStyle>
            <a:lvl1pPr>
              <a:defRPr/>
            </a:lvl1pPr>
          </a:lstStyle>
          <a:p>
            <a:pPr>
              <a:defRPr/>
            </a:pPr>
            <a:fld id="{CF7E4643-BC49-4064-9642-3D42F9ED4058}" type="slidenum">
              <a:rPr lang="ko-KR" altLang="en-US"/>
              <a:pPr>
                <a:defRPr/>
              </a:pPr>
              <a:t>‹#›</a:t>
            </a:fld>
            <a:endParaRPr lang="ko-KR" altLang="en-US"/>
          </a:p>
        </p:txBody>
      </p:sp>
    </p:spTree>
    <p:extLst>
      <p:ext uri="{BB962C8B-B14F-4D97-AF65-F5344CB8AC3E}">
        <p14:creationId xmlns:p14="http://schemas.microsoft.com/office/powerpoint/2010/main" val="22549870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3EE49EBD-3216-005B-6CD7-325FA7733F26}"/>
              </a:ext>
            </a:extLst>
          </p:cNvPr>
          <p:cNvSpPr>
            <a:spLocks noGrp="1"/>
          </p:cNvSpPr>
          <p:nvPr>
            <p:ph type="dt" sz="half" idx="10"/>
          </p:nvPr>
        </p:nvSpPr>
        <p:spPr/>
        <p:txBody>
          <a:bodyPr/>
          <a:lstStyle>
            <a:lvl1pPr>
              <a:defRPr/>
            </a:lvl1pPr>
          </a:lstStyle>
          <a:p>
            <a:pPr>
              <a:defRPr/>
            </a:pPr>
            <a:fld id="{5C76ABCC-5CE7-4295-9198-B01C4C15812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E0B15579-C613-34F6-E89D-2D2AD45C109C}"/>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874639F9-39CC-ED2C-9BE6-B0CFEAA474C7}"/>
              </a:ext>
            </a:extLst>
          </p:cNvPr>
          <p:cNvSpPr>
            <a:spLocks noGrp="1"/>
          </p:cNvSpPr>
          <p:nvPr>
            <p:ph type="sldNum" sz="quarter" idx="12"/>
          </p:nvPr>
        </p:nvSpPr>
        <p:spPr/>
        <p:txBody>
          <a:bodyPr/>
          <a:lstStyle>
            <a:lvl1pPr>
              <a:defRPr/>
            </a:lvl1pPr>
          </a:lstStyle>
          <a:p>
            <a:pPr>
              <a:defRPr/>
            </a:pPr>
            <a:fld id="{4BEC9705-B316-4D3E-A038-4195E1D4262F}" type="slidenum">
              <a:rPr lang="ko-KR" altLang="en-US"/>
              <a:pPr>
                <a:defRPr/>
              </a:pPr>
              <a:t>‹#›</a:t>
            </a:fld>
            <a:endParaRPr lang="ko-KR" altLang="en-US"/>
          </a:p>
        </p:txBody>
      </p:sp>
    </p:spTree>
    <p:extLst>
      <p:ext uri="{BB962C8B-B14F-4D97-AF65-F5344CB8AC3E}">
        <p14:creationId xmlns:p14="http://schemas.microsoft.com/office/powerpoint/2010/main" val="21841070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24494388-F2A3-39F1-2B17-56A577F95A10}"/>
              </a:ext>
            </a:extLst>
          </p:cNvPr>
          <p:cNvSpPr>
            <a:spLocks noGrp="1"/>
          </p:cNvSpPr>
          <p:nvPr>
            <p:ph type="dt" sz="half" idx="10"/>
          </p:nvPr>
        </p:nvSpPr>
        <p:spPr/>
        <p:txBody>
          <a:bodyPr/>
          <a:lstStyle>
            <a:lvl1pPr>
              <a:defRPr/>
            </a:lvl1pPr>
          </a:lstStyle>
          <a:p>
            <a:pPr>
              <a:defRPr/>
            </a:pPr>
            <a:fld id="{545A8947-881D-4807-A34C-773D361C36C0}"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66FD2F9-1A22-DA73-BF54-B8160F966BDC}"/>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9644383F-18A9-E219-EC60-F49D13DAF70F}"/>
              </a:ext>
            </a:extLst>
          </p:cNvPr>
          <p:cNvSpPr>
            <a:spLocks noGrp="1"/>
          </p:cNvSpPr>
          <p:nvPr>
            <p:ph type="sldNum" sz="quarter" idx="12"/>
          </p:nvPr>
        </p:nvSpPr>
        <p:spPr/>
        <p:txBody>
          <a:bodyPr/>
          <a:lstStyle>
            <a:lvl1pPr>
              <a:defRPr/>
            </a:lvl1pPr>
          </a:lstStyle>
          <a:p>
            <a:pPr>
              <a:defRPr/>
            </a:pPr>
            <a:fld id="{87E65A6C-E292-4BBC-A578-D140AC2598F7}" type="slidenum">
              <a:rPr lang="ko-KR" altLang="en-US"/>
              <a:pPr>
                <a:defRPr/>
              </a:pPr>
              <a:t>‹#›</a:t>
            </a:fld>
            <a:endParaRPr lang="ko-KR" altLang="en-US"/>
          </a:p>
        </p:txBody>
      </p:sp>
    </p:spTree>
    <p:extLst>
      <p:ext uri="{BB962C8B-B14F-4D97-AF65-F5344CB8AC3E}">
        <p14:creationId xmlns:p14="http://schemas.microsoft.com/office/powerpoint/2010/main" val="10926799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7D11396-9218-0718-75A4-7272B682177E}"/>
              </a:ext>
            </a:extLst>
          </p:cNvPr>
          <p:cNvSpPr>
            <a:spLocks noGrp="1"/>
          </p:cNvSpPr>
          <p:nvPr>
            <p:ph type="dt" sz="half" idx="10"/>
          </p:nvPr>
        </p:nvSpPr>
        <p:spPr/>
        <p:txBody>
          <a:bodyPr/>
          <a:lstStyle>
            <a:lvl1pPr>
              <a:defRPr/>
            </a:lvl1pPr>
          </a:lstStyle>
          <a:p>
            <a:pPr>
              <a:defRPr/>
            </a:pPr>
            <a:fld id="{E22277A0-0067-412B-A630-3C750729032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A97C77A-B7D6-145F-5E09-FBA9B03920A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B97DF6A-F798-FCA3-CFF5-1C3A484F5AC6}"/>
              </a:ext>
            </a:extLst>
          </p:cNvPr>
          <p:cNvSpPr>
            <a:spLocks noGrp="1"/>
          </p:cNvSpPr>
          <p:nvPr>
            <p:ph type="sldNum" sz="quarter" idx="12"/>
          </p:nvPr>
        </p:nvSpPr>
        <p:spPr/>
        <p:txBody>
          <a:bodyPr/>
          <a:lstStyle>
            <a:lvl1pPr>
              <a:defRPr/>
            </a:lvl1pPr>
          </a:lstStyle>
          <a:p>
            <a:pPr>
              <a:defRPr/>
            </a:pPr>
            <a:fld id="{230F0DB8-3F62-4646-BE11-447676EB7B0B}" type="slidenum">
              <a:rPr lang="ko-KR" altLang="en-US"/>
              <a:pPr>
                <a:defRPr/>
              </a:pPr>
              <a:t>‹#›</a:t>
            </a:fld>
            <a:endParaRPr lang="ko-KR" altLang="en-US"/>
          </a:p>
        </p:txBody>
      </p:sp>
    </p:spTree>
    <p:extLst>
      <p:ext uri="{BB962C8B-B14F-4D97-AF65-F5344CB8AC3E}">
        <p14:creationId xmlns:p14="http://schemas.microsoft.com/office/powerpoint/2010/main" val="12560544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16ACE43-809E-07A5-7C85-5EDF5540915E}"/>
              </a:ext>
            </a:extLst>
          </p:cNvPr>
          <p:cNvSpPr>
            <a:spLocks noGrp="1"/>
          </p:cNvSpPr>
          <p:nvPr>
            <p:ph type="dt" sz="half" idx="10"/>
          </p:nvPr>
        </p:nvSpPr>
        <p:spPr/>
        <p:txBody>
          <a:bodyPr/>
          <a:lstStyle>
            <a:lvl1pPr>
              <a:defRPr/>
            </a:lvl1pPr>
          </a:lstStyle>
          <a:p>
            <a:pPr>
              <a:defRPr/>
            </a:pPr>
            <a:fld id="{0A7F7606-7938-4351-9403-9F37305D28B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41BB912-BEB5-9C9F-39EE-C4C9F516781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0148C83-E8E5-CD76-7EA1-5A528F76EEA6}"/>
              </a:ext>
            </a:extLst>
          </p:cNvPr>
          <p:cNvSpPr>
            <a:spLocks noGrp="1"/>
          </p:cNvSpPr>
          <p:nvPr>
            <p:ph type="sldNum" sz="quarter" idx="12"/>
          </p:nvPr>
        </p:nvSpPr>
        <p:spPr/>
        <p:txBody>
          <a:bodyPr/>
          <a:lstStyle>
            <a:lvl1pPr>
              <a:defRPr/>
            </a:lvl1pPr>
          </a:lstStyle>
          <a:p>
            <a:pPr>
              <a:defRPr/>
            </a:pPr>
            <a:fld id="{695BC0E0-1808-47B2-8444-D51C044A171F}" type="slidenum">
              <a:rPr lang="ko-KR" altLang="en-US"/>
              <a:pPr>
                <a:defRPr/>
              </a:pPr>
              <a:t>‹#›</a:t>
            </a:fld>
            <a:endParaRPr lang="ko-KR" altLang="en-US"/>
          </a:p>
        </p:txBody>
      </p:sp>
    </p:spTree>
    <p:extLst>
      <p:ext uri="{BB962C8B-B14F-4D97-AF65-F5344CB8AC3E}">
        <p14:creationId xmlns:p14="http://schemas.microsoft.com/office/powerpoint/2010/main" val="33209289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EBCCCB91-F734-617C-7F9B-57CF48E80ECB}"/>
              </a:ext>
            </a:extLst>
          </p:cNvPr>
          <p:cNvSpPr>
            <a:spLocks noGrp="1"/>
          </p:cNvSpPr>
          <p:nvPr>
            <p:ph type="dt" sz="half" idx="10"/>
          </p:nvPr>
        </p:nvSpPr>
        <p:spPr/>
        <p:txBody>
          <a:bodyPr/>
          <a:lstStyle>
            <a:lvl1pPr>
              <a:defRPr/>
            </a:lvl1pPr>
          </a:lstStyle>
          <a:p>
            <a:pPr>
              <a:defRPr/>
            </a:pPr>
            <a:fld id="{6A92FC75-58A2-413B-B2C8-83EEBD8FE108}"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E9E9E337-D56F-E0E8-8891-B40B25F8DD11}"/>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A7F3BECA-952A-C06C-F7A2-D5EB8B9A441A}"/>
              </a:ext>
            </a:extLst>
          </p:cNvPr>
          <p:cNvSpPr>
            <a:spLocks noGrp="1"/>
          </p:cNvSpPr>
          <p:nvPr>
            <p:ph type="sldNum" sz="quarter" idx="12"/>
          </p:nvPr>
        </p:nvSpPr>
        <p:spPr/>
        <p:txBody>
          <a:bodyPr/>
          <a:lstStyle>
            <a:lvl1pPr>
              <a:defRPr/>
            </a:lvl1pPr>
          </a:lstStyle>
          <a:p>
            <a:pPr>
              <a:defRPr/>
            </a:pPr>
            <a:fld id="{2F01DAFB-D87F-413A-9225-8598DF5F915E}" type="slidenum">
              <a:rPr lang="ko-KR" altLang="en-US"/>
              <a:pPr>
                <a:defRPr/>
              </a:pPr>
              <a:t>‹#›</a:t>
            </a:fld>
            <a:endParaRPr lang="ko-KR" altLang="en-US"/>
          </a:p>
        </p:txBody>
      </p:sp>
    </p:spTree>
    <p:extLst>
      <p:ext uri="{BB962C8B-B14F-4D97-AF65-F5344CB8AC3E}">
        <p14:creationId xmlns:p14="http://schemas.microsoft.com/office/powerpoint/2010/main" val="41719965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97A856EF-7EDA-D285-DF0C-5D918AEE39FD}"/>
              </a:ext>
            </a:extLst>
          </p:cNvPr>
          <p:cNvSpPr>
            <a:spLocks noGrp="1"/>
          </p:cNvSpPr>
          <p:nvPr>
            <p:ph type="dt" sz="half" idx="10"/>
          </p:nvPr>
        </p:nvSpPr>
        <p:spPr/>
        <p:txBody>
          <a:bodyPr/>
          <a:lstStyle>
            <a:lvl1pPr>
              <a:defRPr/>
            </a:lvl1pPr>
          </a:lstStyle>
          <a:p>
            <a:pPr>
              <a:defRPr/>
            </a:pPr>
            <a:fld id="{9FD80FFE-6312-4BAB-95B1-E8E80C759296}"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6D9DCAAE-9B4A-A42B-8C98-747E537FB216}"/>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4135053-336A-1784-E7C9-666297CE3C0F}"/>
              </a:ext>
            </a:extLst>
          </p:cNvPr>
          <p:cNvSpPr>
            <a:spLocks noGrp="1"/>
          </p:cNvSpPr>
          <p:nvPr>
            <p:ph type="sldNum" sz="quarter" idx="12"/>
          </p:nvPr>
        </p:nvSpPr>
        <p:spPr/>
        <p:txBody>
          <a:bodyPr/>
          <a:lstStyle>
            <a:lvl1pPr>
              <a:defRPr/>
            </a:lvl1pPr>
          </a:lstStyle>
          <a:p>
            <a:pPr>
              <a:defRPr/>
            </a:pPr>
            <a:fld id="{6E9EA43F-295C-42C8-A07A-F74DF642BADF}" type="slidenum">
              <a:rPr lang="ko-KR" altLang="en-US"/>
              <a:pPr>
                <a:defRPr/>
              </a:pPr>
              <a:t>‹#›</a:t>
            </a:fld>
            <a:endParaRPr lang="ko-KR" altLang="en-US"/>
          </a:p>
        </p:txBody>
      </p:sp>
    </p:spTree>
    <p:extLst>
      <p:ext uri="{BB962C8B-B14F-4D97-AF65-F5344CB8AC3E}">
        <p14:creationId xmlns:p14="http://schemas.microsoft.com/office/powerpoint/2010/main" val="20950291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2F4ED19E-0DEE-5B98-8D88-25CCA963D0FF}"/>
              </a:ext>
            </a:extLst>
          </p:cNvPr>
          <p:cNvSpPr>
            <a:spLocks noGrp="1"/>
          </p:cNvSpPr>
          <p:nvPr>
            <p:ph type="dt" sz="half" idx="10"/>
          </p:nvPr>
        </p:nvSpPr>
        <p:spPr/>
        <p:txBody>
          <a:bodyPr/>
          <a:lstStyle>
            <a:lvl1pPr>
              <a:defRPr/>
            </a:lvl1pPr>
          </a:lstStyle>
          <a:p>
            <a:pPr>
              <a:defRPr/>
            </a:pPr>
            <a:fld id="{AB7D0E10-BC5D-406C-8B32-92F03D1ACE8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98772E5-5A17-6B57-A8BC-391297CF5F3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65A8A8D-E224-3138-1B63-62B090DD8BF4}"/>
              </a:ext>
            </a:extLst>
          </p:cNvPr>
          <p:cNvSpPr>
            <a:spLocks noGrp="1"/>
          </p:cNvSpPr>
          <p:nvPr>
            <p:ph type="sldNum" sz="quarter" idx="12"/>
          </p:nvPr>
        </p:nvSpPr>
        <p:spPr/>
        <p:txBody>
          <a:bodyPr/>
          <a:lstStyle>
            <a:lvl1pPr>
              <a:defRPr/>
            </a:lvl1pPr>
          </a:lstStyle>
          <a:p>
            <a:pPr>
              <a:defRPr/>
            </a:pPr>
            <a:fld id="{9EA1A6DB-6A5E-4467-9705-BBF202F8A2F4}" type="slidenum">
              <a:rPr lang="ko-KR" altLang="en-US"/>
              <a:pPr>
                <a:defRPr/>
              </a:pPr>
              <a:t>‹#›</a:t>
            </a:fld>
            <a:endParaRPr lang="ko-KR" altLang="en-US"/>
          </a:p>
        </p:txBody>
      </p:sp>
    </p:spTree>
    <p:extLst>
      <p:ext uri="{BB962C8B-B14F-4D97-AF65-F5344CB8AC3E}">
        <p14:creationId xmlns:p14="http://schemas.microsoft.com/office/powerpoint/2010/main" val="30381988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64201EA-C735-1694-FE8D-13C50DC4F032}"/>
              </a:ext>
            </a:extLst>
          </p:cNvPr>
          <p:cNvSpPr>
            <a:spLocks noGrp="1"/>
          </p:cNvSpPr>
          <p:nvPr>
            <p:ph type="dt" sz="half" idx="10"/>
          </p:nvPr>
        </p:nvSpPr>
        <p:spPr/>
        <p:txBody>
          <a:bodyPr/>
          <a:lstStyle>
            <a:lvl1pPr>
              <a:defRPr/>
            </a:lvl1pPr>
          </a:lstStyle>
          <a:p>
            <a:pPr>
              <a:defRPr/>
            </a:pPr>
            <a:fld id="{D91ED795-9AC9-4AF5-9A1B-A230E3FE8CD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B5DBDE8-3B8E-F247-4240-63398734BAA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1D4907C-BC1A-7466-25DF-0620C9260B57}"/>
              </a:ext>
            </a:extLst>
          </p:cNvPr>
          <p:cNvSpPr>
            <a:spLocks noGrp="1"/>
          </p:cNvSpPr>
          <p:nvPr>
            <p:ph type="sldNum" sz="quarter" idx="12"/>
          </p:nvPr>
        </p:nvSpPr>
        <p:spPr/>
        <p:txBody>
          <a:bodyPr/>
          <a:lstStyle>
            <a:lvl1pPr>
              <a:defRPr/>
            </a:lvl1pPr>
          </a:lstStyle>
          <a:p>
            <a:pPr>
              <a:defRPr/>
            </a:pPr>
            <a:fld id="{383417FE-093B-4B5F-AA35-AD3C0EEFBB85}" type="slidenum">
              <a:rPr lang="ko-KR" altLang="en-US"/>
              <a:pPr>
                <a:defRPr/>
              </a:pPr>
              <a:t>‹#›</a:t>
            </a:fld>
            <a:endParaRPr lang="ko-KR" altLang="en-US"/>
          </a:p>
        </p:txBody>
      </p:sp>
    </p:spTree>
    <p:extLst>
      <p:ext uri="{BB962C8B-B14F-4D97-AF65-F5344CB8AC3E}">
        <p14:creationId xmlns:p14="http://schemas.microsoft.com/office/powerpoint/2010/main" val="7466883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F9723671-90D8-0B53-DEA8-5269DAC952A1}"/>
              </a:ext>
            </a:extLst>
          </p:cNvPr>
          <p:cNvSpPr>
            <a:spLocks noGrp="1"/>
          </p:cNvSpPr>
          <p:nvPr>
            <p:ph type="dt" sz="half" idx="10"/>
          </p:nvPr>
        </p:nvSpPr>
        <p:spPr/>
        <p:txBody>
          <a:bodyPr/>
          <a:lstStyle>
            <a:lvl1pPr>
              <a:defRPr/>
            </a:lvl1pPr>
          </a:lstStyle>
          <a:p>
            <a:pPr>
              <a:defRPr/>
            </a:pPr>
            <a:fld id="{3EAD7642-D701-4F7F-8848-5C92CF46E2F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2B690B1-5688-A436-6FBC-EE7A5A8C580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B4E705F-6353-32FA-934E-EDFACEDDB771}"/>
              </a:ext>
            </a:extLst>
          </p:cNvPr>
          <p:cNvSpPr>
            <a:spLocks noGrp="1"/>
          </p:cNvSpPr>
          <p:nvPr>
            <p:ph type="sldNum" sz="quarter" idx="12"/>
          </p:nvPr>
        </p:nvSpPr>
        <p:spPr/>
        <p:txBody>
          <a:bodyPr/>
          <a:lstStyle>
            <a:lvl1pPr>
              <a:defRPr/>
            </a:lvl1pPr>
          </a:lstStyle>
          <a:p>
            <a:pPr>
              <a:defRPr/>
            </a:pPr>
            <a:fld id="{1B8E6CBB-153E-43FD-B70B-904D8370C043}" type="slidenum">
              <a:rPr lang="ko-KR" altLang="en-US"/>
              <a:pPr>
                <a:defRPr/>
              </a:pPr>
              <a:t>‹#›</a:t>
            </a:fld>
            <a:endParaRPr lang="ko-KR" altLang="en-US"/>
          </a:p>
        </p:txBody>
      </p:sp>
    </p:spTree>
    <p:extLst>
      <p:ext uri="{BB962C8B-B14F-4D97-AF65-F5344CB8AC3E}">
        <p14:creationId xmlns:p14="http://schemas.microsoft.com/office/powerpoint/2010/main" val="53138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70955297-A9AE-50E2-EE51-288F1B1CCB76}"/>
              </a:ext>
            </a:extLst>
          </p:cNvPr>
          <p:cNvSpPr>
            <a:spLocks noGrp="1"/>
          </p:cNvSpPr>
          <p:nvPr>
            <p:ph type="dt" sz="half" idx="10"/>
          </p:nvPr>
        </p:nvSpPr>
        <p:spPr/>
        <p:txBody>
          <a:bodyPr/>
          <a:lstStyle>
            <a:lvl1pPr>
              <a:defRPr/>
            </a:lvl1pPr>
          </a:lstStyle>
          <a:p>
            <a:pPr>
              <a:defRPr/>
            </a:pPr>
            <a:fld id="{AD5D8A66-6B7C-42AF-8485-4EA74F23BC26}"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8900BD1-25A2-DF55-2D3E-E82CA681DF0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9ED5E21-3852-F46B-7CFB-C8B0D07EA42B}"/>
              </a:ext>
            </a:extLst>
          </p:cNvPr>
          <p:cNvSpPr>
            <a:spLocks noGrp="1"/>
          </p:cNvSpPr>
          <p:nvPr>
            <p:ph type="sldNum" sz="quarter" idx="12"/>
          </p:nvPr>
        </p:nvSpPr>
        <p:spPr/>
        <p:txBody>
          <a:bodyPr/>
          <a:lstStyle>
            <a:lvl1pPr>
              <a:defRPr/>
            </a:lvl1pPr>
          </a:lstStyle>
          <a:p>
            <a:pPr>
              <a:defRPr/>
            </a:pPr>
            <a:fld id="{97917331-C1F6-42BE-BFA8-FF5351DD469B}" type="slidenum">
              <a:rPr lang="ko-KR" altLang="en-US"/>
              <a:pPr>
                <a:defRPr/>
              </a:pPr>
              <a:t>‹#›</a:t>
            </a:fld>
            <a:endParaRPr lang="ko-KR" altLang="en-US"/>
          </a:p>
        </p:txBody>
      </p:sp>
    </p:spTree>
    <p:extLst>
      <p:ext uri="{BB962C8B-B14F-4D97-AF65-F5344CB8AC3E}">
        <p14:creationId xmlns:p14="http://schemas.microsoft.com/office/powerpoint/2010/main" val="28167756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CBB65118-9437-632B-5D81-DC948E5BDFB4}"/>
              </a:ext>
            </a:extLst>
          </p:cNvPr>
          <p:cNvSpPr>
            <a:spLocks noGrp="1"/>
          </p:cNvSpPr>
          <p:nvPr>
            <p:ph type="dt" sz="half" idx="10"/>
          </p:nvPr>
        </p:nvSpPr>
        <p:spPr/>
        <p:txBody>
          <a:bodyPr/>
          <a:lstStyle>
            <a:lvl1pPr>
              <a:defRPr/>
            </a:lvl1pPr>
          </a:lstStyle>
          <a:p>
            <a:pPr>
              <a:defRPr/>
            </a:pPr>
            <a:fld id="{12B5217E-9D8B-4B53-A0A8-8D219936A2DC}"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A248354A-C565-594B-6A83-30790AB2C90E}"/>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AD883E20-484E-BCB0-A9AA-9635D9E06528}"/>
              </a:ext>
            </a:extLst>
          </p:cNvPr>
          <p:cNvSpPr>
            <a:spLocks noGrp="1"/>
          </p:cNvSpPr>
          <p:nvPr>
            <p:ph type="sldNum" sz="quarter" idx="12"/>
          </p:nvPr>
        </p:nvSpPr>
        <p:spPr/>
        <p:txBody>
          <a:bodyPr/>
          <a:lstStyle>
            <a:lvl1pPr>
              <a:defRPr/>
            </a:lvl1pPr>
          </a:lstStyle>
          <a:p>
            <a:pPr>
              <a:defRPr/>
            </a:pPr>
            <a:fld id="{2CD87291-5C94-44AE-B623-D1DBBABEA716}" type="slidenum">
              <a:rPr lang="ko-KR" altLang="en-US"/>
              <a:pPr>
                <a:defRPr/>
              </a:pPr>
              <a:t>‹#›</a:t>
            </a:fld>
            <a:endParaRPr lang="ko-KR" altLang="en-US"/>
          </a:p>
        </p:txBody>
      </p:sp>
    </p:spTree>
    <p:extLst>
      <p:ext uri="{BB962C8B-B14F-4D97-AF65-F5344CB8AC3E}">
        <p14:creationId xmlns:p14="http://schemas.microsoft.com/office/powerpoint/2010/main" val="1570780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96A79F0D-685F-37B9-36C0-E9ED912AFB49}"/>
              </a:ext>
            </a:extLst>
          </p:cNvPr>
          <p:cNvSpPr>
            <a:spLocks noGrp="1"/>
          </p:cNvSpPr>
          <p:nvPr>
            <p:ph type="dt" sz="half" idx="10"/>
          </p:nvPr>
        </p:nvSpPr>
        <p:spPr/>
        <p:txBody>
          <a:bodyPr/>
          <a:lstStyle>
            <a:lvl1pPr>
              <a:defRPr/>
            </a:lvl1pPr>
          </a:lstStyle>
          <a:p>
            <a:pPr>
              <a:defRPr/>
            </a:pPr>
            <a:fld id="{B1A56CE6-D730-44E3-8928-55191B75DE9E}"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784E03A5-13DD-5104-6824-9C75BDBD9A90}"/>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E41DEB6-EC75-FB04-FD43-AA16A5AAC568}"/>
              </a:ext>
            </a:extLst>
          </p:cNvPr>
          <p:cNvSpPr>
            <a:spLocks noGrp="1"/>
          </p:cNvSpPr>
          <p:nvPr>
            <p:ph type="sldNum" sz="quarter" idx="12"/>
          </p:nvPr>
        </p:nvSpPr>
        <p:spPr/>
        <p:txBody>
          <a:bodyPr/>
          <a:lstStyle>
            <a:lvl1pPr>
              <a:defRPr/>
            </a:lvl1pPr>
          </a:lstStyle>
          <a:p>
            <a:pPr>
              <a:defRPr/>
            </a:pPr>
            <a:fld id="{E524955F-24E3-4CCF-8804-25D11D7E4CE8}" type="slidenum">
              <a:rPr lang="ko-KR" altLang="en-US"/>
              <a:pPr>
                <a:defRPr/>
              </a:pPr>
              <a:t>‹#›</a:t>
            </a:fld>
            <a:endParaRPr lang="ko-KR" altLang="en-US"/>
          </a:p>
        </p:txBody>
      </p:sp>
    </p:spTree>
    <p:extLst>
      <p:ext uri="{BB962C8B-B14F-4D97-AF65-F5344CB8AC3E}">
        <p14:creationId xmlns:p14="http://schemas.microsoft.com/office/powerpoint/2010/main" val="70339369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2F4929A6-BD56-6465-06C6-799385A426CB}"/>
              </a:ext>
            </a:extLst>
          </p:cNvPr>
          <p:cNvSpPr>
            <a:spLocks noGrp="1"/>
          </p:cNvSpPr>
          <p:nvPr>
            <p:ph type="dt" sz="half" idx="10"/>
          </p:nvPr>
        </p:nvSpPr>
        <p:spPr/>
        <p:txBody>
          <a:bodyPr/>
          <a:lstStyle>
            <a:lvl1pPr>
              <a:defRPr/>
            </a:lvl1pPr>
          </a:lstStyle>
          <a:p>
            <a:pPr>
              <a:defRPr/>
            </a:pPr>
            <a:fld id="{51BD82A9-3378-4BDC-B27E-F5071060B84E}"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D5C51D5D-DA15-6A81-6E1B-89AE762AA2CD}"/>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9F7DBDB3-B3E1-ED87-0236-C1C756BD026A}"/>
              </a:ext>
            </a:extLst>
          </p:cNvPr>
          <p:cNvSpPr>
            <a:spLocks noGrp="1"/>
          </p:cNvSpPr>
          <p:nvPr>
            <p:ph type="sldNum" sz="quarter" idx="12"/>
          </p:nvPr>
        </p:nvSpPr>
        <p:spPr/>
        <p:txBody>
          <a:bodyPr/>
          <a:lstStyle>
            <a:lvl1pPr>
              <a:defRPr/>
            </a:lvl1pPr>
          </a:lstStyle>
          <a:p>
            <a:pPr>
              <a:defRPr/>
            </a:pPr>
            <a:fld id="{23B23F56-7AED-4597-A804-8C7269A64D81}" type="slidenum">
              <a:rPr lang="ko-KR" altLang="en-US"/>
              <a:pPr>
                <a:defRPr/>
              </a:pPr>
              <a:t>‹#›</a:t>
            </a:fld>
            <a:endParaRPr lang="ko-KR" altLang="en-US"/>
          </a:p>
        </p:txBody>
      </p:sp>
    </p:spTree>
    <p:extLst>
      <p:ext uri="{BB962C8B-B14F-4D97-AF65-F5344CB8AC3E}">
        <p14:creationId xmlns:p14="http://schemas.microsoft.com/office/powerpoint/2010/main" val="305937577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5B320FCC-00FE-DDFD-3685-9741951913E7}"/>
              </a:ext>
            </a:extLst>
          </p:cNvPr>
          <p:cNvSpPr>
            <a:spLocks noGrp="1"/>
          </p:cNvSpPr>
          <p:nvPr>
            <p:ph type="dt" sz="half" idx="10"/>
          </p:nvPr>
        </p:nvSpPr>
        <p:spPr/>
        <p:txBody>
          <a:bodyPr/>
          <a:lstStyle>
            <a:lvl1pPr>
              <a:defRPr/>
            </a:lvl1pPr>
          </a:lstStyle>
          <a:p>
            <a:pPr>
              <a:defRPr/>
            </a:pPr>
            <a:fld id="{519E7871-4910-435D-B873-FEEEDCB736C3}"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40B0B9E9-B8A0-8A4E-8EFA-0EE1B306D9A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B8BB6F58-1F39-CA1A-AC6A-BB0789994523}"/>
              </a:ext>
            </a:extLst>
          </p:cNvPr>
          <p:cNvSpPr>
            <a:spLocks noGrp="1"/>
          </p:cNvSpPr>
          <p:nvPr>
            <p:ph type="sldNum" sz="quarter" idx="12"/>
          </p:nvPr>
        </p:nvSpPr>
        <p:spPr/>
        <p:txBody>
          <a:bodyPr/>
          <a:lstStyle>
            <a:lvl1pPr>
              <a:defRPr/>
            </a:lvl1pPr>
          </a:lstStyle>
          <a:p>
            <a:pPr>
              <a:defRPr/>
            </a:pPr>
            <a:fld id="{F45218D0-ED80-41E6-8DD4-D18B2AB44652}" type="slidenum">
              <a:rPr lang="ko-KR" altLang="en-US"/>
              <a:pPr>
                <a:defRPr/>
              </a:pPr>
              <a:t>‹#›</a:t>
            </a:fld>
            <a:endParaRPr lang="ko-KR" altLang="en-US"/>
          </a:p>
        </p:txBody>
      </p:sp>
    </p:spTree>
    <p:extLst>
      <p:ext uri="{BB962C8B-B14F-4D97-AF65-F5344CB8AC3E}">
        <p14:creationId xmlns:p14="http://schemas.microsoft.com/office/powerpoint/2010/main" val="38600942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91E56445-9401-6A60-5497-578E67164B1B}"/>
              </a:ext>
            </a:extLst>
          </p:cNvPr>
          <p:cNvSpPr>
            <a:spLocks noGrp="1"/>
          </p:cNvSpPr>
          <p:nvPr>
            <p:ph type="dt" sz="half" idx="10"/>
          </p:nvPr>
        </p:nvSpPr>
        <p:spPr/>
        <p:txBody>
          <a:bodyPr/>
          <a:lstStyle>
            <a:lvl1pPr>
              <a:defRPr/>
            </a:lvl1pPr>
          </a:lstStyle>
          <a:p>
            <a:pPr>
              <a:defRPr/>
            </a:pPr>
            <a:fld id="{B3723277-1E62-4746-9D29-D0138B02B4F7}"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BD454F61-0F69-63F3-33AA-6EE5ED9A3FA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6EB0FEA-08CE-1A74-E212-3429BB709CB7}"/>
              </a:ext>
            </a:extLst>
          </p:cNvPr>
          <p:cNvSpPr>
            <a:spLocks noGrp="1"/>
          </p:cNvSpPr>
          <p:nvPr>
            <p:ph type="sldNum" sz="quarter" idx="12"/>
          </p:nvPr>
        </p:nvSpPr>
        <p:spPr/>
        <p:txBody>
          <a:bodyPr/>
          <a:lstStyle>
            <a:lvl1pPr>
              <a:defRPr/>
            </a:lvl1pPr>
          </a:lstStyle>
          <a:p>
            <a:pPr>
              <a:defRPr/>
            </a:pPr>
            <a:fld id="{4A79E04C-E79B-4668-9C5C-FA8DEBACDD18}" type="slidenum">
              <a:rPr lang="ko-KR" altLang="en-US"/>
              <a:pPr>
                <a:defRPr/>
              </a:pPr>
              <a:t>‹#›</a:t>
            </a:fld>
            <a:endParaRPr lang="ko-KR" altLang="en-US"/>
          </a:p>
        </p:txBody>
      </p:sp>
    </p:spTree>
    <p:extLst>
      <p:ext uri="{BB962C8B-B14F-4D97-AF65-F5344CB8AC3E}">
        <p14:creationId xmlns:p14="http://schemas.microsoft.com/office/powerpoint/2010/main" val="10879051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464D27D-AFDD-6841-813A-76F0DA7204A5}"/>
              </a:ext>
            </a:extLst>
          </p:cNvPr>
          <p:cNvSpPr>
            <a:spLocks noGrp="1"/>
          </p:cNvSpPr>
          <p:nvPr>
            <p:ph type="dt" sz="half" idx="10"/>
          </p:nvPr>
        </p:nvSpPr>
        <p:spPr/>
        <p:txBody>
          <a:bodyPr/>
          <a:lstStyle>
            <a:lvl1pPr>
              <a:defRPr/>
            </a:lvl1pPr>
          </a:lstStyle>
          <a:p>
            <a:pPr>
              <a:defRPr/>
            </a:pPr>
            <a:fld id="{A284C56B-E9D9-444A-90B5-DBBF1BB01B9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8EE7E4B-8852-BECB-BB2D-43869221C62E}"/>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0D1C183-F729-4E8F-89A8-30CB730F2BD4}"/>
              </a:ext>
            </a:extLst>
          </p:cNvPr>
          <p:cNvSpPr>
            <a:spLocks noGrp="1"/>
          </p:cNvSpPr>
          <p:nvPr>
            <p:ph type="sldNum" sz="quarter" idx="12"/>
          </p:nvPr>
        </p:nvSpPr>
        <p:spPr/>
        <p:txBody>
          <a:bodyPr/>
          <a:lstStyle>
            <a:lvl1pPr>
              <a:defRPr/>
            </a:lvl1pPr>
          </a:lstStyle>
          <a:p>
            <a:pPr>
              <a:defRPr/>
            </a:pPr>
            <a:fld id="{D805A813-AA6D-4F21-9F3A-721F3F5D2FC3}" type="slidenum">
              <a:rPr lang="ko-KR" altLang="en-US"/>
              <a:pPr>
                <a:defRPr/>
              </a:pPr>
              <a:t>‹#›</a:t>
            </a:fld>
            <a:endParaRPr lang="ko-KR" altLang="en-US"/>
          </a:p>
        </p:txBody>
      </p:sp>
    </p:spTree>
    <p:extLst>
      <p:ext uri="{BB962C8B-B14F-4D97-AF65-F5344CB8AC3E}">
        <p14:creationId xmlns:p14="http://schemas.microsoft.com/office/powerpoint/2010/main" val="211154759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9D61BC6-D023-AD9E-3A66-0C879DC2FFD8}"/>
              </a:ext>
            </a:extLst>
          </p:cNvPr>
          <p:cNvSpPr>
            <a:spLocks noGrp="1"/>
          </p:cNvSpPr>
          <p:nvPr>
            <p:ph type="dt" sz="half" idx="10"/>
          </p:nvPr>
        </p:nvSpPr>
        <p:spPr/>
        <p:txBody>
          <a:bodyPr/>
          <a:lstStyle>
            <a:lvl1pPr>
              <a:defRPr/>
            </a:lvl1pPr>
          </a:lstStyle>
          <a:p>
            <a:pPr>
              <a:defRPr/>
            </a:pPr>
            <a:fld id="{164A06C9-2DE2-4739-B026-804F66DCD58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F984324-2C1D-3DF4-7264-934FF5CB58B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B7DE486-8DDF-2B46-EFD3-CFFF24110D34}"/>
              </a:ext>
            </a:extLst>
          </p:cNvPr>
          <p:cNvSpPr>
            <a:spLocks noGrp="1"/>
          </p:cNvSpPr>
          <p:nvPr>
            <p:ph type="sldNum" sz="quarter" idx="12"/>
          </p:nvPr>
        </p:nvSpPr>
        <p:spPr/>
        <p:txBody>
          <a:bodyPr/>
          <a:lstStyle>
            <a:lvl1pPr>
              <a:defRPr/>
            </a:lvl1pPr>
          </a:lstStyle>
          <a:p>
            <a:pPr>
              <a:defRPr/>
            </a:pPr>
            <a:fld id="{FB2971AF-F6E2-484E-B1DA-F24C23E4B85B}" type="slidenum">
              <a:rPr lang="ko-KR" altLang="en-US"/>
              <a:pPr>
                <a:defRPr/>
              </a:pPr>
              <a:t>‹#›</a:t>
            </a:fld>
            <a:endParaRPr lang="ko-KR" altLang="en-US"/>
          </a:p>
        </p:txBody>
      </p:sp>
    </p:spTree>
    <p:extLst>
      <p:ext uri="{BB962C8B-B14F-4D97-AF65-F5344CB8AC3E}">
        <p14:creationId xmlns:p14="http://schemas.microsoft.com/office/powerpoint/2010/main" val="250226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B5419ADA-BBFF-478E-003C-7DDBD7EC5D8D}"/>
              </a:ext>
            </a:extLst>
          </p:cNvPr>
          <p:cNvSpPr>
            <a:spLocks noGrp="1"/>
          </p:cNvSpPr>
          <p:nvPr>
            <p:ph type="dt" sz="half" idx="10"/>
          </p:nvPr>
        </p:nvSpPr>
        <p:spPr/>
        <p:txBody>
          <a:bodyPr/>
          <a:lstStyle>
            <a:lvl1pPr>
              <a:defRPr/>
            </a:lvl1pPr>
          </a:lstStyle>
          <a:p>
            <a:pPr>
              <a:defRPr/>
            </a:pPr>
            <a:fld id="{E830DB7D-ED8B-499F-9C10-5A18F662A5A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C25CBE5-C104-A38F-10A6-BEB1B67E1831}"/>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D144C5C-5216-41BD-3402-7DDB990CC6F9}"/>
              </a:ext>
            </a:extLst>
          </p:cNvPr>
          <p:cNvSpPr>
            <a:spLocks noGrp="1"/>
          </p:cNvSpPr>
          <p:nvPr>
            <p:ph type="sldNum" sz="quarter" idx="12"/>
          </p:nvPr>
        </p:nvSpPr>
        <p:spPr/>
        <p:txBody>
          <a:bodyPr/>
          <a:lstStyle>
            <a:lvl1pPr>
              <a:defRPr/>
            </a:lvl1pPr>
          </a:lstStyle>
          <a:p>
            <a:pPr>
              <a:defRPr/>
            </a:pPr>
            <a:fld id="{4F8D1255-E502-4DE2-9618-FF2446E314E1}" type="slidenum">
              <a:rPr lang="ko-KR" altLang="en-US"/>
              <a:pPr>
                <a:defRPr/>
              </a:pPr>
              <a:t>‹#›</a:t>
            </a:fld>
            <a:endParaRPr lang="ko-KR" altLang="en-US"/>
          </a:p>
        </p:txBody>
      </p:sp>
    </p:spTree>
    <p:extLst>
      <p:ext uri="{BB962C8B-B14F-4D97-AF65-F5344CB8AC3E}">
        <p14:creationId xmlns:p14="http://schemas.microsoft.com/office/powerpoint/2010/main" val="162975726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7FB3F57-9F42-65D3-655D-ACF5707C0836}"/>
              </a:ext>
            </a:extLst>
          </p:cNvPr>
          <p:cNvSpPr>
            <a:spLocks noGrp="1"/>
          </p:cNvSpPr>
          <p:nvPr>
            <p:ph type="dt" sz="half" idx="10"/>
          </p:nvPr>
        </p:nvSpPr>
        <p:spPr/>
        <p:txBody>
          <a:bodyPr/>
          <a:lstStyle>
            <a:lvl1pPr>
              <a:defRPr/>
            </a:lvl1pPr>
          </a:lstStyle>
          <a:p>
            <a:pPr>
              <a:defRPr/>
            </a:pPr>
            <a:fld id="{8C90A72F-C83F-4660-A74D-1DC82371934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2679B70-1A6D-B698-4813-BD64CCCFB66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51CD072-BD00-B063-2A78-56596D3ECC04}"/>
              </a:ext>
            </a:extLst>
          </p:cNvPr>
          <p:cNvSpPr>
            <a:spLocks noGrp="1"/>
          </p:cNvSpPr>
          <p:nvPr>
            <p:ph type="sldNum" sz="quarter" idx="12"/>
          </p:nvPr>
        </p:nvSpPr>
        <p:spPr/>
        <p:txBody>
          <a:bodyPr/>
          <a:lstStyle>
            <a:lvl1pPr>
              <a:defRPr/>
            </a:lvl1pPr>
          </a:lstStyle>
          <a:p>
            <a:pPr>
              <a:defRPr/>
            </a:pPr>
            <a:fld id="{0DDC0419-6477-475B-8B98-CBC802E67407}" type="slidenum">
              <a:rPr lang="ko-KR" altLang="en-US"/>
              <a:pPr>
                <a:defRPr/>
              </a:pPr>
              <a:t>‹#›</a:t>
            </a:fld>
            <a:endParaRPr lang="ko-KR" altLang="en-US"/>
          </a:p>
        </p:txBody>
      </p:sp>
    </p:spTree>
    <p:extLst>
      <p:ext uri="{BB962C8B-B14F-4D97-AF65-F5344CB8AC3E}">
        <p14:creationId xmlns:p14="http://schemas.microsoft.com/office/powerpoint/2010/main" val="174001031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0D277C25-6AAF-4390-5338-616898D7490F}"/>
              </a:ext>
            </a:extLst>
          </p:cNvPr>
          <p:cNvSpPr>
            <a:spLocks noGrp="1"/>
          </p:cNvSpPr>
          <p:nvPr>
            <p:ph type="dt" sz="half" idx="10"/>
          </p:nvPr>
        </p:nvSpPr>
        <p:spPr/>
        <p:txBody>
          <a:bodyPr/>
          <a:lstStyle>
            <a:lvl1pPr>
              <a:defRPr/>
            </a:lvl1pPr>
          </a:lstStyle>
          <a:p>
            <a:pPr>
              <a:defRPr/>
            </a:pPr>
            <a:fld id="{6395D605-C3F7-4E57-A1D4-E1CF22478CF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97F12A5-30CB-52A5-0BC0-06E041AE4A1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93C0E80-548E-ECBB-AADF-8BE2B24180E2}"/>
              </a:ext>
            </a:extLst>
          </p:cNvPr>
          <p:cNvSpPr>
            <a:spLocks noGrp="1"/>
          </p:cNvSpPr>
          <p:nvPr>
            <p:ph type="sldNum" sz="quarter" idx="12"/>
          </p:nvPr>
        </p:nvSpPr>
        <p:spPr/>
        <p:txBody>
          <a:bodyPr/>
          <a:lstStyle>
            <a:lvl1pPr>
              <a:defRPr/>
            </a:lvl1pPr>
          </a:lstStyle>
          <a:p>
            <a:pPr>
              <a:defRPr/>
            </a:pPr>
            <a:fld id="{D39688CE-2125-4FEB-93A5-46BEE615DEB7}" type="slidenum">
              <a:rPr lang="ko-KR" altLang="en-US"/>
              <a:pPr>
                <a:defRPr/>
              </a:pPr>
              <a:t>‹#›</a:t>
            </a:fld>
            <a:endParaRPr lang="ko-KR" altLang="en-US"/>
          </a:p>
        </p:txBody>
      </p:sp>
    </p:spTree>
    <p:extLst>
      <p:ext uri="{BB962C8B-B14F-4D97-AF65-F5344CB8AC3E}">
        <p14:creationId xmlns:p14="http://schemas.microsoft.com/office/powerpoint/2010/main" val="42818078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2B111DC2-364D-398B-0164-10075BE8A6D8}"/>
              </a:ext>
            </a:extLst>
          </p:cNvPr>
          <p:cNvSpPr>
            <a:spLocks noGrp="1"/>
          </p:cNvSpPr>
          <p:nvPr>
            <p:ph type="dt" sz="half" idx="10"/>
          </p:nvPr>
        </p:nvSpPr>
        <p:spPr/>
        <p:txBody>
          <a:bodyPr/>
          <a:lstStyle>
            <a:lvl1pPr>
              <a:defRPr/>
            </a:lvl1pPr>
          </a:lstStyle>
          <a:p>
            <a:pPr>
              <a:defRPr/>
            </a:pPr>
            <a:fld id="{0CED3903-47AF-4440-848D-009EFEE6FA6B}"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C4642F0-8F32-5C5A-9E8D-5CCA8EF07FBB}"/>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8462BC3D-A554-4758-5473-0950B2AF2802}"/>
              </a:ext>
            </a:extLst>
          </p:cNvPr>
          <p:cNvSpPr>
            <a:spLocks noGrp="1"/>
          </p:cNvSpPr>
          <p:nvPr>
            <p:ph type="sldNum" sz="quarter" idx="12"/>
          </p:nvPr>
        </p:nvSpPr>
        <p:spPr/>
        <p:txBody>
          <a:bodyPr/>
          <a:lstStyle>
            <a:lvl1pPr>
              <a:defRPr/>
            </a:lvl1pPr>
          </a:lstStyle>
          <a:p>
            <a:pPr>
              <a:defRPr/>
            </a:pPr>
            <a:fld id="{424CA85F-95AF-42BB-ABEB-967796E45746}" type="slidenum">
              <a:rPr lang="ko-KR" altLang="en-US"/>
              <a:pPr>
                <a:defRPr/>
              </a:pPr>
              <a:t>‹#›</a:t>
            </a:fld>
            <a:endParaRPr lang="ko-KR" altLang="en-US"/>
          </a:p>
        </p:txBody>
      </p:sp>
    </p:spTree>
    <p:extLst>
      <p:ext uri="{BB962C8B-B14F-4D97-AF65-F5344CB8AC3E}">
        <p14:creationId xmlns:p14="http://schemas.microsoft.com/office/powerpoint/2010/main" val="1560934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00944782-1F4F-CF03-8FD0-FBBFA11ED624}"/>
              </a:ext>
            </a:extLst>
          </p:cNvPr>
          <p:cNvSpPr>
            <a:spLocks noGrp="1"/>
          </p:cNvSpPr>
          <p:nvPr>
            <p:ph type="dt" sz="half" idx="10"/>
          </p:nvPr>
        </p:nvSpPr>
        <p:spPr/>
        <p:txBody>
          <a:bodyPr/>
          <a:lstStyle>
            <a:lvl1pPr>
              <a:defRPr/>
            </a:lvl1pPr>
          </a:lstStyle>
          <a:p>
            <a:pPr>
              <a:defRPr/>
            </a:pPr>
            <a:fld id="{14735A94-4D4E-4596-9207-5EC19EDEF4F1}"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18BD170B-ABD1-924C-6316-62DAF5F478EB}"/>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DF84D12C-343A-87E6-D762-F8DE456F1325}"/>
              </a:ext>
            </a:extLst>
          </p:cNvPr>
          <p:cNvSpPr>
            <a:spLocks noGrp="1"/>
          </p:cNvSpPr>
          <p:nvPr>
            <p:ph type="sldNum" sz="quarter" idx="12"/>
          </p:nvPr>
        </p:nvSpPr>
        <p:spPr/>
        <p:txBody>
          <a:bodyPr/>
          <a:lstStyle>
            <a:lvl1pPr>
              <a:defRPr/>
            </a:lvl1pPr>
          </a:lstStyle>
          <a:p>
            <a:pPr>
              <a:defRPr/>
            </a:pPr>
            <a:fld id="{A813910C-5280-428B-BABB-517A98AA80EC}" type="slidenum">
              <a:rPr lang="ko-KR" altLang="en-US"/>
              <a:pPr>
                <a:defRPr/>
              </a:pPr>
              <a:t>‹#›</a:t>
            </a:fld>
            <a:endParaRPr lang="ko-KR" altLang="en-US"/>
          </a:p>
        </p:txBody>
      </p:sp>
    </p:spTree>
    <p:extLst>
      <p:ext uri="{BB962C8B-B14F-4D97-AF65-F5344CB8AC3E}">
        <p14:creationId xmlns:p14="http://schemas.microsoft.com/office/powerpoint/2010/main" val="32585481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AC9FBA3A-CC69-BCB9-E4D7-303C6DBDAEDF}"/>
              </a:ext>
            </a:extLst>
          </p:cNvPr>
          <p:cNvSpPr>
            <a:spLocks noGrp="1"/>
          </p:cNvSpPr>
          <p:nvPr>
            <p:ph type="dt" sz="half" idx="10"/>
          </p:nvPr>
        </p:nvSpPr>
        <p:spPr/>
        <p:txBody>
          <a:bodyPr/>
          <a:lstStyle>
            <a:lvl1pPr>
              <a:defRPr/>
            </a:lvl1pPr>
          </a:lstStyle>
          <a:p>
            <a:pPr>
              <a:defRPr/>
            </a:pPr>
            <a:fld id="{D9068CA3-C1DC-4D0F-897A-663FF46D7876}"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203B046B-4881-FE77-A032-A1113415B25A}"/>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A8A1E4B4-F625-08B0-1F3F-EA9FBE75EFEB}"/>
              </a:ext>
            </a:extLst>
          </p:cNvPr>
          <p:cNvSpPr>
            <a:spLocks noGrp="1"/>
          </p:cNvSpPr>
          <p:nvPr>
            <p:ph type="sldNum" sz="quarter" idx="12"/>
          </p:nvPr>
        </p:nvSpPr>
        <p:spPr/>
        <p:txBody>
          <a:bodyPr/>
          <a:lstStyle>
            <a:lvl1pPr>
              <a:defRPr/>
            </a:lvl1pPr>
          </a:lstStyle>
          <a:p>
            <a:pPr>
              <a:defRPr/>
            </a:pPr>
            <a:fld id="{920FA631-9647-401A-AF69-271B675DDC3C}" type="slidenum">
              <a:rPr lang="ko-KR" altLang="en-US"/>
              <a:pPr>
                <a:defRPr/>
              </a:pPr>
              <a:t>‹#›</a:t>
            </a:fld>
            <a:endParaRPr lang="ko-KR" altLang="en-US"/>
          </a:p>
        </p:txBody>
      </p:sp>
    </p:spTree>
    <p:extLst>
      <p:ext uri="{BB962C8B-B14F-4D97-AF65-F5344CB8AC3E}">
        <p14:creationId xmlns:p14="http://schemas.microsoft.com/office/powerpoint/2010/main" val="16019361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074CF520-1938-EF47-D659-6B3B5A07C4F3}"/>
              </a:ext>
            </a:extLst>
          </p:cNvPr>
          <p:cNvSpPr>
            <a:spLocks noGrp="1"/>
          </p:cNvSpPr>
          <p:nvPr>
            <p:ph type="dt" sz="half" idx="10"/>
          </p:nvPr>
        </p:nvSpPr>
        <p:spPr/>
        <p:txBody>
          <a:bodyPr/>
          <a:lstStyle>
            <a:lvl1pPr>
              <a:defRPr/>
            </a:lvl1pPr>
          </a:lstStyle>
          <a:p>
            <a:pPr>
              <a:defRPr/>
            </a:pPr>
            <a:fld id="{9643D678-42B9-48EB-94A4-9C283EC5D37B}"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0009E620-1D37-6320-5AC7-E5378CA82794}"/>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CC4548AA-E61D-3368-979E-634310FDDA24}"/>
              </a:ext>
            </a:extLst>
          </p:cNvPr>
          <p:cNvSpPr>
            <a:spLocks noGrp="1"/>
          </p:cNvSpPr>
          <p:nvPr>
            <p:ph type="sldNum" sz="quarter" idx="12"/>
          </p:nvPr>
        </p:nvSpPr>
        <p:spPr/>
        <p:txBody>
          <a:bodyPr/>
          <a:lstStyle>
            <a:lvl1pPr>
              <a:defRPr/>
            </a:lvl1pPr>
          </a:lstStyle>
          <a:p>
            <a:pPr>
              <a:defRPr/>
            </a:pPr>
            <a:fld id="{76F6A7CE-1889-43E1-A48C-A4C0514F3D37}" type="slidenum">
              <a:rPr lang="ko-KR" altLang="en-US"/>
              <a:pPr>
                <a:defRPr/>
              </a:pPr>
              <a:t>‹#›</a:t>
            </a:fld>
            <a:endParaRPr lang="ko-KR" altLang="en-US"/>
          </a:p>
        </p:txBody>
      </p:sp>
    </p:spTree>
    <p:extLst>
      <p:ext uri="{BB962C8B-B14F-4D97-AF65-F5344CB8AC3E}">
        <p14:creationId xmlns:p14="http://schemas.microsoft.com/office/powerpoint/2010/main" val="31241783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2DB7767C-2315-8BA0-A9C1-CF38344EEC0F}"/>
              </a:ext>
            </a:extLst>
          </p:cNvPr>
          <p:cNvSpPr>
            <a:spLocks noGrp="1"/>
          </p:cNvSpPr>
          <p:nvPr>
            <p:ph type="dt" sz="half" idx="10"/>
          </p:nvPr>
        </p:nvSpPr>
        <p:spPr/>
        <p:txBody>
          <a:bodyPr/>
          <a:lstStyle>
            <a:lvl1pPr>
              <a:defRPr/>
            </a:lvl1pPr>
          </a:lstStyle>
          <a:p>
            <a:pPr>
              <a:defRPr/>
            </a:pPr>
            <a:fld id="{D16B0D42-E601-4DDA-81D8-17653BB1C89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42251D3-0840-B240-A430-74A66FBD3C92}"/>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E9C640D0-6A3D-3CB9-BF95-2B99CDBEB23F}"/>
              </a:ext>
            </a:extLst>
          </p:cNvPr>
          <p:cNvSpPr>
            <a:spLocks noGrp="1"/>
          </p:cNvSpPr>
          <p:nvPr>
            <p:ph type="sldNum" sz="quarter" idx="12"/>
          </p:nvPr>
        </p:nvSpPr>
        <p:spPr/>
        <p:txBody>
          <a:bodyPr/>
          <a:lstStyle>
            <a:lvl1pPr>
              <a:defRPr/>
            </a:lvl1pPr>
          </a:lstStyle>
          <a:p>
            <a:pPr>
              <a:defRPr/>
            </a:pPr>
            <a:fld id="{23728317-0C2B-42E1-B91D-739573083118}" type="slidenum">
              <a:rPr lang="ko-KR" altLang="en-US"/>
              <a:pPr>
                <a:defRPr/>
              </a:pPr>
              <a:t>‹#›</a:t>
            </a:fld>
            <a:endParaRPr lang="ko-KR" altLang="en-US"/>
          </a:p>
        </p:txBody>
      </p:sp>
    </p:spTree>
    <p:extLst>
      <p:ext uri="{BB962C8B-B14F-4D97-AF65-F5344CB8AC3E}">
        <p14:creationId xmlns:p14="http://schemas.microsoft.com/office/powerpoint/2010/main" val="232555467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61EE38B3-ED6F-0042-221D-6EAB5FF5ECEE}"/>
              </a:ext>
            </a:extLst>
          </p:cNvPr>
          <p:cNvSpPr>
            <a:spLocks noGrp="1"/>
          </p:cNvSpPr>
          <p:nvPr>
            <p:ph type="dt" sz="half" idx="10"/>
          </p:nvPr>
        </p:nvSpPr>
        <p:spPr/>
        <p:txBody>
          <a:bodyPr/>
          <a:lstStyle>
            <a:lvl1pPr>
              <a:defRPr/>
            </a:lvl1pPr>
          </a:lstStyle>
          <a:p>
            <a:pPr>
              <a:defRPr/>
            </a:pPr>
            <a:fld id="{8B550DC7-4B4C-45FA-8E2A-92E39386C1D3}"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A5C27FE-7427-26AD-94B6-CD3DA9D46C8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5B494295-9B56-A6C6-E08A-8E82907D6419}"/>
              </a:ext>
            </a:extLst>
          </p:cNvPr>
          <p:cNvSpPr>
            <a:spLocks noGrp="1"/>
          </p:cNvSpPr>
          <p:nvPr>
            <p:ph type="sldNum" sz="quarter" idx="12"/>
          </p:nvPr>
        </p:nvSpPr>
        <p:spPr/>
        <p:txBody>
          <a:bodyPr/>
          <a:lstStyle>
            <a:lvl1pPr>
              <a:defRPr/>
            </a:lvl1pPr>
          </a:lstStyle>
          <a:p>
            <a:pPr>
              <a:defRPr/>
            </a:pPr>
            <a:fld id="{CEA63416-3885-4C09-8D6F-7063AC7FC4FC}" type="slidenum">
              <a:rPr lang="ko-KR" altLang="en-US"/>
              <a:pPr>
                <a:defRPr/>
              </a:pPr>
              <a:t>‹#›</a:t>
            </a:fld>
            <a:endParaRPr lang="ko-KR" altLang="en-US"/>
          </a:p>
        </p:txBody>
      </p:sp>
    </p:spTree>
    <p:extLst>
      <p:ext uri="{BB962C8B-B14F-4D97-AF65-F5344CB8AC3E}">
        <p14:creationId xmlns:p14="http://schemas.microsoft.com/office/powerpoint/2010/main" val="5358332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1666721-C111-ECF4-F25B-ABF95E519E6B}"/>
              </a:ext>
            </a:extLst>
          </p:cNvPr>
          <p:cNvSpPr>
            <a:spLocks noGrp="1"/>
          </p:cNvSpPr>
          <p:nvPr>
            <p:ph type="dt" sz="half" idx="10"/>
          </p:nvPr>
        </p:nvSpPr>
        <p:spPr/>
        <p:txBody>
          <a:bodyPr/>
          <a:lstStyle>
            <a:lvl1pPr>
              <a:defRPr/>
            </a:lvl1pPr>
          </a:lstStyle>
          <a:p>
            <a:pPr>
              <a:defRPr/>
            </a:pPr>
            <a:fld id="{58D86448-6F89-4A45-9B81-FF675373C64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9690A29-097A-5085-AA9B-786F27A4CB0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2A9D69C3-15AB-A296-E773-E7E79C42A58B}"/>
              </a:ext>
            </a:extLst>
          </p:cNvPr>
          <p:cNvSpPr>
            <a:spLocks noGrp="1"/>
          </p:cNvSpPr>
          <p:nvPr>
            <p:ph type="sldNum" sz="quarter" idx="12"/>
          </p:nvPr>
        </p:nvSpPr>
        <p:spPr/>
        <p:txBody>
          <a:bodyPr/>
          <a:lstStyle>
            <a:lvl1pPr>
              <a:defRPr/>
            </a:lvl1pPr>
          </a:lstStyle>
          <a:p>
            <a:pPr>
              <a:defRPr/>
            </a:pPr>
            <a:fld id="{C9CFCB0D-8678-4F92-8A85-DEE13CFFA256}" type="slidenum">
              <a:rPr lang="ko-KR" altLang="en-US"/>
              <a:pPr>
                <a:defRPr/>
              </a:pPr>
              <a:t>‹#›</a:t>
            </a:fld>
            <a:endParaRPr lang="ko-KR" altLang="en-US"/>
          </a:p>
        </p:txBody>
      </p:sp>
    </p:spTree>
    <p:extLst>
      <p:ext uri="{BB962C8B-B14F-4D97-AF65-F5344CB8AC3E}">
        <p14:creationId xmlns:p14="http://schemas.microsoft.com/office/powerpoint/2010/main" val="331986024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E279FD2-3925-B761-8CA0-2579D87EAF1D}"/>
              </a:ext>
            </a:extLst>
          </p:cNvPr>
          <p:cNvSpPr>
            <a:spLocks noGrp="1"/>
          </p:cNvSpPr>
          <p:nvPr>
            <p:ph type="dt" sz="half" idx="10"/>
          </p:nvPr>
        </p:nvSpPr>
        <p:spPr/>
        <p:txBody>
          <a:bodyPr/>
          <a:lstStyle>
            <a:lvl1pPr>
              <a:defRPr/>
            </a:lvl1pPr>
          </a:lstStyle>
          <a:p>
            <a:pPr>
              <a:defRPr/>
            </a:pPr>
            <a:fld id="{2C0D17C2-6C05-4DCB-A1E7-76CEE18E9B4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12BBC45-12FD-EF07-D6E4-5A5BA1BA870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37E449E-7060-ECEA-5AFB-62454548A664}"/>
              </a:ext>
            </a:extLst>
          </p:cNvPr>
          <p:cNvSpPr>
            <a:spLocks noGrp="1"/>
          </p:cNvSpPr>
          <p:nvPr>
            <p:ph type="sldNum" sz="quarter" idx="12"/>
          </p:nvPr>
        </p:nvSpPr>
        <p:spPr/>
        <p:txBody>
          <a:bodyPr/>
          <a:lstStyle>
            <a:lvl1pPr>
              <a:defRPr/>
            </a:lvl1pPr>
          </a:lstStyle>
          <a:p>
            <a:pPr>
              <a:defRPr/>
            </a:pPr>
            <a:fld id="{31273E6A-047F-40A0-88A9-097383DC338F}" type="slidenum">
              <a:rPr lang="ko-KR" altLang="en-US"/>
              <a:pPr>
                <a:defRPr/>
              </a:pPr>
              <a:t>‹#›</a:t>
            </a:fld>
            <a:endParaRPr lang="ko-KR" altLang="en-US"/>
          </a:p>
        </p:txBody>
      </p:sp>
    </p:spTree>
    <p:extLst>
      <p:ext uri="{BB962C8B-B14F-4D97-AF65-F5344CB8AC3E}">
        <p14:creationId xmlns:p14="http://schemas.microsoft.com/office/powerpoint/2010/main" val="7891402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14106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98C5EE5B-9521-5F0C-2338-606C20D0C0C5}"/>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FEE08BD2-3D06-9E8D-722B-237E4B43EE58}"/>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23BF86F3-7936-5F92-009C-71F05F73838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22936797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17DFC3F8-312A-39A6-BDF3-EC819723C462}"/>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7FD7AA14-93FE-4DE9-B7EF-8D927FC35D59}"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61741243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3646F3D-C360-FA61-9467-3F7C436EA60C}"/>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5EAEA129-2109-4D20-BB65-CC13F07EDAF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6125312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7701AD89-EAE4-C420-23B1-C5C7B6304C7B}"/>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AA9EA86F-57E4-EE47-B75B-FFDB8AAD31F0}"/>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44B3C5D4-180C-5267-1463-3C0A71DE47EF}"/>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96B373D3-2F7C-7046-E812-7695BA231F4B}"/>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4F7745C3-3638-6F7C-93AB-3920E37D4BAB}"/>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63C64C1F-14C9-61DC-39D0-D633F2F2DE87}"/>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2F5D1E87-DE78-7988-497F-BD59D08F6888}"/>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FC5C605-356F-44BA-74C5-B2D7CD2F5C6D}"/>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9016BC53-064D-432D-BD42-6A727BA39E9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B657057-41C9-4CA7-100A-F584EE3CE485}"/>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DF9A89F7-63F3-6036-71DD-B37D643C1C92}"/>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E528E624-E1FD-4515-9383-C5F0BD0891A2}"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996E1012-237E-EB04-13AE-63AC2FAE5C64}"/>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EB8F43ED-5CF2-3075-7C86-35ED6B8E5AB0}"/>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1E97861-D16C-9C60-D37B-2C4DEE223FD7}"/>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7FD074BD-7449-4145-9679-4DAFFA3F32E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4BAE386-32D2-7FFE-CE63-260953A4E1A2}"/>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75113A36-36E5-9DCA-29E9-D9B331D5A8E9}"/>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1DD89586-C5BF-417D-8880-62518D551AB1}"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A30A8F61-01DF-0153-5875-6D2813642E80}"/>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BE79B563-826D-1FDB-899E-E3D8934A84CF}"/>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30522434-BD5E-FF56-904C-A7600F1C44F3}"/>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24C43BBF-8F48-44EC-87F2-77C0C84B1A0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9B06928-8079-65F0-1338-B52CAD432A6B}"/>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3AF11797-9A62-1294-A6F1-79397614591B}"/>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B050AD20-BED7-4ED0-8310-97C04FFE9F91}"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3F289FA0-9B4E-9BFE-433A-71C914A20910}"/>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D8B9A4E9-A261-F95E-8DE8-ED1889D746E9}"/>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4A20BCFC-6FB5-7289-3B9C-5B1A6B5E8723}"/>
              </a:ext>
            </a:extLst>
          </p:cNvPr>
          <p:cNvGraphicFramePr>
            <a:graphicFrameLocks noGrp="1"/>
          </p:cNvGraphicFramePr>
          <p:nvPr>
            <p:extLst>
              <p:ext uri="{D42A27DB-BD31-4B8C-83A1-F6EECF244321}">
                <p14:modId xmlns:p14="http://schemas.microsoft.com/office/powerpoint/2010/main" val="3218441820"/>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2B9ED6D1-2AF2-6CBC-F7C9-182B8C130557}"/>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E960A0B9-76BD-19DD-1E71-E1B612CF0AA9}"/>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195098D5-CE79-8089-D778-2804EFB197B2}"/>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1B6AC101-748F-EF66-D296-70B20DF41C6C}"/>
              </a:ext>
            </a:extLst>
          </p:cNvPr>
          <p:cNvGraphicFramePr>
            <a:graphicFrameLocks noGrp="1"/>
          </p:cNvGraphicFramePr>
          <p:nvPr>
            <p:extLst>
              <p:ext uri="{D42A27DB-BD31-4B8C-83A1-F6EECF244321}">
                <p14:modId xmlns:p14="http://schemas.microsoft.com/office/powerpoint/2010/main" val="3020244931"/>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3EC272AA-FC75-D811-DB4C-04D6EB757D4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45B0E3B6-F830-4A05-8F37-C6AE7518AA36}"/>
              </a:ext>
            </a:extLst>
          </p:cNvPr>
          <p:cNvGraphicFramePr>
            <a:graphicFrameLocks noGrp="1"/>
          </p:cNvGraphicFramePr>
          <p:nvPr>
            <p:extLst>
              <p:ext uri="{D42A27DB-BD31-4B8C-83A1-F6EECF244321}">
                <p14:modId xmlns:p14="http://schemas.microsoft.com/office/powerpoint/2010/main" val="1772397020"/>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445A4953-C4CE-26CF-41A2-BFC5F76536C8}"/>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A3C2F80-FA3C-212E-5828-6B667CC9262F}"/>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AB5867EC-B6DF-1CE0-ED21-97225FA22D7B}"/>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1EB5BE7B-3B4C-35E4-E7BD-0341A7CA1429}"/>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92D83E62-94A8-635E-7341-7F5D60D09F84}"/>
              </a:ext>
            </a:extLst>
          </p:cNvPr>
          <p:cNvGraphicFramePr>
            <a:graphicFrameLocks noGrp="1"/>
          </p:cNvGraphicFramePr>
          <p:nvPr>
            <p:extLst>
              <p:ext uri="{D42A27DB-BD31-4B8C-83A1-F6EECF244321}">
                <p14:modId xmlns:p14="http://schemas.microsoft.com/office/powerpoint/2010/main" val="377648632"/>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2048678396"/>
                    </a:ext>
                  </a:extLst>
                </a:gridCol>
                <a:gridCol w="7569200">
                  <a:extLst>
                    <a:ext uri="{9D8B030D-6E8A-4147-A177-3AD203B41FA5}">
                      <a16:colId xmlns:a16="http://schemas.microsoft.com/office/drawing/2014/main" val="4294586801"/>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1260203191"/>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7385880"/>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29778198"/>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00271034"/>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64577027"/>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61391486"/>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59014687"/>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32166620"/>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70104738"/>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80803029"/>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1469455"/>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hold OK on a channel for its menu;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42420628"/>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E532C5D1-372D-332B-7FF4-4DECC1F0F38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choose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and enter the test server, username and password from the table. It serves the same test channels and guide.</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Optional: the QR code opens a web page on a phone where the playlist can be typed instead. It is sent encrypted (the key is in the QR code) and fills this form for "Check and save".</a:t>
            </a:r>
          </a:p>
        </p:txBody>
      </p:sp>
      <p:sp>
        <p:nvSpPr>
          <p:cNvPr id="18" name="텍스트 개체 틀 16">
            <a:extLst>
              <a:ext uri="{FF2B5EF4-FFF2-40B4-BE49-F238E27FC236}">
                <a16:creationId xmlns:a16="http://schemas.microsoft.com/office/drawing/2014/main" id="{266B1BA6-02FE-DC51-D3AF-6FA7BE50AA00}"/>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FC2DCE60-F758-CEA0-562F-03D0350A1EED}"/>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7A80A5D9-552F-D0ED-00A6-ABF8C490E89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676B3E95-DEE8-6076-BE98-1036DCC45EC4}"/>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1B3DCDC8-149F-7E96-4F91-9D9ECD29779E}"/>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319029F6-1733-74EA-047C-167434D898FF}"/>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8B8EB822-AFB3-4EF4-65C8-681A93534A32}"/>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2E77D9A4-5570-A26E-29DF-029304706864}"/>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F9429DC3-3C08-8449-0BA2-8511096DFE80}"/>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BF663E6B-B572-36FE-6CE3-DE29F56A47D1}"/>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59200AD4-A10A-5E56-97C1-97421BE6363C}"/>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8273ABEC-69CB-BE9B-9F52-2D9E58E8CA95}"/>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5704321B-3309-E973-C53A-99A993D416A4}"/>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9" name="Rectangle 18">
            <a:extLst>
              <a:ext uri="{FF2B5EF4-FFF2-40B4-BE49-F238E27FC236}">
                <a16:creationId xmlns:a16="http://schemas.microsoft.com/office/drawing/2014/main" id="{03C58006-4AD2-4814-9CFF-83C5C114CC35}"/>
              </a:ext>
            </a:extLst>
          </p:cNvPr>
          <p:cNvSpPr/>
          <p:nvPr/>
        </p:nvSpPr>
        <p:spPr bwMode="auto">
          <a:xfrm>
            <a:off x="485180" y="1416447"/>
            <a:ext cx="1680765" cy="184447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60D55930-2D57-8D18-F4A2-CFED97651DDD}"/>
              </a:ext>
            </a:extLst>
          </p:cNvPr>
          <p:cNvSpPr/>
          <p:nvPr/>
        </p:nvSpPr>
        <p:spPr bwMode="auto">
          <a:xfrm>
            <a:off x="3429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21" name="Table 20">
            <a:extLst>
              <a:ext uri="{FF2B5EF4-FFF2-40B4-BE49-F238E27FC236}">
                <a16:creationId xmlns:a16="http://schemas.microsoft.com/office/drawing/2014/main" id="{EE70AF45-1D46-A22C-46D7-E1F6C137B64C}"/>
              </a:ext>
            </a:extLst>
          </p:cNvPr>
          <p:cNvGraphicFramePr>
            <a:graphicFrameLocks noGrp="1"/>
          </p:cNvGraphicFramePr>
          <p:nvPr>
            <p:extLst>
              <p:ext uri="{D42A27DB-BD31-4B8C-83A1-F6EECF244321}">
                <p14:modId xmlns:p14="http://schemas.microsoft.com/office/powerpoint/2010/main" val="2071608087"/>
              </p:ext>
            </p:extLst>
          </p:nvPr>
        </p:nvGraphicFramePr>
        <p:xfrm>
          <a:off x="7239000" y="647700"/>
          <a:ext cx="2616200" cy="2286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11637879"/>
                    </a:ext>
                  </a:extLst>
                </a:gridCol>
                <a:gridCol w="2336800">
                  <a:extLst>
                    <a:ext uri="{9D8B030D-6E8A-4147-A177-3AD203B41FA5}">
                      <a16:colId xmlns:a16="http://schemas.microsoft.com/office/drawing/2014/main" val="112957500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607690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3492766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325878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0969447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404777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9071953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Or use your phone: fills this form from </a:t>
                      </a:r>
                      <a:r>
                        <a:rPr lang="en-US" sz="800" b="0" i="0">
                          <a:solidFill>
                            <a:srgbClr val="000000"/>
                          </a:solidFill>
                          <a:latin typeface="Arial" panose="020B0604020202020204" pitchFamily="34" charset="0"/>
                        </a:rPr>
                        <a:t>a phone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50095409"/>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71286327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72611629"/>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84029750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Server address: https://zaplist-test.zaplist.workers</a:t>
                      </a:r>
                      <a:r>
                        <a:rPr lang="en-US" sz="800" b="0" i="0">
                          <a:solidFill>
                            <a:srgbClr val="000000"/>
                          </a:solidFill>
                          <a:latin typeface="Arial" panose="020B0604020202020204" pitchFamily="34" charset="0"/>
                        </a:rPr>
                        <a:t>.dev</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4715653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Username</a:t>
                      </a:r>
                      <a:r>
                        <a:rPr lang="en-US" sz="800" b="0" i="0">
                          <a:solidFill>
                            <a:srgbClr val="000000"/>
                          </a:solidFill>
                          <a:latin typeface="Arial" panose="020B0604020202020204" pitchFamily="34" charset="0"/>
                        </a:rPr>
                        <a:t>: zaplist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9993034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Password</a:t>
                      </a:r>
                      <a:r>
                        <a:rPr lang="en-US" sz="800" b="0" i="0">
                          <a:solidFill>
                            <a:srgbClr val="000000"/>
                          </a:solidFill>
                          <a:latin typeface="Arial" panose="020B0604020202020204" pitchFamily="34" charset="0"/>
                        </a:rPr>
                        <a:t>: review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49736618"/>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4235770041"/>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29438738"/>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AD90A40F-4BB3-DCCE-0EEE-BFE4BC213379}"/>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538886F9-8EF7-D1CE-2C6E-3B39AF9C231D}"/>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E1DE013B-7B96-6753-A266-4A66490D650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F481513D-FB5D-093F-FB55-65872BF61F0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49521BC-989B-75C5-58C2-91F4201F8AA4}"/>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F8C729C-8E48-A876-7B6A-B08B89025FD0}"/>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3E097006-E943-50BF-6CE8-44F02B10E234}"/>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8BE9A07-3751-CDB2-CC76-3D283C817E8A}"/>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C5E9F6E-C302-FB5E-CA7A-DD4873F9EB24}"/>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1C31708-D1F4-803C-C7B0-F093A3F08F7E}"/>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953A6A8A-DA87-DEB0-0F23-262C03CEE44A}"/>
              </a:ext>
            </a:extLst>
          </p:cNvPr>
          <p:cNvGraphicFramePr>
            <a:graphicFrameLocks noGrp="1"/>
          </p:cNvGraphicFramePr>
          <p:nvPr>
            <p:extLst>
              <p:ext uri="{D42A27DB-BD31-4B8C-83A1-F6EECF244321}">
                <p14:modId xmlns:p14="http://schemas.microsoft.com/office/powerpoint/2010/main" val="70742331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08156057"/>
                    </a:ext>
                  </a:extLst>
                </a:gridCol>
                <a:gridCol w="2336800">
                  <a:extLst>
                    <a:ext uri="{9D8B030D-6E8A-4147-A177-3AD203B41FA5}">
                      <a16:colId xmlns:a16="http://schemas.microsoft.com/office/drawing/2014/main" val="99656175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5266480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6651346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0147168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47372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CAAECB5-B938-BA63-6C12-CE42A60676BA}"/>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6A27EF79-5711-EA7F-6977-866B27F5A834}"/>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E5ED9B2A-FD33-BFFB-B7E8-664E7761E921}"/>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0E6D57B-26D5-8F5A-BE96-E813BA80B3D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1312948-A0F0-03E2-A26F-9C282E056DF3}"/>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E8BEC2A-6919-F8AF-7B45-8854A7B0730C}"/>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040E9DB-A198-E9F2-55D3-CF025D3C6F3B}"/>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C96D984-4916-EE21-7265-A0846E95164D}"/>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101C9A9-4C83-0486-C2C9-5F273C39B92B}"/>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51DFF1E9-61AC-94B9-0A15-9146BDBA74EB}"/>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B68ADB1-D743-2BC9-14DD-736B41196D26}"/>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3342013C-7B3A-C099-B2F2-AB7CCC1FDCA4}"/>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05243564-E91A-108A-A7CD-BFD408A52AB4}"/>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89E30BDE-D3E2-5480-0974-C6B479F647D1}"/>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5C72CE37-2A50-37B2-FCE1-BFF025AD47CF}"/>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43A56CD4-4B8E-5EA7-3852-37BBAD05B598}"/>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B5DAB4FD-38A6-EE75-1407-2596FDE70179}"/>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6EDABF96-4B56-C792-BBF3-D7EC2FB6C29B}"/>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4AA9F6F3-03FB-8614-AB93-4BB76764A9BC}"/>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6FDE9CA4-0CFB-2A91-50E0-C54616154B1D}"/>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D69731AF-5491-6FD7-9C96-AB7D89E86D8D}"/>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10A67FE6-1670-AF52-2248-7CC3C2DDB81B}"/>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0E7982F1-1523-4355-50E6-951F947C7B3D}"/>
              </a:ext>
            </a:extLst>
          </p:cNvPr>
          <p:cNvGraphicFramePr>
            <a:graphicFrameLocks noGrp="1"/>
          </p:cNvGraphicFramePr>
          <p:nvPr>
            <p:extLst>
              <p:ext uri="{D42A27DB-BD31-4B8C-83A1-F6EECF244321}">
                <p14:modId xmlns:p14="http://schemas.microsoft.com/office/powerpoint/2010/main" val="4106911513"/>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28177317"/>
                    </a:ext>
                  </a:extLst>
                </a:gridCol>
                <a:gridCol w="2336800">
                  <a:extLst>
                    <a:ext uri="{9D8B030D-6E8A-4147-A177-3AD203B41FA5}">
                      <a16:colId xmlns:a16="http://schemas.microsoft.com/office/drawing/2014/main" val="191172426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34610778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6226805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3591527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78813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3868607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0199768"/>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60695820"/>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52609177"/>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16443064"/>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4068523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BDD4D8B-FF46-6612-F1AB-76EFA8994DF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2F9F2048-937E-FDE8-B07A-BAEAE285102D}"/>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29F3CE6-5CDF-AD66-A732-A671FF7AE7C2}"/>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6375E0D-F07B-4A33-C3CA-A3E9C6E41A6D}"/>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E20D3718-7BC8-B4F7-5972-2A25FD2D904F}"/>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9093D9B-4513-6813-3BD9-D53B1B09A54E}"/>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B368F19-8683-583E-B0CB-C14A240CB7F1}"/>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D0B275C-FBD8-7ABC-3115-BE8FB52197F4}"/>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E144507-70E3-7A72-815E-15CEAEFD281A}"/>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B8903957-D701-AD18-2BC1-CDE34D48EEC4}"/>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F0724E6F-C64A-3A45-C071-60791676A849}"/>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012409CC-AF72-2360-3858-C62437FC606C}"/>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E7E7C6DF-08B1-2CB4-FB3B-A0C1BCE20039}"/>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1CBFC23E-B9A3-F0D1-37EE-9BDBB9F5411A}"/>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3C261D31-3C49-DAC0-B524-E74D457AC0A4}"/>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A5EF9D53-7420-89A1-EC6B-693907E3E7B0}"/>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2636C0A3-AFE2-13A3-7D03-BE594FE98E49}"/>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9495445E-6FA6-8E92-2299-16A6FFA3B277}"/>
              </a:ext>
            </a:extLst>
          </p:cNvPr>
          <p:cNvGraphicFramePr>
            <a:graphicFrameLocks noGrp="1"/>
          </p:cNvGraphicFramePr>
          <p:nvPr>
            <p:extLst>
              <p:ext uri="{D42A27DB-BD31-4B8C-83A1-F6EECF244321}">
                <p14:modId xmlns:p14="http://schemas.microsoft.com/office/powerpoint/2010/main" val="3616079010"/>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698644081"/>
                    </a:ext>
                  </a:extLst>
                </a:gridCol>
                <a:gridCol w="2336800">
                  <a:extLst>
                    <a:ext uri="{9D8B030D-6E8A-4147-A177-3AD203B41FA5}">
                      <a16:colId xmlns:a16="http://schemas.microsoft.com/office/drawing/2014/main" val="107302217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64119137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3318639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9432870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9784124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7903070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43948241"/>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3823907"/>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045666"/>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1943474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BCE394D-FF7D-88B8-A45E-C18C04390F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97F33AE-DEFB-3E03-0A6E-3C5466FAD368}"/>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9F45FF8-853C-72AE-6776-283EFBBBA024}"/>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F24035A-D5A8-D81D-5D64-514104117DF0}"/>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D914859-E957-43AF-BD55-1D219AFA6061}"/>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B79755E-ED5E-BE5E-C1A9-358F75C1B770}"/>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CD848D9-DFB8-5A1D-DC75-E0E7682B3707}"/>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B258CA8-26EA-CCA5-8583-E7443663B7ED}"/>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8C991351-9567-95CE-B73F-162DED0ED24D}"/>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390C29B3-1D86-281D-BE1E-B053AF8A4FDB}"/>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F8F87859-0846-7F32-4309-10A431754BD3}"/>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5E904EB9-253E-2807-0345-0A47290D53BE}"/>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3ACC58FC-AD4D-AE9E-D01E-33BD50B7291F}"/>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4A18604C-D502-C3E2-A4D4-1B771B8C5F47}"/>
              </a:ext>
            </a:extLst>
          </p:cNvPr>
          <p:cNvGraphicFramePr>
            <a:graphicFrameLocks noGrp="1"/>
          </p:cNvGraphicFramePr>
          <p:nvPr>
            <p:extLst>
              <p:ext uri="{D42A27DB-BD31-4B8C-83A1-F6EECF244321}">
                <p14:modId xmlns:p14="http://schemas.microsoft.com/office/powerpoint/2010/main" val="110709841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221022030"/>
                    </a:ext>
                  </a:extLst>
                </a:gridCol>
                <a:gridCol w="2336800">
                  <a:extLst>
                    <a:ext uri="{9D8B030D-6E8A-4147-A177-3AD203B41FA5}">
                      <a16:colId xmlns:a16="http://schemas.microsoft.com/office/drawing/2014/main" val="32846583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7505916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4478572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8610292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248274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2480479"/>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48915466"/>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64987796"/>
                  </a:ext>
                </a:extLst>
              </a:tr>
            </a:tbl>
          </a:graphicData>
        </a:graphic>
      </p:graphicFrame>
    </p:spTree>
    <p:extLst>
      <p:ext uri="{BB962C8B-B14F-4D97-AF65-F5344CB8AC3E}">
        <p14:creationId xmlns:p14="http://schemas.microsoft.com/office/powerpoint/2010/main" val="1577475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6D887CC-71E3-66D8-550A-BDFB4A54E9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EC7FD51-E6F4-C375-1B19-87C8309683C3}"/>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5896807-561E-57E6-B007-D07E683FCE16}"/>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853F5E4-036C-A763-FBFE-56DF2AAA7D32}"/>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3C300C3-9BE8-B9D9-65D0-36DEF597FF1D}"/>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63C1A04-A004-56C1-0D7A-B5BA98656390}"/>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8B75A15-C9CB-3A7A-B9E5-7E31E52ABA95}"/>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BFC36A2-2749-BC6C-F565-4CD61889481A}"/>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0EBB71D1-231C-8E74-B754-97FDB951C38A}"/>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E69483C-30C0-48EB-8BFF-DF8001E33AEC}"/>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47E128EF-2452-D582-1FC8-4E2670608D66}"/>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2D6ED34A-E257-A254-E4A1-F65AB5EB98A3}"/>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5C42F1AE-FB59-EF82-B5E8-14B0B581D418}"/>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C247A415-B7F2-C9DB-362E-4B9F93B5B7AF}"/>
              </a:ext>
            </a:extLst>
          </p:cNvPr>
          <p:cNvGraphicFramePr>
            <a:graphicFrameLocks noGrp="1"/>
          </p:cNvGraphicFramePr>
          <p:nvPr>
            <p:extLst>
              <p:ext uri="{D42A27DB-BD31-4B8C-83A1-F6EECF244321}">
                <p14:modId xmlns:p14="http://schemas.microsoft.com/office/powerpoint/2010/main" val="244052113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924594140"/>
                    </a:ext>
                  </a:extLst>
                </a:gridCol>
                <a:gridCol w="2336800">
                  <a:extLst>
                    <a:ext uri="{9D8B030D-6E8A-4147-A177-3AD203B41FA5}">
                      <a16:colId xmlns:a16="http://schemas.microsoft.com/office/drawing/2014/main" val="162162163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74624784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228306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1355634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9936225"/>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0926283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5056580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3883580"/>
                  </a:ext>
                </a:extLst>
              </a:tr>
            </a:tbl>
          </a:graphicData>
        </a:graphic>
      </p:graphicFrame>
    </p:spTree>
    <p:extLst>
      <p:ext uri="{BB962C8B-B14F-4D97-AF65-F5344CB8AC3E}">
        <p14:creationId xmlns:p14="http://schemas.microsoft.com/office/powerpoint/2010/main" val="26459886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8F46BCD2-0E2B-97F2-7DC6-0BC2D0F8E8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01B5696-D124-95D2-75CA-3CE7CF4D55B6}"/>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FE8FE1B-E0CD-DDCA-7EDE-BEC071845319}"/>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58CA6F2-C929-ECF8-D96A-E71DACF6E5BD}"/>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B027078-DA7D-DF29-CD77-B3CC07176602}"/>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0F58753-CC16-39F7-3E87-32A47772AE34}"/>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9DAE0EE-ED28-A959-2886-02DFA2E6C83B}"/>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069F2962-2374-5FE3-80F4-1DD4ED5D8023}"/>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4F94640B-5E7D-5DD5-074E-3BC7EE237A3A}"/>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1C340D74-491B-5968-806D-E61E9D143268}"/>
              </a:ext>
            </a:extLst>
          </p:cNvPr>
          <p:cNvGraphicFramePr>
            <a:graphicFrameLocks noGrp="1"/>
          </p:cNvGraphicFramePr>
          <p:nvPr>
            <p:extLst>
              <p:ext uri="{D42A27DB-BD31-4B8C-83A1-F6EECF244321}">
                <p14:modId xmlns:p14="http://schemas.microsoft.com/office/powerpoint/2010/main" val="3461385751"/>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407222676"/>
                    </a:ext>
                  </a:extLst>
                </a:gridCol>
                <a:gridCol w="2336800">
                  <a:extLst>
                    <a:ext uri="{9D8B030D-6E8A-4147-A177-3AD203B41FA5}">
                      <a16:colId xmlns:a16="http://schemas.microsoft.com/office/drawing/2014/main" val="13852839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82607932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8133018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5974090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78553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18798927"/>
                  </a:ext>
                </a:extLst>
              </a:tr>
            </a:tbl>
          </a:graphicData>
        </a:graphic>
      </p:graphicFrame>
    </p:spTree>
    <p:extLst>
      <p:ext uri="{BB962C8B-B14F-4D97-AF65-F5344CB8AC3E}">
        <p14:creationId xmlns:p14="http://schemas.microsoft.com/office/powerpoint/2010/main" val="12006301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or the arrows shown on the channel, reorder it;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471384D-E194-C073-E378-FCDB25A1FEC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25C8742-D614-A92D-566B-7FF4718D8BEB}"/>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F83CC8C-E669-80C5-2529-369337F75EED}"/>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8CF77FA-1AAB-CBAC-262A-9A9D7ADB9FBF}"/>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1322DF8C-6AAC-67BA-CBA7-FC726A282CBD}"/>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06A7339-227A-3E00-8A7F-1CA2A2F1E4F4}"/>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472845A-98AC-6DB2-7DC0-A5881BBCE57B}"/>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BD0BA425-15B3-3439-DC2A-855FC8B2CC29}"/>
              </a:ext>
            </a:extLst>
          </p:cNvPr>
          <p:cNvGraphicFramePr>
            <a:graphicFrameLocks noGrp="1"/>
          </p:cNvGraphicFramePr>
          <p:nvPr>
            <p:extLst>
              <p:ext uri="{D42A27DB-BD31-4B8C-83A1-F6EECF244321}">
                <p14:modId xmlns:p14="http://schemas.microsoft.com/office/powerpoint/2010/main" val="105560810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145579638"/>
                    </a:ext>
                  </a:extLst>
                </a:gridCol>
                <a:gridCol w="2336800">
                  <a:extLst>
                    <a:ext uri="{9D8B030D-6E8A-4147-A177-3AD203B41FA5}">
                      <a16:colId xmlns:a16="http://schemas.microsoft.com/office/drawing/2014/main" val="132129634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72239142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773053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7369876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46167777"/>
                  </a:ext>
                </a:extLst>
              </a:tr>
            </a:tbl>
          </a:graphicData>
        </a:graphic>
      </p:graphicFrame>
    </p:spTree>
    <p:extLst>
      <p:ext uri="{BB962C8B-B14F-4D97-AF65-F5344CB8AC3E}">
        <p14:creationId xmlns:p14="http://schemas.microsoft.com/office/powerpoint/2010/main" val="27414170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BF0D7DD-707D-8859-0F18-7D8023E1989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C5F7C50-9B86-21C8-E3B3-35A7F8513C5B}"/>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DE077DD-9F87-E307-F907-E07181D89E1A}"/>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D9E38B0-1087-2B23-7307-9687D7665E0A}"/>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E8D6E72-928E-F154-A61B-525BC760D155}"/>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8802CCD-FA48-9638-3859-7CCB445C522B}"/>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95B012D-49D5-1BFE-7790-D82CD1EA6DA1}"/>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1221B90-60CB-D45E-3825-3ECD5D4CFF5D}"/>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F7BC080B-13C4-D393-0A82-25DF0E6486FC}"/>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2538EE4E-6CA1-2D4A-1845-F735C24A68CB}"/>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A665D836-6D33-58FC-D333-B67931B3566D}"/>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295512D9-557E-9553-BEED-E64D61412BF4}"/>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70037FB9-F6DF-E63E-F641-90071DED89AF}"/>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DD8B8438-7D39-9FBD-7228-290520265C5A}"/>
              </a:ext>
            </a:extLst>
          </p:cNvPr>
          <p:cNvGraphicFramePr>
            <a:graphicFrameLocks noGrp="1"/>
          </p:cNvGraphicFramePr>
          <p:nvPr>
            <p:extLst>
              <p:ext uri="{D42A27DB-BD31-4B8C-83A1-F6EECF244321}">
                <p14:modId xmlns:p14="http://schemas.microsoft.com/office/powerpoint/2010/main" val="827158174"/>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16248666"/>
                    </a:ext>
                  </a:extLst>
                </a:gridCol>
                <a:gridCol w="2336800">
                  <a:extLst>
                    <a:ext uri="{9D8B030D-6E8A-4147-A177-3AD203B41FA5}">
                      <a16:colId xmlns:a16="http://schemas.microsoft.com/office/drawing/2014/main" val="73399662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31417932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1471018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206251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1034149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63278360"/>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545103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93110211"/>
                  </a:ext>
                </a:extLst>
              </a:tr>
            </a:tbl>
          </a:graphicData>
        </a:graphic>
      </p:graphicFrame>
    </p:spTree>
    <p:extLst>
      <p:ext uri="{BB962C8B-B14F-4D97-AF65-F5344CB8AC3E}">
        <p14:creationId xmlns:p14="http://schemas.microsoft.com/office/powerpoint/2010/main" val="9501925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38C99CF-EE94-D5F8-6F44-BBA1348DA4C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F4E76A2-A01B-5C77-144A-8E7B886F697F}"/>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D0B56CA-AA10-592C-98C3-C0BD424ED08D}"/>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29D7052-BF88-15AD-F098-2D6A44C50B77}"/>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725C5E3-9C94-B473-F82E-F859478B75E3}"/>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2187D77-861E-584A-42E8-BD5BB28B667B}"/>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CBC8F42-C783-69CB-9504-0E5C5E815B1A}"/>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7A824E1-75A7-E2FA-F25A-CE92E1A14E44}"/>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8B3B134-5E4F-2967-33A9-6ED85D880245}"/>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43CF80CA-502A-4A53-D6F3-30930CEF0625}"/>
              </a:ext>
            </a:extLst>
          </p:cNvPr>
          <p:cNvGraphicFramePr>
            <a:graphicFrameLocks noGrp="1"/>
          </p:cNvGraphicFramePr>
          <p:nvPr>
            <p:extLst>
              <p:ext uri="{D42A27DB-BD31-4B8C-83A1-F6EECF244321}">
                <p14:modId xmlns:p14="http://schemas.microsoft.com/office/powerpoint/2010/main" val="778932455"/>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247340164"/>
                    </a:ext>
                  </a:extLst>
                </a:gridCol>
                <a:gridCol w="2336800">
                  <a:extLst>
                    <a:ext uri="{9D8B030D-6E8A-4147-A177-3AD203B41FA5}">
                      <a16:colId xmlns:a16="http://schemas.microsoft.com/office/drawing/2014/main" val="60260779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2655179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0222349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4472121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6426428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83494975"/>
                  </a:ext>
                </a:extLst>
              </a:tr>
            </a:tbl>
          </a:graphicData>
        </a:graphic>
      </p:graphicFrame>
    </p:spTree>
    <p:extLst>
      <p:ext uri="{BB962C8B-B14F-4D97-AF65-F5344CB8AC3E}">
        <p14:creationId xmlns:p14="http://schemas.microsoft.com/office/powerpoint/2010/main" val="34630964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0B9C813-D2C4-4B02-F094-249992FB08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BCFF91A7-85F0-334F-9A32-0A67B0DEEC8F}"/>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D67E25A-C750-4107-6C20-F9BF9019D7A0}"/>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DCE4EF1-54C9-D4C1-A867-49DAEEEEB290}"/>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E4DE4A7-8A0A-6FB8-9D6C-1C02D57EAE12}"/>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A94CA00C-788F-FA7C-3D1E-927B9E30A504}"/>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16721E1-702F-51D3-98D8-B35DD2F90BFE}"/>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73675A4F-1EBF-DD71-9E5E-9CC25CEFE118}"/>
              </a:ext>
            </a:extLst>
          </p:cNvPr>
          <p:cNvGraphicFramePr>
            <a:graphicFrameLocks noGrp="1"/>
          </p:cNvGraphicFramePr>
          <p:nvPr>
            <p:extLst>
              <p:ext uri="{D42A27DB-BD31-4B8C-83A1-F6EECF244321}">
                <p14:modId xmlns:p14="http://schemas.microsoft.com/office/powerpoint/2010/main" val="3916344677"/>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430983395"/>
                    </a:ext>
                  </a:extLst>
                </a:gridCol>
                <a:gridCol w="2336800">
                  <a:extLst>
                    <a:ext uri="{9D8B030D-6E8A-4147-A177-3AD203B41FA5}">
                      <a16:colId xmlns:a16="http://schemas.microsoft.com/office/drawing/2014/main" val="339521321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7829814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4237462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602667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40176077"/>
                  </a:ext>
                </a:extLst>
              </a:tr>
            </a:tbl>
          </a:graphicData>
        </a:graphic>
      </p:graphicFrame>
    </p:spTree>
    <p:extLst>
      <p:ext uri="{BB962C8B-B14F-4D97-AF65-F5344CB8AC3E}">
        <p14:creationId xmlns:p14="http://schemas.microsoft.com/office/powerpoint/2010/main" val="1411022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60AEEB8A-7B62-FA2C-DCB5-22FD02787B9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C6B2B4C-0159-5709-3204-5B373A72885F}"/>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E71FE77-4E8A-05EF-3CEC-3E1303C47079}"/>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2FD5349-49AE-5024-5E7E-D0B41E7C8A86}"/>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3BCDE2B-BF94-B740-559D-E93880498D9B}"/>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85B69D19-EB2D-D968-B57B-B597005D8E88}"/>
              </a:ext>
            </a:extLst>
          </p:cNvPr>
          <p:cNvGraphicFramePr>
            <a:graphicFrameLocks noGrp="1"/>
          </p:cNvGraphicFramePr>
          <p:nvPr>
            <p:extLst>
              <p:ext uri="{D42A27DB-BD31-4B8C-83A1-F6EECF244321}">
                <p14:modId xmlns:p14="http://schemas.microsoft.com/office/powerpoint/2010/main" val="3356957871"/>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45451164"/>
                    </a:ext>
                  </a:extLst>
                </a:gridCol>
                <a:gridCol w="2336800">
                  <a:extLst>
                    <a:ext uri="{9D8B030D-6E8A-4147-A177-3AD203B41FA5}">
                      <a16:colId xmlns:a16="http://schemas.microsoft.com/office/drawing/2014/main" val="424471813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1354040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0449483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29808981"/>
                  </a:ext>
                </a:extLst>
              </a:tr>
            </a:tbl>
          </a:graphicData>
        </a:graphic>
      </p:graphicFrame>
    </p:spTree>
    <p:extLst>
      <p:ext uri="{BB962C8B-B14F-4D97-AF65-F5344CB8AC3E}">
        <p14:creationId xmlns:p14="http://schemas.microsoft.com/office/powerpoint/2010/main" val="2068263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15655E5-792F-A00E-730F-77319A166B7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AE64D58-73A7-B17A-7EE0-08C433BCD966}"/>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C7B3017-F2BB-E447-CA88-B4E709A3261E}"/>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D2410BC-E4E4-2943-3B19-DB4258A81D9F}"/>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77EE72F-8B50-1874-DDF4-C2EF5573B5D3}"/>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E925EDE-62AC-0640-6EEA-BA511B2E9C48}"/>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5484C974-868D-B885-3542-35CD3768A37A}"/>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E4076D88-DDB7-CA01-6646-0D7BF56CD9D9}"/>
              </a:ext>
            </a:extLst>
          </p:cNvPr>
          <p:cNvGraphicFramePr>
            <a:graphicFrameLocks noGrp="1"/>
          </p:cNvGraphicFramePr>
          <p:nvPr>
            <p:extLst>
              <p:ext uri="{D42A27DB-BD31-4B8C-83A1-F6EECF244321}">
                <p14:modId xmlns:p14="http://schemas.microsoft.com/office/powerpoint/2010/main" val="645501769"/>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55984641"/>
                    </a:ext>
                  </a:extLst>
                </a:gridCol>
                <a:gridCol w="2336800">
                  <a:extLst>
                    <a:ext uri="{9D8B030D-6E8A-4147-A177-3AD203B41FA5}">
                      <a16:colId xmlns:a16="http://schemas.microsoft.com/office/drawing/2014/main" val="281391597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268980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7076135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4668970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677446"/>
                  </a:ext>
                </a:extLst>
              </a:tr>
            </a:tbl>
          </a:graphicData>
        </a:graphic>
      </p:graphicFrame>
    </p:spTree>
    <p:extLst>
      <p:ext uri="{BB962C8B-B14F-4D97-AF65-F5344CB8AC3E}">
        <p14:creationId xmlns:p14="http://schemas.microsoft.com/office/powerpoint/2010/main" val="5284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26D78C0-460D-0EAC-7020-2AA7EDCB8CB2}"/>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46BC9816-A901-00EA-6428-FC9E2AAF7DC3}"/>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0BAA7255-AE68-5EAE-EE73-3E49EEBADEBA}"/>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E6F8AAE-4324-F4D4-D1B8-F75FC9C6C89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D185BE8-8FB0-2810-1D88-40FDEBC51DD5}"/>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F17B2AA-206A-7739-6073-66BEE0AD4112}"/>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DD35B0F-3D07-E5B4-286D-D709127A7806}"/>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923EE8C-49F6-258F-0885-5531D588EC30}"/>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0F7CF123-49F0-B04E-076C-5806EE9077AD}"/>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C0F42C31-CCC8-1460-1552-46AB849901F0}"/>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B5E09DC-4A58-1E76-6E34-0DA726B2A6B0}"/>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0B52E1A5-370F-C7B8-30CC-939FA673E80E}"/>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7DA9624-C394-4F3B-4578-F820DDE53642}"/>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DB6C2AAE-2685-B3A2-0C09-8E32939DE3AD}"/>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4DBE9AF-7EFF-AAC1-9C1C-A7E0762A37DE}"/>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0ECE259A-0C17-F442-79A1-01CDA9986EC1}"/>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657A1F05-A773-2A36-8824-E633C71C96B2}"/>
              </a:ext>
            </a:extLst>
          </p:cNvPr>
          <p:cNvGraphicFramePr>
            <a:graphicFrameLocks noGrp="1"/>
          </p:cNvGraphicFramePr>
          <p:nvPr>
            <p:extLst>
              <p:ext uri="{D42A27DB-BD31-4B8C-83A1-F6EECF244321}">
                <p14:modId xmlns:p14="http://schemas.microsoft.com/office/powerpoint/2010/main" val="2505741352"/>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892389946"/>
                    </a:ext>
                  </a:extLst>
                </a:gridCol>
                <a:gridCol w="2336800">
                  <a:extLst>
                    <a:ext uri="{9D8B030D-6E8A-4147-A177-3AD203B41FA5}">
                      <a16:colId xmlns:a16="http://schemas.microsoft.com/office/drawing/2014/main" val="286883126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45971669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8455136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6653320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550439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4480987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1512245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52357985"/>
                  </a:ext>
                </a:extLst>
              </a:tr>
            </a:tbl>
          </a:graphicData>
        </a:graphic>
      </p:graphicFrame>
    </p:spTree>
    <p:extLst>
      <p:ext uri="{BB962C8B-B14F-4D97-AF65-F5344CB8AC3E}">
        <p14:creationId xmlns:p14="http://schemas.microsoft.com/office/powerpoint/2010/main" val="33408347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9128846B-818E-EB45-9767-48B4D02C96D3}"/>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D969467F-2698-6543-1819-663E62956A51}"/>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B33CE4A8-E9D8-F882-2F5B-B9E6795D25A3}"/>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9D8191EE-7D0D-0718-5BD7-2562A3616CB3}"/>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0B6B951-0DF6-0FC1-AA20-C693B3CB641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9F4D1060-2E16-98A6-20BA-C5853E22E1D4}"/>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FF455498-60E0-FCB1-A5F1-5AB12A68E647}"/>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7E043C75-65CF-C2AE-78F2-044CE7E68302}"/>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4A48ECBF-7C58-1D6C-C66E-8814ADFECE63}"/>
              </a:ext>
            </a:extLst>
          </p:cNvPr>
          <p:cNvSpPr txBox="1">
            <a:spLocks noChangeArrowheads="1"/>
          </p:cNvSpPr>
          <p:nvPr/>
        </p:nvSpPr>
        <p:spPr bwMode="auto">
          <a:xfrm>
            <a:off x="381000" y="1000125"/>
            <a:ext cx="9109075" cy="2492990"/>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page 6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To test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use the test server https://zaplist-test.zaplist.workers.dev with username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and password review (page 6). It serves the same test channels and guide.</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75822E91-FD1F-9BBD-6103-02E85689E263}"/>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2628</Words>
  <Application>Microsoft Office PowerPoint</Application>
  <PresentationFormat>A4 Paper (210x297 mm)</PresentationFormat>
  <Paragraphs>464</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2026-10-10T16:28:57Z</dcterms:modified>
</cp:coreProperties>
</file>