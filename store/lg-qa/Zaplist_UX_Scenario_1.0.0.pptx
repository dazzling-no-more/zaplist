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3.xml" ContentType="application/vnd.openxmlformats-officedocument.them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4.xml" ContentType="application/vnd.openxmlformats-officedocument.theme+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theme/theme5.xml" ContentType="application/vnd.openxmlformats-officedocument.theme+xml"/>
  <Override PartName="/ppt/slideLayouts/slideLayout43.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0" r:id="rId1"/>
    <p:sldMasterId id="2147484825" r:id="rId2"/>
    <p:sldMasterId id="2147484839" r:id="rId3"/>
    <p:sldMasterId id="2147484851" r:id="rId4"/>
    <p:sldMasterId id="2147483701" r:id="rId5"/>
    <p:sldMasterId id="2147483689" r:id="rId6"/>
  </p:sldMasterIdLst>
  <p:notesMasterIdLst>
    <p:notesMasterId r:id="rId29"/>
  </p:notesMasterIdLst>
  <p:handoutMasterIdLst>
    <p:handoutMasterId r:id="rId30"/>
  </p:handoutMasterIdLst>
  <p:sldIdLst>
    <p:sldId id="299" r:id="rId7"/>
    <p:sldId id="319" r:id="rId8"/>
    <p:sldId id="301" r:id="rId9"/>
    <p:sldId id="320" r:id="rId10"/>
    <p:sldId id="318" r:id="rId11"/>
    <p:sldId id="317" r:id="rId12"/>
    <p:sldId id="304" r:id="rId13"/>
    <p:sldId id="323" r:id="rId14"/>
    <p:sldId id="309" r:id="rId15"/>
    <p:sldId id="333" r:id="rId16"/>
    <p:sldId id="332" r:id="rId17"/>
    <p:sldId id="331" r:id="rId18"/>
    <p:sldId id="330" r:id="rId19"/>
    <p:sldId id="329" r:id="rId20"/>
    <p:sldId id="328" r:id="rId21"/>
    <p:sldId id="327" r:id="rId22"/>
    <p:sldId id="326" r:id="rId23"/>
    <p:sldId id="325" r:id="rId24"/>
    <p:sldId id="324" r:id="rId25"/>
    <p:sldId id="321" r:id="rId26"/>
    <p:sldId id="311" r:id="rId27"/>
    <p:sldId id="308" r:id="rId28"/>
  </p:sldIdLst>
  <p:sldSz cx="9906000" cy="6858000" type="A4"/>
  <p:notesSz cx="6858000" cy="9144000"/>
  <p:defaultTextStyle>
    <a:defPPr>
      <a:defRPr lang="ko-KR"/>
    </a:defPPr>
    <a:lvl1pPr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1pPr>
    <a:lvl2pPr marL="4572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2pPr>
    <a:lvl3pPr marL="9144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3pPr>
    <a:lvl4pPr marL="13716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4pPr>
    <a:lvl5pPr marL="18288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5pPr>
    <a:lvl6pPr marL="22860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6pPr>
    <a:lvl7pPr marL="27432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7pPr>
    <a:lvl8pPr marL="32004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8pPr>
    <a:lvl9pPr marL="36576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9pPr>
  </p:defaultTextStyle>
  <p:extLst>
    <p:ext uri="{EFAFB233-063F-42B5-8137-9DF3F51BA10A}">
      <p15:sldGuideLst xmlns:p15="http://schemas.microsoft.com/office/powerpoint/2012/main">
        <p15:guide id="1" orient="horz" pos="3784">
          <p15:clr>
            <a:srgbClr val="A4A3A4"/>
          </p15:clr>
        </p15:guide>
        <p15:guide id="2" orient="horz" pos="482">
          <p15:clr>
            <a:srgbClr val="A4A3A4"/>
          </p15:clr>
        </p15:guide>
        <p15:guide id="3" orient="horz" pos="845">
          <p15:clr>
            <a:srgbClr val="A4A3A4"/>
          </p15:clr>
        </p15:guide>
        <p15:guide id="4" orient="horz" pos="3430">
          <p15:clr>
            <a:srgbClr val="A4A3A4"/>
          </p15:clr>
        </p15:guide>
        <p15:guide id="5" orient="horz" pos="3833">
          <p15:clr>
            <a:srgbClr val="A4A3A4"/>
          </p15:clr>
        </p15:guide>
        <p15:guide id="6" pos="221">
          <p15:clr>
            <a:srgbClr val="A4A3A4"/>
          </p15:clr>
        </p15:guide>
        <p15:guide id="7" pos="312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66"/>
    <a:srgbClr val="FFFF66"/>
    <a:srgbClr val="E9F5A3"/>
    <a:srgbClr val="F6FBAF"/>
    <a:srgbClr val="DDDDDD"/>
    <a:srgbClr val="969696"/>
    <a:srgbClr val="FF0000"/>
    <a:srgbClr val="BBE0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31" autoAdjust="0"/>
    <p:restoredTop sz="99708" autoAdjust="0"/>
  </p:normalViewPr>
  <p:slideViewPr>
    <p:cSldViewPr>
      <p:cViewPr varScale="1">
        <p:scale>
          <a:sx n="111" d="100"/>
          <a:sy n="111" d="100"/>
        </p:scale>
        <p:origin x="1260" y="96"/>
      </p:cViewPr>
      <p:guideLst>
        <p:guide orient="horz" pos="3784"/>
        <p:guide orient="horz" pos="482"/>
        <p:guide orient="horz" pos="845"/>
        <p:guide orient="horz" pos="3430"/>
        <p:guide orient="horz" pos="3833"/>
        <p:guide pos="221"/>
        <p:guide pos="3120"/>
      </p:guideLst>
    </p:cSldViewPr>
  </p:slideViewPr>
  <p:notesTextViewPr>
    <p:cViewPr>
      <p:scale>
        <a:sx n="100" d="100"/>
        <a:sy n="100" d="100"/>
      </p:scale>
      <p:origin x="0" y="0"/>
    </p:cViewPr>
  </p:notesTextViewPr>
  <p:sorterViewPr>
    <p:cViewPr>
      <p:scale>
        <a:sx n="200" d="100"/>
        <a:sy n="200" d="100"/>
      </p:scale>
      <p:origin x="0" y="0"/>
    </p:cViewPr>
  </p:sorterViewPr>
  <p:notesViewPr>
    <p:cSldViewPr>
      <p:cViewPr varScale="1">
        <p:scale>
          <a:sx n="86" d="100"/>
          <a:sy n="86" d="100"/>
        </p:scale>
        <p:origin x="3864" y="108"/>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 Type="http://schemas.openxmlformats.org/officeDocument/2006/relationships/slideMaster" Target="slideMasters/slideMaster3.xml"/><Relationship Id="rId21" Type="http://schemas.openxmlformats.org/officeDocument/2006/relationships/slide" Target="slides/slide15.xml"/><Relationship Id="rId34"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viewProps" Target="viewProps.xml"/><Relationship Id="rId5" Type="http://schemas.openxmlformats.org/officeDocument/2006/relationships/slideMaster" Target="slideMasters/slideMaster5.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presProps" Target="presProps.xml"/><Relationship Id="rId4" Type="http://schemas.openxmlformats.org/officeDocument/2006/relationships/slideMaster" Target="slideMasters/slideMaster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handoutMaster" Target="handoutMasters/handoutMaster1.xml"/><Relationship Id="rId8"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머리글 개체 틀 1">
            <a:extLst>
              <a:ext uri="{FF2B5EF4-FFF2-40B4-BE49-F238E27FC236}">
                <a16:creationId xmlns:a16="http://schemas.microsoft.com/office/drawing/2014/main" id="{2334A4A0-8A86-2945-3F61-2A98CBB9D0C6}"/>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ea typeface="굴림" pitchFamily="50" charset="-127"/>
                <a:cs typeface="Arial" charset="0"/>
              </a:defRPr>
            </a:lvl1pPr>
          </a:lstStyle>
          <a:p>
            <a:pPr>
              <a:defRPr/>
            </a:pPr>
            <a:endParaRPr lang="ko-KR" altLang="en-US"/>
          </a:p>
        </p:txBody>
      </p:sp>
      <p:sp>
        <p:nvSpPr>
          <p:cNvPr id="3" name="날짜 개체 틀 2">
            <a:extLst>
              <a:ext uri="{FF2B5EF4-FFF2-40B4-BE49-F238E27FC236}">
                <a16:creationId xmlns:a16="http://schemas.microsoft.com/office/drawing/2014/main" id="{60891AA1-444F-E064-D607-E9DC6D950D4D}"/>
              </a:ext>
            </a:extLst>
          </p:cNvPr>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ea typeface="굴림" pitchFamily="50" charset="-127"/>
                <a:cs typeface="Arial" charset="0"/>
              </a:defRPr>
            </a:lvl1pPr>
          </a:lstStyle>
          <a:p>
            <a:pPr>
              <a:defRPr/>
            </a:pPr>
            <a:fld id="{DEC9ECD9-252F-4827-803E-44161EFE88C1}" type="datetimeFigureOut">
              <a:rPr lang="ko-KR" altLang="en-US"/>
              <a:pPr>
                <a:defRPr/>
              </a:pPr>
              <a:t>2026-10-10</a:t>
            </a:fld>
            <a:endParaRPr lang="ko-KR" altLang="en-US" dirty="0"/>
          </a:p>
        </p:txBody>
      </p:sp>
      <p:sp>
        <p:nvSpPr>
          <p:cNvPr id="4" name="바닥글 개체 틀 3">
            <a:extLst>
              <a:ext uri="{FF2B5EF4-FFF2-40B4-BE49-F238E27FC236}">
                <a16:creationId xmlns:a16="http://schemas.microsoft.com/office/drawing/2014/main" id="{75B21D6E-3A54-815E-457E-A66B6E834616}"/>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ea typeface="굴림" pitchFamily="50" charset="-127"/>
                <a:cs typeface="Arial" charset="0"/>
              </a:defRPr>
            </a:lvl1pPr>
          </a:lstStyle>
          <a:p>
            <a:pPr>
              <a:defRPr/>
            </a:pPr>
            <a:endParaRPr lang="ko-KR" altLang="en-US"/>
          </a:p>
        </p:txBody>
      </p:sp>
      <p:sp>
        <p:nvSpPr>
          <p:cNvPr id="5" name="슬라이드 번호 개체 틀 4">
            <a:extLst>
              <a:ext uri="{FF2B5EF4-FFF2-40B4-BE49-F238E27FC236}">
                <a16:creationId xmlns:a16="http://schemas.microsoft.com/office/drawing/2014/main" id="{79DD2FC9-96B9-3006-9721-C438B307C34A}"/>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ea typeface="굴림" panose="020B0600000101010101" pitchFamily="50" charset="-127"/>
              </a:defRPr>
            </a:lvl1pPr>
          </a:lstStyle>
          <a:p>
            <a:pPr>
              <a:defRPr/>
            </a:pPr>
            <a:fld id="{BF19AE57-37D0-4A47-976D-4F231CA17E1C}"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441C0CC0-0E5D-ADDC-FB59-266C55AED8B3}"/>
              </a:ext>
            </a:extLst>
          </p:cNvPr>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latinLnBrk="1" hangingPunct="1">
              <a:defRPr kumimoji="1" sz="1200">
                <a:latin typeface="굴림" pitchFamily="50" charset="-127"/>
                <a:ea typeface="굴림" pitchFamily="50" charset="-127"/>
                <a:cs typeface="Arial" charset="0"/>
              </a:defRPr>
            </a:lvl1pPr>
          </a:lstStyle>
          <a:p>
            <a:pPr>
              <a:defRPr/>
            </a:pPr>
            <a:endParaRPr lang="en-US" altLang="ko-KR"/>
          </a:p>
        </p:txBody>
      </p:sp>
      <p:sp>
        <p:nvSpPr>
          <p:cNvPr id="6147" name="Rectangle 3">
            <a:extLst>
              <a:ext uri="{FF2B5EF4-FFF2-40B4-BE49-F238E27FC236}">
                <a16:creationId xmlns:a16="http://schemas.microsoft.com/office/drawing/2014/main" id="{5826BF7A-0906-6EA1-5481-2F96FF80167A}"/>
              </a:ext>
            </a:extLst>
          </p:cNvPr>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latinLnBrk="1" hangingPunct="1">
              <a:defRPr kumimoji="1" sz="1200">
                <a:latin typeface="굴림" pitchFamily="50" charset="-127"/>
                <a:ea typeface="굴림" pitchFamily="50" charset="-127"/>
                <a:cs typeface="Arial" charset="0"/>
              </a:defRPr>
            </a:lvl1pPr>
          </a:lstStyle>
          <a:p>
            <a:pPr>
              <a:defRPr/>
            </a:pPr>
            <a:endParaRPr lang="en-US" altLang="ko-KR"/>
          </a:p>
        </p:txBody>
      </p:sp>
      <p:sp>
        <p:nvSpPr>
          <p:cNvPr id="12292" name="Rectangle 4">
            <a:extLst>
              <a:ext uri="{FF2B5EF4-FFF2-40B4-BE49-F238E27FC236}">
                <a16:creationId xmlns:a16="http://schemas.microsoft.com/office/drawing/2014/main" id="{D508E065-0E03-2BFC-40A7-027559C356AA}"/>
              </a:ext>
            </a:extLst>
          </p:cNvPr>
          <p:cNvSpPr>
            <a:spLocks noRot="1" noChangeArrowheads="1" noTextEdit="1"/>
          </p:cNvSpPr>
          <p:nvPr>
            <p:ph type="sldImg" idx="2"/>
          </p:nvPr>
        </p:nvSpPr>
        <p:spPr bwMode="auto">
          <a:xfrm>
            <a:off x="952500" y="685800"/>
            <a:ext cx="4953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9" name="Rectangle 5">
            <a:extLst>
              <a:ext uri="{FF2B5EF4-FFF2-40B4-BE49-F238E27FC236}">
                <a16:creationId xmlns:a16="http://schemas.microsoft.com/office/drawing/2014/main" id="{9FE98D36-9865-5378-6B40-A14D67A61BD5}"/>
              </a:ext>
            </a:extLst>
          </p:cNvPr>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ko-KR" altLang="en-US" noProof="0"/>
              <a:t>마스터 텍스트 스타일을 편집합니다</a:t>
            </a:r>
          </a:p>
          <a:p>
            <a:pPr lvl="1"/>
            <a:r>
              <a:rPr lang="ko-KR" altLang="en-US" noProof="0"/>
              <a:t>둘째 수준</a:t>
            </a:r>
          </a:p>
          <a:p>
            <a:pPr lvl="2"/>
            <a:r>
              <a:rPr lang="ko-KR" altLang="en-US" noProof="0"/>
              <a:t>셋째 수준</a:t>
            </a:r>
          </a:p>
          <a:p>
            <a:pPr lvl="3"/>
            <a:r>
              <a:rPr lang="ko-KR" altLang="en-US" noProof="0"/>
              <a:t>넷째 수준</a:t>
            </a:r>
          </a:p>
          <a:p>
            <a:pPr lvl="4"/>
            <a:r>
              <a:rPr lang="ko-KR" altLang="en-US" noProof="0"/>
              <a:t>다섯째 수준</a:t>
            </a:r>
          </a:p>
        </p:txBody>
      </p:sp>
      <p:sp>
        <p:nvSpPr>
          <p:cNvPr id="6150" name="Rectangle 6">
            <a:extLst>
              <a:ext uri="{FF2B5EF4-FFF2-40B4-BE49-F238E27FC236}">
                <a16:creationId xmlns:a16="http://schemas.microsoft.com/office/drawing/2014/main" id="{6AD59D3B-9B74-1F22-B68B-9A66C653C0D7}"/>
              </a:ext>
            </a:extLst>
          </p:cNvPr>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latinLnBrk="1" hangingPunct="1">
              <a:defRPr kumimoji="1" sz="1200">
                <a:latin typeface="굴림" pitchFamily="50" charset="-127"/>
                <a:ea typeface="굴림" pitchFamily="50" charset="-127"/>
                <a:cs typeface="Arial" charset="0"/>
              </a:defRPr>
            </a:lvl1pPr>
          </a:lstStyle>
          <a:p>
            <a:pPr>
              <a:defRPr/>
            </a:pPr>
            <a:endParaRPr lang="en-US" altLang="ko-KR"/>
          </a:p>
        </p:txBody>
      </p:sp>
      <p:sp>
        <p:nvSpPr>
          <p:cNvPr id="6151" name="Rectangle 7">
            <a:extLst>
              <a:ext uri="{FF2B5EF4-FFF2-40B4-BE49-F238E27FC236}">
                <a16:creationId xmlns:a16="http://schemas.microsoft.com/office/drawing/2014/main" id="{6FE61099-7432-6DEE-A264-A21A9D1DF333}"/>
              </a:ext>
            </a:extLst>
          </p:cNvPr>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latinLnBrk="1" hangingPunct="1">
              <a:defRPr kumimoji="1" sz="1200">
                <a:latin typeface="굴림" panose="020B0600000101010101" pitchFamily="50" charset="-127"/>
                <a:ea typeface="굴림" panose="020B0600000101010101" pitchFamily="50" charset="-127"/>
              </a:defRPr>
            </a:lvl1pPr>
          </a:lstStyle>
          <a:p>
            <a:pPr>
              <a:defRPr/>
            </a:pPr>
            <a:fld id="{5B581820-305B-45E6-9B13-9AE9C6CB254A}" type="slidenum">
              <a:rPr lang="en-US" altLang="ko-KR"/>
              <a:pPr>
                <a:defRPr/>
              </a:pPr>
              <a:t>‹#›</a:t>
            </a:fld>
            <a:endParaRPr lang="en-US" altLang="ko-KR"/>
          </a:p>
        </p:txBody>
      </p:sp>
    </p:spTree>
  </p:cSld>
  <p:clrMap bg1="lt1" tx1="dk1" bg2="lt2" tx2="dk2" accent1="accent1" accent2="accent2" accent3="accent3" accent4="accent4" accent5="accent5" accent6="accent6" hlink="hlink" folHlink="folHlink"/>
  <p:hf hdr="0" ftr="0" dt="0"/>
  <p:notesStyle>
    <a:lvl1pPr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1pPr>
    <a:lvl2pPr marL="4572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2pPr>
    <a:lvl3pPr marL="9144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3pPr>
    <a:lvl4pPr marL="13716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4pPr>
    <a:lvl5pPr marL="18288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슬라이드 이미지 개체 틀 1">
            <a:extLst>
              <a:ext uri="{FF2B5EF4-FFF2-40B4-BE49-F238E27FC236}">
                <a16:creationId xmlns:a16="http://schemas.microsoft.com/office/drawing/2014/main" id="{7CE35213-0077-2676-0094-85E5E460D4FD}"/>
              </a:ext>
            </a:extLst>
          </p:cNvPr>
          <p:cNvSpPr>
            <a:spLocks noGrp="1" noRot="1" noChangeAspect="1" noChangeArrowheads="1" noTextEdit="1"/>
          </p:cNvSpPr>
          <p:nvPr>
            <p:ph type="sldImg"/>
          </p:nvPr>
        </p:nvSpPr>
        <p:spPr>
          <a:ln/>
        </p:spPr>
      </p:sp>
      <p:sp>
        <p:nvSpPr>
          <p:cNvPr id="15363" name="슬라이드 노트 개체 틀 2">
            <a:extLst>
              <a:ext uri="{FF2B5EF4-FFF2-40B4-BE49-F238E27FC236}">
                <a16:creationId xmlns:a16="http://schemas.microsoft.com/office/drawing/2014/main" id="{B16713FF-A88A-CC46-BAEB-0D28D90C72F8}"/>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ko-KR" altLang="en-US">
              <a:latin typeface="굴림" panose="020B0600000101010101" pitchFamily="34" charset="-127"/>
              <a:ea typeface="굴림" panose="020B0600000101010101" pitchFamily="34" charset="-127"/>
            </a:endParaRPr>
          </a:p>
        </p:txBody>
      </p:sp>
      <p:sp>
        <p:nvSpPr>
          <p:cNvPr id="15364" name="슬라이드 번호 개체 틀 3">
            <a:extLst>
              <a:ext uri="{FF2B5EF4-FFF2-40B4-BE49-F238E27FC236}">
                <a16:creationId xmlns:a16="http://schemas.microsoft.com/office/drawing/2014/main" id="{4F9AE07B-44E7-A1E1-083C-1FFF0A1F5DF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60584F20-6163-42AB-956A-660B22854413}" type="slidenum">
              <a:rPr lang="en-US" altLang="ko-KR" smtClean="0">
                <a:latin typeface="굴림" panose="020B0600000101010101" pitchFamily="34" charset="-127"/>
              </a:rPr>
              <a:pPr/>
              <a:t>1</a:t>
            </a:fld>
            <a:endParaRPr lang="en-US" altLang="ko-KR">
              <a:latin typeface="굴림" panose="020B0600000101010101" pitchFamily="34" charset="-127"/>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슬라이드 이미지 개체 틀 1">
            <a:extLst>
              <a:ext uri="{FF2B5EF4-FFF2-40B4-BE49-F238E27FC236}">
                <a16:creationId xmlns:a16="http://schemas.microsoft.com/office/drawing/2014/main" id="{78B5261A-8A86-0716-4F75-C0F37153C0EF}"/>
              </a:ext>
            </a:extLst>
          </p:cNvPr>
          <p:cNvSpPr>
            <a:spLocks noGrp="1" noRot="1" noChangeAspect="1" noChangeArrowheads="1" noTextEdit="1"/>
          </p:cNvSpPr>
          <p:nvPr>
            <p:ph type="sldImg"/>
          </p:nvPr>
        </p:nvSpPr>
        <p:spPr>
          <a:ln/>
        </p:spPr>
      </p:sp>
      <p:sp>
        <p:nvSpPr>
          <p:cNvPr id="17411" name="슬라이드 노트 개체 틀 2">
            <a:extLst>
              <a:ext uri="{FF2B5EF4-FFF2-40B4-BE49-F238E27FC236}">
                <a16:creationId xmlns:a16="http://schemas.microsoft.com/office/drawing/2014/main" id="{50596A89-57C9-F6F9-0937-49F296BF9CD5}"/>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17412" name="슬라이드 번호 개체 틀 3">
            <a:extLst>
              <a:ext uri="{FF2B5EF4-FFF2-40B4-BE49-F238E27FC236}">
                <a16:creationId xmlns:a16="http://schemas.microsoft.com/office/drawing/2014/main" id="{9FE35C81-83F1-A1A1-BC76-C5E3601CFA5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80101704-6B67-48A8-BD81-98F9A9D7D1F0}" type="slidenum">
              <a:rPr lang="en-US" altLang="ko-KR" smtClean="0">
                <a:latin typeface="굴림" panose="020B0600000101010101" pitchFamily="34" charset="-127"/>
              </a:rPr>
              <a:pPr/>
              <a:t>2</a:t>
            </a:fld>
            <a:endParaRPr lang="en-US" altLang="ko-KR">
              <a:latin typeface="굴림" panose="020B0600000101010101" pitchFamily="34" charset="-127"/>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슬라이드 이미지 개체 틀 1">
            <a:extLst>
              <a:ext uri="{FF2B5EF4-FFF2-40B4-BE49-F238E27FC236}">
                <a16:creationId xmlns:a16="http://schemas.microsoft.com/office/drawing/2014/main" id="{E7EEA65E-27EC-FA34-13A6-1A87696B18BC}"/>
              </a:ext>
            </a:extLst>
          </p:cNvPr>
          <p:cNvSpPr>
            <a:spLocks noGrp="1" noRot="1" noChangeAspect="1" noChangeArrowheads="1" noTextEdit="1"/>
          </p:cNvSpPr>
          <p:nvPr>
            <p:ph type="sldImg"/>
          </p:nvPr>
        </p:nvSpPr>
        <p:spPr>
          <a:ln/>
        </p:spPr>
      </p:sp>
      <p:sp>
        <p:nvSpPr>
          <p:cNvPr id="19459" name="슬라이드 노트 개체 틀 2">
            <a:extLst>
              <a:ext uri="{FF2B5EF4-FFF2-40B4-BE49-F238E27FC236}">
                <a16:creationId xmlns:a16="http://schemas.microsoft.com/office/drawing/2014/main" id="{80AA0F49-35FB-0DCD-DA1C-A5670BE3894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19460" name="슬라이드 번호 개체 틀 3">
            <a:extLst>
              <a:ext uri="{FF2B5EF4-FFF2-40B4-BE49-F238E27FC236}">
                <a16:creationId xmlns:a16="http://schemas.microsoft.com/office/drawing/2014/main" id="{D1084CD2-0344-4741-BF9F-8EBDBF7EFE82}"/>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A5AF66FF-823E-44BD-9F4C-C15AD12CC28E}" type="slidenum">
              <a:rPr lang="en-US" altLang="ko-KR" smtClean="0">
                <a:latin typeface="굴림" panose="020B0600000101010101" pitchFamily="34" charset="-127"/>
              </a:rPr>
              <a:pPr/>
              <a:t>3</a:t>
            </a:fld>
            <a:endParaRPr lang="en-US" altLang="ko-KR">
              <a:latin typeface="굴림" panose="020B0600000101010101" pitchFamily="34" charset="-127"/>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506" name="Rectangle 7">
            <a:extLst>
              <a:ext uri="{FF2B5EF4-FFF2-40B4-BE49-F238E27FC236}">
                <a16:creationId xmlns:a16="http://schemas.microsoft.com/office/drawing/2014/main" id="{2B4FB907-CEEE-384A-371A-DD82F0E85571}"/>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lvl1pPr>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1pPr>
            <a:lvl2pPr marL="742950" indent="-28575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2pPr>
            <a:lvl3pPr marL="1143000" indent="-22860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3pPr>
            <a:lvl4pPr marL="1600200" indent="-22860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4pPr>
            <a:lvl5pPr marL="2057400" indent="-22860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9pPr>
          </a:lstStyle>
          <a:p>
            <a:fld id="{F41B478E-EC85-4720-A5D3-27EBE437117B}" type="slidenum">
              <a:rPr lang="en-US" altLang="ru-RU" smtClean="0">
                <a:solidFill>
                  <a:srgbClr val="000000"/>
                </a:solidFill>
                <a:latin typeface="굴림" panose="020B0600000101010101" pitchFamily="34" charset="-127"/>
              </a:rPr>
              <a:pPr/>
              <a:t>4</a:t>
            </a:fld>
            <a:endParaRPr lang="en-US" altLang="ru-RU">
              <a:solidFill>
                <a:srgbClr val="000000"/>
              </a:solidFill>
              <a:latin typeface="굴림" panose="020B0600000101010101" pitchFamily="34" charset="-127"/>
            </a:endParaRPr>
          </a:p>
        </p:txBody>
      </p:sp>
      <p:sp>
        <p:nvSpPr>
          <p:cNvPr id="21507" name="Rectangle 1">
            <a:extLst>
              <a:ext uri="{FF2B5EF4-FFF2-40B4-BE49-F238E27FC236}">
                <a16:creationId xmlns:a16="http://schemas.microsoft.com/office/drawing/2014/main" id="{86AE3ACB-D655-3CB5-CEFF-3B68244E2AEB}"/>
              </a:ext>
            </a:extLst>
          </p:cNvPr>
          <p:cNvSpPr>
            <a:spLocks noChangeArrowheads="1" noTextEdit="1"/>
          </p:cNvSpPr>
          <p:nvPr>
            <p:ph type="sldImg"/>
          </p:nvPr>
        </p:nvSpPr>
        <p:spPr>
          <a:solidFill>
            <a:srgbClr val="FFFFFF"/>
          </a:solidFill>
          <a:ln/>
        </p:spPr>
      </p:sp>
      <p:sp>
        <p:nvSpPr>
          <p:cNvPr id="21508" name="Text Box 2">
            <a:extLst>
              <a:ext uri="{FF2B5EF4-FFF2-40B4-BE49-F238E27FC236}">
                <a16:creationId xmlns:a16="http://schemas.microsoft.com/office/drawing/2014/main" id="{81227C1E-579B-C737-947A-D9975FD858F8}"/>
              </a:ext>
            </a:extLst>
          </p:cNvPr>
          <p:cNvSpPr txBox="1">
            <a:spLocks noChangeArrowheads="1"/>
          </p:cNvSpPr>
          <p:nvPr/>
        </p:nvSpPr>
        <p:spPr bwMode="auto">
          <a:xfrm>
            <a:off x="685800" y="4343400"/>
            <a:ext cx="5486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anchor="ct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endParaRPr lang="uk-UA" altLang="ru-RU"/>
          </a:p>
        </p:txBody>
      </p:sp>
      <p:sp>
        <p:nvSpPr>
          <p:cNvPr id="21509" name="Text Box 3">
            <a:extLst>
              <a:ext uri="{FF2B5EF4-FFF2-40B4-BE49-F238E27FC236}">
                <a16:creationId xmlns:a16="http://schemas.microsoft.com/office/drawing/2014/main" id="{20428A62-4633-87A0-1B5A-8A5DA62F6F9E}"/>
              </a:ext>
            </a:extLst>
          </p:cNvPr>
          <p:cNvSpPr txBox="1">
            <a:spLocks noChangeArrowheads="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000" tIns="46800" rIns="90000" bIns="46800" anchor="b"/>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1pPr>
            <a:lvl2pPr marL="742950" indent="-28575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2pPr>
            <a:lvl3pPr marL="1143000" indent="-22860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3pPr>
            <a:lvl4pPr marL="1600200" indent="-22860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4pPr>
            <a:lvl5pPr marL="2057400" indent="-22860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9pPr>
          </a:lstStyle>
          <a:p>
            <a:pPr algn="r" eaLnBrk="1" hangingPunct="1"/>
            <a:fld id="{69CA15FB-99E8-48EE-9005-77FBF7E03C44}" type="slidenum">
              <a:rPr lang="en-US" altLang="ru-RU" sz="1200">
                <a:solidFill>
                  <a:srgbClr val="000000"/>
                </a:solidFill>
                <a:latin typeface="굴림" panose="020B0600000101010101" pitchFamily="34" charset="-127"/>
              </a:rPr>
              <a:pPr algn="r" eaLnBrk="1" hangingPunct="1"/>
              <a:t>4</a:t>
            </a:fld>
            <a:endParaRPr lang="en-US" altLang="ru-RU" sz="1200">
              <a:solidFill>
                <a:srgbClr val="000000"/>
              </a:solidFill>
              <a:latin typeface="굴림" panose="020B0600000101010101" pitchFamily="34" charset="-127"/>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슬라이드 이미지 개체 틀 1">
            <a:extLst>
              <a:ext uri="{FF2B5EF4-FFF2-40B4-BE49-F238E27FC236}">
                <a16:creationId xmlns:a16="http://schemas.microsoft.com/office/drawing/2014/main" id="{F74B5FB8-7018-034A-57D9-887F299A3B1D}"/>
              </a:ext>
            </a:extLst>
          </p:cNvPr>
          <p:cNvSpPr>
            <a:spLocks noGrp="1" noRot="1" noChangeAspect="1" noChangeArrowheads="1" noTextEdit="1"/>
          </p:cNvSpPr>
          <p:nvPr>
            <p:ph type="sldImg"/>
          </p:nvPr>
        </p:nvSpPr>
        <p:spPr>
          <a:ln/>
        </p:spPr>
      </p:sp>
      <p:sp>
        <p:nvSpPr>
          <p:cNvPr id="23555" name="슬라이드 노트 개체 틀 2">
            <a:extLst>
              <a:ext uri="{FF2B5EF4-FFF2-40B4-BE49-F238E27FC236}">
                <a16:creationId xmlns:a16="http://schemas.microsoft.com/office/drawing/2014/main" id="{5234242F-5E0A-E909-C874-5FCA7AACD67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3556" name="슬라이드 번호 개체 틀 3">
            <a:extLst>
              <a:ext uri="{FF2B5EF4-FFF2-40B4-BE49-F238E27FC236}">
                <a16:creationId xmlns:a16="http://schemas.microsoft.com/office/drawing/2014/main" id="{8819F679-19DF-F2A6-4438-7BB14122D5B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78A03D2A-38F2-4353-871A-1CFA4E0AC04E}" type="slidenum">
              <a:rPr lang="en-US" altLang="ko-KR" smtClean="0">
                <a:latin typeface="굴림" panose="020B0600000101010101" pitchFamily="34" charset="-127"/>
              </a:rPr>
              <a:pPr/>
              <a:t>5</a:t>
            </a:fld>
            <a:endParaRPr lang="en-US" altLang="ko-KR">
              <a:latin typeface="굴림" panose="020B0600000101010101" pitchFamily="34" charset="-127"/>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슬라이드 이미지 개체 틀 1">
            <a:extLst>
              <a:ext uri="{FF2B5EF4-FFF2-40B4-BE49-F238E27FC236}">
                <a16:creationId xmlns:a16="http://schemas.microsoft.com/office/drawing/2014/main" id="{934FFDEE-4600-C93E-8814-B6701108C1D3}"/>
              </a:ext>
            </a:extLst>
          </p:cNvPr>
          <p:cNvSpPr>
            <a:spLocks noGrp="1" noRot="1" noChangeAspect="1" noChangeArrowheads="1" noTextEdit="1"/>
          </p:cNvSpPr>
          <p:nvPr>
            <p:ph type="sldImg"/>
          </p:nvPr>
        </p:nvSpPr>
        <p:spPr>
          <a:ln/>
        </p:spPr>
      </p:sp>
      <p:sp>
        <p:nvSpPr>
          <p:cNvPr id="25603" name="슬라이드 노트 개체 틀 2">
            <a:extLst>
              <a:ext uri="{FF2B5EF4-FFF2-40B4-BE49-F238E27FC236}">
                <a16:creationId xmlns:a16="http://schemas.microsoft.com/office/drawing/2014/main" id="{2D31A2F2-9E1A-1773-6B16-44FCC225C5D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5604" name="슬라이드 번호 개체 틀 3">
            <a:extLst>
              <a:ext uri="{FF2B5EF4-FFF2-40B4-BE49-F238E27FC236}">
                <a16:creationId xmlns:a16="http://schemas.microsoft.com/office/drawing/2014/main" id="{6E30DE4F-BEEF-3D9C-BA6E-B8E391EFB1EF}"/>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561774BB-4F9D-43F5-BD29-26DD2BC8BD79}" type="slidenum">
              <a:rPr lang="en-US" altLang="ko-KR" smtClean="0">
                <a:latin typeface="굴림" panose="020B0600000101010101" pitchFamily="34" charset="-127"/>
              </a:rPr>
              <a:pPr/>
              <a:t>6</a:t>
            </a:fld>
            <a:endParaRPr lang="en-US" altLang="ko-KR">
              <a:latin typeface="굴림" panose="020B0600000101010101" pitchFamily="34" charset="-127"/>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슬라이드 이미지 개체 틀 1">
            <a:extLst>
              <a:ext uri="{FF2B5EF4-FFF2-40B4-BE49-F238E27FC236}">
                <a16:creationId xmlns:a16="http://schemas.microsoft.com/office/drawing/2014/main" id="{713638D0-599E-D57F-79E3-BB12C2DA56A6}"/>
              </a:ext>
            </a:extLst>
          </p:cNvPr>
          <p:cNvSpPr>
            <a:spLocks noGrp="1" noRot="1" noChangeAspect="1" noChangeArrowheads="1" noTextEdit="1"/>
          </p:cNvSpPr>
          <p:nvPr>
            <p:ph type="sldImg"/>
          </p:nvPr>
        </p:nvSpPr>
        <p:spPr>
          <a:ln/>
        </p:spPr>
      </p:sp>
      <p:sp>
        <p:nvSpPr>
          <p:cNvPr id="27651" name="슬라이드 노트 개체 틀 2">
            <a:extLst>
              <a:ext uri="{FF2B5EF4-FFF2-40B4-BE49-F238E27FC236}">
                <a16:creationId xmlns:a16="http://schemas.microsoft.com/office/drawing/2014/main" id="{AC8FCE2B-15E6-8C4D-F34D-B8CBA87095A8}"/>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7652" name="슬라이드 번호 개체 틀 3">
            <a:extLst>
              <a:ext uri="{FF2B5EF4-FFF2-40B4-BE49-F238E27FC236}">
                <a16:creationId xmlns:a16="http://schemas.microsoft.com/office/drawing/2014/main" id="{995B2086-22A3-06F9-E3C2-420FA11CC025}"/>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A4B16814-FDE7-48BF-8729-2A76F6708C3F}" type="slidenum">
              <a:rPr lang="en-US" altLang="ko-KR" smtClean="0">
                <a:latin typeface="굴림" panose="020B0600000101010101" pitchFamily="34" charset="-127"/>
              </a:rPr>
              <a:pPr/>
              <a:t>7</a:t>
            </a:fld>
            <a:endParaRPr lang="en-US" altLang="ko-KR">
              <a:latin typeface="굴림" panose="020B0600000101010101" pitchFamily="34" charset="-127"/>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슬라이드 이미지 개체 틀 1">
            <a:extLst>
              <a:ext uri="{FF2B5EF4-FFF2-40B4-BE49-F238E27FC236}">
                <a16:creationId xmlns:a16="http://schemas.microsoft.com/office/drawing/2014/main" id="{C785C563-8AAF-FF96-F2B0-767300285385}"/>
              </a:ext>
            </a:extLst>
          </p:cNvPr>
          <p:cNvSpPr>
            <a:spLocks noGrp="1" noRot="1" noChangeAspect="1" noChangeArrowheads="1" noTextEdit="1"/>
          </p:cNvSpPr>
          <p:nvPr>
            <p:ph type="sldImg"/>
          </p:nvPr>
        </p:nvSpPr>
        <p:spPr>
          <a:ln/>
        </p:spPr>
      </p:sp>
      <p:sp>
        <p:nvSpPr>
          <p:cNvPr id="29699" name="슬라이드 노트 개체 틀 2">
            <a:extLst>
              <a:ext uri="{FF2B5EF4-FFF2-40B4-BE49-F238E27FC236}">
                <a16:creationId xmlns:a16="http://schemas.microsoft.com/office/drawing/2014/main" id="{B4B6D5BB-34BA-9838-7CE5-C3B589799CA5}"/>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9700" name="슬라이드 번호 개체 틀 3">
            <a:extLst>
              <a:ext uri="{FF2B5EF4-FFF2-40B4-BE49-F238E27FC236}">
                <a16:creationId xmlns:a16="http://schemas.microsoft.com/office/drawing/2014/main" id="{D2986021-6291-A1F6-F8E6-7C2ABA98B039}"/>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11EADAB8-AC8A-43B6-8EB2-6502FAD8C220}" type="slidenum">
              <a:rPr lang="en-US" altLang="ko-KR" smtClean="0">
                <a:latin typeface="굴림" panose="020B0600000101010101" pitchFamily="34" charset="-127"/>
              </a:rPr>
              <a:pPr/>
              <a:t>8</a:t>
            </a:fld>
            <a:endParaRPr lang="en-US" altLang="ko-KR">
              <a:latin typeface="굴림" panose="020B0600000101010101" pitchFamily="34" charset="-127"/>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2C268D8-6515-A90C-EB6A-C306D154192C}"/>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FD65458A-64D7-6E22-BEC4-7761F7A3735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AAD937B4-B17D-68F8-B182-885A320C8BB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F6866E14-DB1B-46D3-841C-034EF5FC5215}" type="slidenum">
              <a:rPr lang="en-US" altLang="ko-KR" smtClean="0">
                <a:latin typeface="굴림" panose="020B0600000101010101" pitchFamily="34" charset="-127"/>
              </a:rPr>
              <a:pPr/>
              <a:t>9</a:t>
            </a:fld>
            <a:endParaRPr lang="en-US" altLang="ko-KR">
              <a:latin typeface="굴림" panose="020B0600000101010101" pitchFamily="34" charset="-127"/>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2C268D8-6515-A90C-EB6A-C306D154192C}"/>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FD65458A-64D7-6E22-BEC4-7761F7A3735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AAD937B4-B17D-68F8-B182-885A320C8BB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F6866E14-DB1B-46D3-841C-034EF5FC5215}" type="slidenum">
              <a:rPr lang="en-US" altLang="ko-KR" smtClean="0">
                <a:latin typeface="굴림" panose="020B0600000101010101" pitchFamily="34" charset="-127"/>
              </a:rPr>
              <a:pPr/>
              <a:t>10</a:t>
            </a:fld>
            <a:endParaRPr lang="en-US" altLang="ko-KR">
              <a:latin typeface="굴림" panose="020B0600000101010101" pitchFamily="34" charset="-127"/>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2C268D8-6515-A90C-EB6A-C306D154192C}"/>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FD65458A-64D7-6E22-BEC4-7761F7A3735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AAD937B4-B17D-68F8-B182-885A320C8BB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F6866E14-DB1B-46D3-841C-034EF5FC5215}" type="slidenum">
              <a:rPr lang="en-US" altLang="ko-KR" smtClean="0">
                <a:latin typeface="굴림" panose="020B0600000101010101" pitchFamily="34" charset="-127"/>
              </a:rPr>
              <a:pPr/>
              <a:t>11</a:t>
            </a:fld>
            <a:endParaRPr lang="en-US" altLang="ko-KR">
              <a:latin typeface="굴림" panose="020B0600000101010101" pitchFamily="34" charset="-127"/>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2C268D8-6515-A90C-EB6A-C306D154192C}"/>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FD65458A-64D7-6E22-BEC4-7761F7A3735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AAD937B4-B17D-68F8-B182-885A320C8BB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F6866E14-DB1B-46D3-841C-034EF5FC5215}" type="slidenum">
              <a:rPr lang="en-US" altLang="ko-KR" smtClean="0">
                <a:latin typeface="굴림" panose="020B0600000101010101" pitchFamily="34" charset="-127"/>
              </a:rPr>
              <a:pPr/>
              <a:t>12</a:t>
            </a:fld>
            <a:endParaRPr lang="en-US" altLang="ko-KR">
              <a:latin typeface="굴림" panose="020B0600000101010101" pitchFamily="34" charset="-127"/>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2C268D8-6515-A90C-EB6A-C306D154192C}"/>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FD65458A-64D7-6E22-BEC4-7761F7A3735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AAD937B4-B17D-68F8-B182-885A320C8BB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F6866E14-DB1B-46D3-841C-034EF5FC5215}" type="slidenum">
              <a:rPr lang="en-US" altLang="ko-KR" smtClean="0">
                <a:latin typeface="굴림" panose="020B0600000101010101" pitchFamily="34" charset="-127"/>
              </a:rPr>
              <a:pPr/>
              <a:t>13</a:t>
            </a:fld>
            <a:endParaRPr lang="en-US" altLang="ko-KR">
              <a:latin typeface="굴림" panose="020B0600000101010101" pitchFamily="34" charset="-127"/>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2C268D8-6515-A90C-EB6A-C306D154192C}"/>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FD65458A-64D7-6E22-BEC4-7761F7A3735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AAD937B4-B17D-68F8-B182-885A320C8BB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F6866E14-DB1B-46D3-841C-034EF5FC5215}" type="slidenum">
              <a:rPr lang="en-US" altLang="ko-KR" smtClean="0">
                <a:latin typeface="굴림" panose="020B0600000101010101" pitchFamily="34" charset="-127"/>
              </a:rPr>
              <a:pPr/>
              <a:t>14</a:t>
            </a:fld>
            <a:endParaRPr lang="en-US" altLang="ko-KR">
              <a:latin typeface="굴림" panose="020B0600000101010101" pitchFamily="34" charset="-127"/>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2C268D8-6515-A90C-EB6A-C306D154192C}"/>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FD65458A-64D7-6E22-BEC4-7761F7A3735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AAD937B4-B17D-68F8-B182-885A320C8BB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F6866E14-DB1B-46D3-841C-034EF5FC5215}" type="slidenum">
              <a:rPr lang="en-US" altLang="ko-KR" smtClean="0">
                <a:latin typeface="굴림" panose="020B0600000101010101" pitchFamily="34" charset="-127"/>
              </a:rPr>
              <a:pPr/>
              <a:t>15</a:t>
            </a:fld>
            <a:endParaRPr lang="en-US" altLang="ko-KR">
              <a:latin typeface="굴림" panose="020B0600000101010101" pitchFamily="34" charset="-127"/>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2C268D8-6515-A90C-EB6A-C306D154192C}"/>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FD65458A-64D7-6E22-BEC4-7761F7A3735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AAD937B4-B17D-68F8-B182-885A320C8BB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F6866E14-DB1B-46D3-841C-034EF5FC5215}" type="slidenum">
              <a:rPr lang="en-US" altLang="ko-KR" smtClean="0">
                <a:latin typeface="굴림" panose="020B0600000101010101" pitchFamily="34" charset="-127"/>
              </a:rPr>
              <a:pPr/>
              <a:t>16</a:t>
            </a:fld>
            <a:endParaRPr lang="en-US" altLang="ko-KR">
              <a:latin typeface="굴림" panose="020B0600000101010101" pitchFamily="34" charset="-127"/>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2C268D8-6515-A90C-EB6A-C306D154192C}"/>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FD65458A-64D7-6E22-BEC4-7761F7A3735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AAD937B4-B17D-68F8-B182-885A320C8BB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F6866E14-DB1B-46D3-841C-034EF5FC5215}" type="slidenum">
              <a:rPr lang="en-US" altLang="ko-KR" smtClean="0">
                <a:latin typeface="굴림" panose="020B0600000101010101" pitchFamily="34" charset="-127"/>
              </a:rPr>
              <a:pPr/>
              <a:t>17</a:t>
            </a:fld>
            <a:endParaRPr lang="en-US" altLang="ko-KR">
              <a:latin typeface="굴림" panose="020B0600000101010101" pitchFamily="34" charset="-127"/>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2C268D8-6515-A90C-EB6A-C306D154192C}"/>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FD65458A-64D7-6E22-BEC4-7761F7A3735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AAD937B4-B17D-68F8-B182-885A320C8BB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F6866E14-DB1B-46D3-841C-034EF5FC5215}" type="slidenum">
              <a:rPr lang="en-US" altLang="ko-KR" smtClean="0">
                <a:latin typeface="굴림" panose="020B0600000101010101" pitchFamily="34" charset="-127"/>
              </a:rPr>
              <a:pPr/>
              <a:t>18</a:t>
            </a:fld>
            <a:endParaRPr lang="en-US" altLang="ko-KR">
              <a:latin typeface="굴림" panose="020B0600000101010101" pitchFamily="34" charset="-127"/>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2C268D8-6515-A90C-EB6A-C306D154192C}"/>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FD65458A-64D7-6E22-BEC4-7761F7A3735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AAD937B4-B17D-68F8-B182-885A320C8BB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F6866E14-DB1B-46D3-841C-034EF5FC5215}" type="slidenum">
              <a:rPr lang="en-US" altLang="ko-KR" smtClean="0">
                <a:latin typeface="굴림" panose="020B0600000101010101" pitchFamily="34" charset="-127"/>
              </a:rPr>
              <a:pPr/>
              <a:t>19</a:t>
            </a:fld>
            <a:endParaRPr lang="en-US" altLang="ko-KR">
              <a:latin typeface="굴림" panose="020B0600000101010101" pitchFamily="34" charset="-127"/>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슬라이드 이미지 개체 틀 1">
            <a:extLst>
              <a:ext uri="{FF2B5EF4-FFF2-40B4-BE49-F238E27FC236}">
                <a16:creationId xmlns:a16="http://schemas.microsoft.com/office/drawing/2014/main" id="{21DBDE92-6D6F-9BAA-B902-D4F4FCA50441}"/>
              </a:ext>
            </a:extLst>
          </p:cNvPr>
          <p:cNvSpPr>
            <a:spLocks noGrp="1" noRot="1" noChangeAspect="1" noChangeArrowheads="1" noTextEdit="1"/>
          </p:cNvSpPr>
          <p:nvPr>
            <p:ph type="sldImg"/>
          </p:nvPr>
        </p:nvSpPr>
        <p:spPr>
          <a:ln/>
        </p:spPr>
      </p:sp>
      <p:sp>
        <p:nvSpPr>
          <p:cNvPr id="37891" name="슬라이드 노트 개체 틀 2">
            <a:extLst>
              <a:ext uri="{FF2B5EF4-FFF2-40B4-BE49-F238E27FC236}">
                <a16:creationId xmlns:a16="http://schemas.microsoft.com/office/drawing/2014/main" id="{31D628E1-310D-D874-D600-1A995CD9356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7892" name="슬라이드 번호 개체 틀 3">
            <a:extLst>
              <a:ext uri="{FF2B5EF4-FFF2-40B4-BE49-F238E27FC236}">
                <a16:creationId xmlns:a16="http://schemas.microsoft.com/office/drawing/2014/main" id="{CAEC9D42-DF4C-F46A-E555-C2A4D606D5E2}"/>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71FC753D-8C2E-485D-861E-CF1842717E91}" type="slidenum">
              <a:rPr lang="en-US" altLang="ko-KR" smtClean="0">
                <a:latin typeface="굴림" panose="020B0600000101010101" pitchFamily="34" charset="-127"/>
              </a:rPr>
              <a:pPr/>
              <a:t>20</a:t>
            </a:fld>
            <a:endParaRPr lang="en-US" altLang="ko-KR">
              <a:latin typeface="굴림" panose="020B0600000101010101" pitchFamily="34" charset="-127"/>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슬라이드 이미지 개체 틀 1">
            <a:extLst>
              <a:ext uri="{FF2B5EF4-FFF2-40B4-BE49-F238E27FC236}">
                <a16:creationId xmlns:a16="http://schemas.microsoft.com/office/drawing/2014/main" id="{51258127-2E1F-6CA2-9590-E64C16EF957A}"/>
              </a:ext>
            </a:extLst>
          </p:cNvPr>
          <p:cNvSpPr>
            <a:spLocks noGrp="1" noRot="1" noChangeAspect="1" noChangeArrowheads="1" noTextEdit="1"/>
          </p:cNvSpPr>
          <p:nvPr>
            <p:ph type="sldImg"/>
          </p:nvPr>
        </p:nvSpPr>
        <p:spPr>
          <a:ln/>
        </p:spPr>
      </p:sp>
      <p:sp>
        <p:nvSpPr>
          <p:cNvPr id="39939" name="슬라이드 노트 개체 틀 2">
            <a:extLst>
              <a:ext uri="{FF2B5EF4-FFF2-40B4-BE49-F238E27FC236}">
                <a16:creationId xmlns:a16="http://schemas.microsoft.com/office/drawing/2014/main" id="{FA91C5C4-41B6-8957-8DBB-C94AD288120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9940" name="슬라이드 번호 개체 틀 3">
            <a:extLst>
              <a:ext uri="{FF2B5EF4-FFF2-40B4-BE49-F238E27FC236}">
                <a16:creationId xmlns:a16="http://schemas.microsoft.com/office/drawing/2014/main" id="{C9AE205A-FC16-AD42-0A54-3A5CD058E8B7}"/>
              </a:ext>
            </a:extLst>
          </p:cNvPr>
          <p:cNvSpPr txBox="1">
            <a:spLocks noGrp="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algn="r" eaLnBrk="1" latinLnBrk="1" hangingPunct="1"/>
            <a:fld id="{46F98465-8E61-4189-8640-BC424F71DB46}" type="slidenum">
              <a:rPr kumimoji="1" lang="en-US" altLang="ko-KR" sz="1200">
                <a:latin typeface="굴림" panose="020B0600000101010101" pitchFamily="34" charset="-127"/>
              </a:rPr>
              <a:pPr algn="r" eaLnBrk="1" latinLnBrk="1" hangingPunct="1"/>
              <a:t>21</a:t>
            </a:fld>
            <a:endParaRPr kumimoji="1" lang="en-US" altLang="ko-KR" sz="1200">
              <a:latin typeface="굴림" panose="020B0600000101010101" pitchFamily="34" charset="-127"/>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슬라이드 이미지 개체 틀 1">
            <a:extLst>
              <a:ext uri="{FF2B5EF4-FFF2-40B4-BE49-F238E27FC236}">
                <a16:creationId xmlns:a16="http://schemas.microsoft.com/office/drawing/2014/main" id="{C61D89DA-C13A-9B56-7715-DB8A104A70C2}"/>
              </a:ext>
            </a:extLst>
          </p:cNvPr>
          <p:cNvSpPr>
            <a:spLocks noGrp="1" noRot="1" noChangeAspect="1" noChangeArrowheads="1" noTextEdit="1"/>
          </p:cNvSpPr>
          <p:nvPr>
            <p:ph type="sldImg"/>
          </p:nvPr>
        </p:nvSpPr>
        <p:spPr>
          <a:ln/>
        </p:spPr>
      </p:sp>
      <p:sp>
        <p:nvSpPr>
          <p:cNvPr id="44035" name="슬라이드 노트 개체 틀 2">
            <a:extLst>
              <a:ext uri="{FF2B5EF4-FFF2-40B4-BE49-F238E27FC236}">
                <a16:creationId xmlns:a16="http://schemas.microsoft.com/office/drawing/2014/main" id="{7574C3E1-0EF8-3D26-BBA5-F280E4BD572A}"/>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44036" name="슬라이드 번호 개체 틀 3">
            <a:extLst>
              <a:ext uri="{FF2B5EF4-FFF2-40B4-BE49-F238E27FC236}">
                <a16:creationId xmlns:a16="http://schemas.microsoft.com/office/drawing/2014/main" id="{F7FBF8D2-F0A9-DFC9-7A6D-55CAA119C78F}"/>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5CD4B08F-B173-4394-BDEA-5DA1A74D1272}" type="slidenum">
              <a:rPr lang="en-US" altLang="ko-KR" smtClean="0">
                <a:latin typeface="굴림" panose="020B0600000101010101" pitchFamily="34" charset="-127"/>
              </a:rPr>
              <a:pPr/>
              <a:t>22</a:t>
            </a:fld>
            <a:endParaRPr lang="en-US" altLang="ko-KR">
              <a:latin typeface="굴림" panose="020B0600000101010101" pitchFamily="34" charset="-127"/>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Contents Page">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69C68052-137A-2175-A949-A63104466708}"/>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29E0C37C-CFC9-42DA-A43D-91314E646ED8}"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
        <p:nvSpPr>
          <p:cNvPr id="6" name="텍스트 개체 틀 18"/>
          <p:cNvSpPr>
            <a:spLocks noGrp="1"/>
          </p:cNvSpPr>
          <p:nvPr>
            <p:ph type="body" sz="quarter" idx="13"/>
          </p:nvPr>
        </p:nvSpPr>
        <p:spPr>
          <a:xfrm>
            <a:off x="344488" y="188640"/>
            <a:ext cx="7416824" cy="369332"/>
          </a:xfrm>
          <a:prstGeom prst="rect">
            <a:avLst/>
          </a:prstGeom>
          <a:noFill/>
          <a:ln w="9525">
            <a:noFill/>
            <a:miter lim="800000"/>
            <a:headEnd/>
            <a:tailEnd/>
          </a:ln>
        </p:spPr>
        <p:txBody>
          <a:bodyPr wrap="square">
            <a:spAutoFit/>
          </a:bodyPr>
          <a:lstStyle>
            <a:lvl1pPr algn="l" rtl="0" eaLnBrk="0" fontAlgn="base" hangingPunct="0">
              <a:spcBef>
                <a:spcPct val="50000"/>
              </a:spcBef>
              <a:spcAft>
                <a:spcPct val="0"/>
              </a:spcAft>
              <a:buNone/>
              <a:defRPr lang="ko-KR" altLang="en-US" sz="1800" b="1" kern="1200" dirty="0">
                <a:solidFill>
                  <a:schemeClr val="tx1"/>
                </a:solidFill>
                <a:latin typeface="맑은 고딕" pitchFamily="50" charset="-127"/>
                <a:ea typeface="맑은 고딕" pitchFamily="50" charset="-127"/>
                <a:cs typeface="+mn-cs"/>
              </a:defRPr>
            </a:lvl1pPr>
          </a:lstStyle>
          <a:p>
            <a:pPr lvl="0"/>
            <a:endParaRPr lang="ko-KR" altLang="en-US" dirty="0"/>
          </a:p>
        </p:txBody>
      </p:sp>
    </p:spTree>
    <p:extLst>
      <p:ext uri="{BB962C8B-B14F-4D97-AF65-F5344CB8AC3E}">
        <p14:creationId xmlns:p14="http://schemas.microsoft.com/office/powerpoint/2010/main" val="35223378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ubTitle / Logo">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FED50D60-E3EE-607C-ED07-59CA95EA4671}"/>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B6F76A46-5197-4366-B575-82BC2864D532}"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5654293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s Page">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AC2DD6F8-7FEA-3C5C-3D59-4C382FAEEEB1}"/>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51F9E812-E392-4AE4-8AF5-917963D9009E}"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pic>
        <p:nvPicPr>
          <p:cNvPr id="3" name="Picture 2" descr="C:\Users\a\Desktop\Rhyme A23610\01.Guide\03.[app_title]description\source\엘지로고_영문.jpg">
            <a:extLst>
              <a:ext uri="{FF2B5EF4-FFF2-40B4-BE49-F238E27FC236}">
                <a16:creationId xmlns:a16="http://schemas.microsoft.com/office/drawing/2014/main" id="{C8EF1009-D1F4-DD20-6B23-770181934E50}"/>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28588" y="6488113"/>
            <a:ext cx="1728787"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274759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07BD80DC-CE2E-513B-F2F5-46886FD29659}"/>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B231468B-C787-431C-8F84-60934095E041}"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392442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238250" y="1122363"/>
            <a:ext cx="74295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마스터 부제목 스타일 편집</a:t>
            </a:r>
          </a:p>
        </p:txBody>
      </p:sp>
      <p:sp>
        <p:nvSpPr>
          <p:cNvPr id="4" name="날짜 개체 틀 3">
            <a:extLst>
              <a:ext uri="{FF2B5EF4-FFF2-40B4-BE49-F238E27FC236}">
                <a16:creationId xmlns:a16="http://schemas.microsoft.com/office/drawing/2014/main" id="{DDFC0798-70E4-2A64-9F79-3638CA2971A6}"/>
              </a:ext>
            </a:extLst>
          </p:cNvPr>
          <p:cNvSpPr>
            <a:spLocks noGrp="1"/>
          </p:cNvSpPr>
          <p:nvPr>
            <p:ph type="dt" sz="half" idx="10"/>
          </p:nvPr>
        </p:nvSpPr>
        <p:spPr/>
        <p:txBody>
          <a:bodyPr/>
          <a:lstStyle>
            <a:lvl1pPr>
              <a:defRPr/>
            </a:lvl1pPr>
          </a:lstStyle>
          <a:p>
            <a:pPr>
              <a:defRPr/>
            </a:pPr>
            <a:fld id="{BCEB96C0-84EF-481A-A5C7-CA068ED17B97}"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940E6036-7C16-678D-BE44-03D9C4081BB8}"/>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B8EDD107-9522-AE76-484E-7A844CE48F5C}"/>
              </a:ext>
            </a:extLst>
          </p:cNvPr>
          <p:cNvSpPr>
            <a:spLocks noGrp="1"/>
          </p:cNvSpPr>
          <p:nvPr>
            <p:ph type="sldNum" sz="quarter" idx="12"/>
          </p:nvPr>
        </p:nvSpPr>
        <p:spPr/>
        <p:txBody>
          <a:bodyPr/>
          <a:lstStyle>
            <a:lvl1pPr>
              <a:defRPr/>
            </a:lvl1pPr>
          </a:lstStyle>
          <a:p>
            <a:pPr>
              <a:defRPr/>
            </a:pPr>
            <a:fld id="{4E44568C-D0F2-4DC0-89EC-A50AB3421482}" type="slidenum">
              <a:rPr lang="ko-KR" altLang="en-US"/>
              <a:pPr>
                <a:defRPr/>
              </a:pPr>
              <a:t>‹#›</a:t>
            </a:fld>
            <a:endParaRPr lang="ko-KR" altLang="en-US"/>
          </a:p>
        </p:txBody>
      </p:sp>
    </p:spTree>
    <p:extLst>
      <p:ext uri="{BB962C8B-B14F-4D97-AF65-F5344CB8AC3E}">
        <p14:creationId xmlns:p14="http://schemas.microsoft.com/office/powerpoint/2010/main" val="35683009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75DFFD96-A23E-EC28-27A7-BE5306C06745}"/>
              </a:ext>
            </a:extLst>
          </p:cNvPr>
          <p:cNvSpPr>
            <a:spLocks noGrp="1"/>
          </p:cNvSpPr>
          <p:nvPr>
            <p:ph type="dt" sz="half" idx="10"/>
          </p:nvPr>
        </p:nvSpPr>
        <p:spPr/>
        <p:txBody>
          <a:bodyPr/>
          <a:lstStyle>
            <a:lvl1pPr>
              <a:defRPr/>
            </a:lvl1pPr>
          </a:lstStyle>
          <a:p>
            <a:pPr>
              <a:defRPr/>
            </a:pPr>
            <a:fld id="{C4133919-7302-4A48-9EB5-C97480494E3F}"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AA2DAEA9-9378-AFCF-BBE7-4841C1048A7A}"/>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44E5F425-CD62-F456-0E27-40A4CDD2D6B3}"/>
              </a:ext>
            </a:extLst>
          </p:cNvPr>
          <p:cNvSpPr>
            <a:spLocks noGrp="1"/>
          </p:cNvSpPr>
          <p:nvPr>
            <p:ph type="sldNum" sz="quarter" idx="12"/>
          </p:nvPr>
        </p:nvSpPr>
        <p:spPr/>
        <p:txBody>
          <a:bodyPr/>
          <a:lstStyle>
            <a:lvl1pPr>
              <a:defRPr/>
            </a:lvl1pPr>
          </a:lstStyle>
          <a:p>
            <a:pPr>
              <a:defRPr/>
            </a:pPr>
            <a:fld id="{24BC5DFA-EE3A-40BE-86EE-E0441ACE8F72}" type="slidenum">
              <a:rPr lang="ko-KR" altLang="en-US"/>
              <a:pPr>
                <a:defRPr/>
              </a:pPr>
              <a:t>‹#›</a:t>
            </a:fld>
            <a:endParaRPr lang="ko-KR" altLang="en-US"/>
          </a:p>
        </p:txBody>
      </p:sp>
    </p:spTree>
    <p:extLst>
      <p:ext uri="{BB962C8B-B14F-4D97-AF65-F5344CB8AC3E}">
        <p14:creationId xmlns:p14="http://schemas.microsoft.com/office/powerpoint/2010/main" val="28983702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676275" y="1709738"/>
            <a:ext cx="8543925"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676275" y="4589463"/>
            <a:ext cx="8543925"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편집합니다</a:t>
            </a:r>
          </a:p>
        </p:txBody>
      </p:sp>
      <p:sp>
        <p:nvSpPr>
          <p:cNvPr id="4" name="날짜 개체 틀 3">
            <a:extLst>
              <a:ext uri="{FF2B5EF4-FFF2-40B4-BE49-F238E27FC236}">
                <a16:creationId xmlns:a16="http://schemas.microsoft.com/office/drawing/2014/main" id="{DA3D5750-AFC2-F540-50C8-149D5E9CEC14}"/>
              </a:ext>
            </a:extLst>
          </p:cNvPr>
          <p:cNvSpPr>
            <a:spLocks noGrp="1"/>
          </p:cNvSpPr>
          <p:nvPr>
            <p:ph type="dt" sz="half" idx="10"/>
          </p:nvPr>
        </p:nvSpPr>
        <p:spPr/>
        <p:txBody>
          <a:bodyPr/>
          <a:lstStyle>
            <a:lvl1pPr>
              <a:defRPr/>
            </a:lvl1pPr>
          </a:lstStyle>
          <a:p>
            <a:pPr>
              <a:defRPr/>
            </a:pPr>
            <a:fld id="{A02807AF-8D86-4C94-856C-019DE9DF65CD}"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8D11F7FF-1743-3DF4-A8C6-C6566F4A5945}"/>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7119550F-5C66-3F18-75CC-3E812E784289}"/>
              </a:ext>
            </a:extLst>
          </p:cNvPr>
          <p:cNvSpPr>
            <a:spLocks noGrp="1"/>
          </p:cNvSpPr>
          <p:nvPr>
            <p:ph type="sldNum" sz="quarter" idx="12"/>
          </p:nvPr>
        </p:nvSpPr>
        <p:spPr/>
        <p:txBody>
          <a:bodyPr/>
          <a:lstStyle>
            <a:lvl1pPr>
              <a:defRPr/>
            </a:lvl1pPr>
          </a:lstStyle>
          <a:p>
            <a:pPr>
              <a:defRPr/>
            </a:pPr>
            <a:fld id="{9D645AF6-C769-44F6-A3A2-0C80376FDD72}" type="slidenum">
              <a:rPr lang="ko-KR" altLang="en-US"/>
              <a:pPr>
                <a:defRPr/>
              </a:pPr>
              <a:t>‹#›</a:t>
            </a:fld>
            <a:endParaRPr lang="ko-KR" altLang="en-US"/>
          </a:p>
        </p:txBody>
      </p:sp>
    </p:spTree>
    <p:extLst>
      <p:ext uri="{BB962C8B-B14F-4D97-AF65-F5344CB8AC3E}">
        <p14:creationId xmlns:p14="http://schemas.microsoft.com/office/powerpoint/2010/main" val="32323916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1038" y="1825625"/>
            <a:ext cx="4195762"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29200" y="1825625"/>
            <a:ext cx="4195763"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3">
            <a:extLst>
              <a:ext uri="{FF2B5EF4-FFF2-40B4-BE49-F238E27FC236}">
                <a16:creationId xmlns:a16="http://schemas.microsoft.com/office/drawing/2014/main" id="{3274698C-A162-B2C7-52B6-38838A42A4DF}"/>
              </a:ext>
            </a:extLst>
          </p:cNvPr>
          <p:cNvSpPr>
            <a:spLocks noGrp="1"/>
          </p:cNvSpPr>
          <p:nvPr>
            <p:ph type="dt" sz="half" idx="10"/>
          </p:nvPr>
        </p:nvSpPr>
        <p:spPr/>
        <p:txBody>
          <a:bodyPr/>
          <a:lstStyle>
            <a:lvl1pPr>
              <a:defRPr/>
            </a:lvl1pPr>
          </a:lstStyle>
          <a:p>
            <a:pPr>
              <a:defRPr/>
            </a:pPr>
            <a:fld id="{B4E99B7A-234F-4AB5-9AE6-A11448B4FF00}"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3E80DCEB-36F3-C81E-417A-1CD56D24FAA8}"/>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F0F298BD-8921-74E4-99A8-8D799DA98443}"/>
              </a:ext>
            </a:extLst>
          </p:cNvPr>
          <p:cNvSpPr>
            <a:spLocks noGrp="1"/>
          </p:cNvSpPr>
          <p:nvPr>
            <p:ph type="sldNum" sz="quarter" idx="12"/>
          </p:nvPr>
        </p:nvSpPr>
        <p:spPr/>
        <p:txBody>
          <a:bodyPr/>
          <a:lstStyle>
            <a:lvl1pPr>
              <a:defRPr/>
            </a:lvl1pPr>
          </a:lstStyle>
          <a:p>
            <a:pPr>
              <a:defRPr/>
            </a:pPr>
            <a:fld id="{96B508FB-C5A4-4A59-AD89-663128E9D946}" type="slidenum">
              <a:rPr lang="ko-KR" altLang="en-US"/>
              <a:pPr>
                <a:defRPr/>
              </a:pPr>
              <a:t>‹#›</a:t>
            </a:fld>
            <a:endParaRPr lang="ko-KR" altLang="en-US"/>
          </a:p>
        </p:txBody>
      </p:sp>
    </p:spTree>
    <p:extLst>
      <p:ext uri="{BB962C8B-B14F-4D97-AF65-F5344CB8AC3E}">
        <p14:creationId xmlns:p14="http://schemas.microsoft.com/office/powerpoint/2010/main" val="6880572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682625" y="365125"/>
            <a:ext cx="8543925" cy="1325563"/>
          </a:xfrm>
        </p:spPr>
        <p:txBody>
          <a:bodyPr/>
          <a:lstStyle/>
          <a:p>
            <a:r>
              <a:rPr lang="ko-KR" altLang="en-US"/>
              <a:t>마스터 제목 스타일 편집</a:t>
            </a:r>
          </a:p>
        </p:txBody>
      </p:sp>
      <p:sp>
        <p:nvSpPr>
          <p:cNvPr id="3" name="텍스트 개체 틀 2"/>
          <p:cNvSpPr>
            <a:spLocks noGrp="1"/>
          </p:cNvSpPr>
          <p:nvPr>
            <p:ph type="body" idx="1"/>
          </p:nvPr>
        </p:nvSpPr>
        <p:spPr>
          <a:xfrm>
            <a:off x="682625" y="1681163"/>
            <a:ext cx="41910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682625" y="2505075"/>
            <a:ext cx="4191000"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14913" y="1681163"/>
            <a:ext cx="42116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14913" y="2505075"/>
            <a:ext cx="4211637"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3">
            <a:extLst>
              <a:ext uri="{FF2B5EF4-FFF2-40B4-BE49-F238E27FC236}">
                <a16:creationId xmlns:a16="http://schemas.microsoft.com/office/drawing/2014/main" id="{ECB7D2BB-EE26-6575-D23F-3AF3E41BB488}"/>
              </a:ext>
            </a:extLst>
          </p:cNvPr>
          <p:cNvSpPr>
            <a:spLocks noGrp="1"/>
          </p:cNvSpPr>
          <p:nvPr>
            <p:ph type="dt" sz="half" idx="10"/>
          </p:nvPr>
        </p:nvSpPr>
        <p:spPr/>
        <p:txBody>
          <a:bodyPr/>
          <a:lstStyle>
            <a:lvl1pPr>
              <a:defRPr/>
            </a:lvl1pPr>
          </a:lstStyle>
          <a:p>
            <a:pPr>
              <a:defRPr/>
            </a:pPr>
            <a:fld id="{BE2AA200-FAB1-4CAD-A63E-C8D270580F70}" type="datetimeFigureOut">
              <a:rPr lang="ko-KR" altLang="en-US"/>
              <a:pPr>
                <a:defRPr/>
              </a:pPr>
              <a:t>2026-10-10</a:t>
            </a:fld>
            <a:endParaRPr lang="ko-KR" altLang="en-US" dirty="0"/>
          </a:p>
        </p:txBody>
      </p:sp>
      <p:sp>
        <p:nvSpPr>
          <p:cNvPr id="8" name="바닥글 개체 틀 4">
            <a:extLst>
              <a:ext uri="{FF2B5EF4-FFF2-40B4-BE49-F238E27FC236}">
                <a16:creationId xmlns:a16="http://schemas.microsoft.com/office/drawing/2014/main" id="{F72446F8-36B6-0B1B-1A24-80163E086C21}"/>
              </a:ext>
            </a:extLst>
          </p:cNvPr>
          <p:cNvSpPr>
            <a:spLocks noGrp="1"/>
          </p:cNvSpPr>
          <p:nvPr>
            <p:ph type="ftr" sz="quarter" idx="11"/>
          </p:nvPr>
        </p:nvSpPr>
        <p:spPr/>
        <p:txBody>
          <a:bodyPr/>
          <a:lstStyle>
            <a:lvl1pPr>
              <a:defRPr/>
            </a:lvl1pPr>
          </a:lstStyle>
          <a:p>
            <a:pPr>
              <a:defRPr/>
            </a:pPr>
            <a:endParaRPr lang="ko-KR" altLang="en-US"/>
          </a:p>
        </p:txBody>
      </p:sp>
      <p:sp>
        <p:nvSpPr>
          <p:cNvPr id="9" name="슬라이드 번호 개체 틀 5">
            <a:extLst>
              <a:ext uri="{FF2B5EF4-FFF2-40B4-BE49-F238E27FC236}">
                <a16:creationId xmlns:a16="http://schemas.microsoft.com/office/drawing/2014/main" id="{9B81E78A-3CB2-95DF-D8C7-98462A328498}"/>
              </a:ext>
            </a:extLst>
          </p:cNvPr>
          <p:cNvSpPr>
            <a:spLocks noGrp="1"/>
          </p:cNvSpPr>
          <p:nvPr>
            <p:ph type="sldNum" sz="quarter" idx="12"/>
          </p:nvPr>
        </p:nvSpPr>
        <p:spPr/>
        <p:txBody>
          <a:bodyPr/>
          <a:lstStyle>
            <a:lvl1pPr>
              <a:defRPr/>
            </a:lvl1pPr>
          </a:lstStyle>
          <a:p>
            <a:pPr>
              <a:defRPr/>
            </a:pPr>
            <a:fld id="{CA248044-A679-4290-8279-F3B42242C0B1}" type="slidenum">
              <a:rPr lang="ko-KR" altLang="en-US"/>
              <a:pPr>
                <a:defRPr/>
              </a:pPr>
              <a:t>‹#›</a:t>
            </a:fld>
            <a:endParaRPr lang="ko-KR" altLang="en-US"/>
          </a:p>
        </p:txBody>
      </p:sp>
    </p:spTree>
    <p:extLst>
      <p:ext uri="{BB962C8B-B14F-4D97-AF65-F5344CB8AC3E}">
        <p14:creationId xmlns:p14="http://schemas.microsoft.com/office/powerpoint/2010/main" val="34668063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D94B2773-7771-27A2-D82F-3802DBABFB01}"/>
              </a:ext>
            </a:extLst>
          </p:cNvPr>
          <p:cNvSpPr>
            <a:spLocks noGrp="1"/>
          </p:cNvSpPr>
          <p:nvPr>
            <p:ph type="dt" sz="half" idx="10"/>
          </p:nvPr>
        </p:nvSpPr>
        <p:spPr/>
        <p:txBody>
          <a:bodyPr/>
          <a:lstStyle>
            <a:lvl1pPr>
              <a:defRPr/>
            </a:lvl1pPr>
          </a:lstStyle>
          <a:p>
            <a:pPr>
              <a:defRPr/>
            </a:pPr>
            <a:fld id="{7F833C99-DCF1-4BD4-B9C8-9CC625564CAF}"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92DD6153-A8F6-E815-99A8-5AC06D14C783}"/>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1A22E440-4761-6610-DAF4-D8CD2CC12645}"/>
              </a:ext>
            </a:extLst>
          </p:cNvPr>
          <p:cNvSpPr>
            <a:spLocks noGrp="1"/>
          </p:cNvSpPr>
          <p:nvPr>
            <p:ph type="sldNum" sz="quarter" idx="12"/>
          </p:nvPr>
        </p:nvSpPr>
        <p:spPr/>
        <p:txBody>
          <a:bodyPr/>
          <a:lstStyle>
            <a:lvl1pPr>
              <a:defRPr/>
            </a:lvl1pPr>
          </a:lstStyle>
          <a:p>
            <a:pPr>
              <a:defRPr/>
            </a:pPr>
            <a:fld id="{0A18B1E8-06DE-4F0D-BFB7-0BF59A6C7CA2}" type="slidenum">
              <a:rPr lang="ko-KR" altLang="en-US"/>
              <a:pPr>
                <a:defRPr/>
              </a:pPr>
              <a:t>‹#›</a:t>
            </a:fld>
            <a:endParaRPr lang="ko-KR" altLang="en-US"/>
          </a:p>
        </p:txBody>
      </p:sp>
    </p:spTree>
    <p:extLst>
      <p:ext uri="{BB962C8B-B14F-4D97-AF65-F5344CB8AC3E}">
        <p14:creationId xmlns:p14="http://schemas.microsoft.com/office/powerpoint/2010/main" val="40443819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3">
            <a:extLst>
              <a:ext uri="{FF2B5EF4-FFF2-40B4-BE49-F238E27FC236}">
                <a16:creationId xmlns:a16="http://schemas.microsoft.com/office/drawing/2014/main" id="{7ADDAEDE-B449-BD0A-861E-10939E13D2A1}"/>
              </a:ext>
            </a:extLst>
          </p:cNvPr>
          <p:cNvSpPr>
            <a:spLocks noGrp="1"/>
          </p:cNvSpPr>
          <p:nvPr>
            <p:ph type="dt" sz="half" idx="10"/>
          </p:nvPr>
        </p:nvSpPr>
        <p:spPr/>
        <p:txBody>
          <a:bodyPr/>
          <a:lstStyle>
            <a:lvl1pPr>
              <a:defRPr/>
            </a:lvl1pPr>
          </a:lstStyle>
          <a:p>
            <a:pPr>
              <a:defRPr/>
            </a:pPr>
            <a:fld id="{D66FB976-1D06-4129-AE70-D422382C5024}" type="datetimeFigureOut">
              <a:rPr lang="ko-KR" altLang="en-US"/>
              <a:pPr>
                <a:defRPr/>
              </a:pPr>
              <a:t>2026-10-10</a:t>
            </a:fld>
            <a:endParaRPr lang="ko-KR" altLang="en-US" dirty="0"/>
          </a:p>
        </p:txBody>
      </p:sp>
      <p:sp>
        <p:nvSpPr>
          <p:cNvPr id="3" name="바닥글 개체 틀 4">
            <a:extLst>
              <a:ext uri="{FF2B5EF4-FFF2-40B4-BE49-F238E27FC236}">
                <a16:creationId xmlns:a16="http://schemas.microsoft.com/office/drawing/2014/main" id="{C937D360-E73F-BA9A-B70D-0D28AD3654C8}"/>
              </a:ext>
            </a:extLst>
          </p:cNvPr>
          <p:cNvSpPr>
            <a:spLocks noGrp="1"/>
          </p:cNvSpPr>
          <p:nvPr>
            <p:ph type="ftr" sz="quarter" idx="11"/>
          </p:nvPr>
        </p:nvSpPr>
        <p:spPr/>
        <p:txBody>
          <a:bodyPr/>
          <a:lstStyle>
            <a:lvl1pPr>
              <a:defRPr/>
            </a:lvl1pPr>
          </a:lstStyle>
          <a:p>
            <a:pPr>
              <a:defRPr/>
            </a:pPr>
            <a:endParaRPr lang="ko-KR" altLang="en-US"/>
          </a:p>
        </p:txBody>
      </p:sp>
      <p:sp>
        <p:nvSpPr>
          <p:cNvPr id="4" name="슬라이드 번호 개체 틀 5">
            <a:extLst>
              <a:ext uri="{FF2B5EF4-FFF2-40B4-BE49-F238E27FC236}">
                <a16:creationId xmlns:a16="http://schemas.microsoft.com/office/drawing/2014/main" id="{26F286B3-62CD-68F3-1567-72A0FB8B198E}"/>
              </a:ext>
            </a:extLst>
          </p:cNvPr>
          <p:cNvSpPr>
            <a:spLocks noGrp="1"/>
          </p:cNvSpPr>
          <p:nvPr>
            <p:ph type="sldNum" sz="quarter" idx="12"/>
          </p:nvPr>
        </p:nvSpPr>
        <p:spPr/>
        <p:txBody>
          <a:bodyPr/>
          <a:lstStyle>
            <a:lvl1pPr>
              <a:defRPr/>
            </a:lvl1pPr>
          </a:lstStyle>
          <a:p>
            <a:pPr>
              <a:defRPr/>
            </a:pPr>
            <a:fld id="{DB1A0ECF-1803-4C8F-AF3F-9013CB8402EA}" type="slidenum">
              <a:rPr lang="ko-KR" altLang="en-US"/>
              <a:pPr>
                <a:defRPr/>
              </a:pPr>
              <a:t>‹#›</a:t>
            </a:fld>
            <a:endParaRPr lang="ko-KR" altLang="en-US"/>
          </a:p>
        </p:txBody>
      </p:sp>
    </p:spTree>
    <p:extLst>
      <p:ext uri="{BB962C8B-B14F-4D97-AF65-F5344CB8AC3E}">
        <p14:creationId xmlns:p14="http://schemas.microsoft.com/office/powerpoint/2010/main" val="13862024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4211638" y="987425"/>
            <a:ext cx="5014912"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2CF4191C-D4C9-7CBF-D3FC-315CB8864DED}"/>
              </a:ext>
            </a:extLst>
          </p:cNvPr>
          <p:cNvSpPr>
            <a:spLocks noGrp="1"/>
          </p:cNvSpPr>
          <p:nvPr>
            <p:ph type="dt" sz="half" idx="10"/>
          </p:nvPr>
        </p:nvSpPr>
        <p:spPr/>
        <p:txBody>
          <a:bodyPr/>
          <a:lstStyle>
            <a:lvl1pPr>
              <a:defRPr/>
            </a:lvl1pPr>
          </a:lstStyle>
          <a:p>
            <a:pPr>
              <a:defRPr/>
            </a:pPr>
            <a:fld id="{ECC8FED6-C7E1-4CD7-9A86-67B317537C61}"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C303DA68-F764-4C3F-DD2A-4887805DE997}"/>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1E3921F7-3D79-D24D-48DB-0E2EAAD8D1C4}"/>
              </a:ext>
            </a:extLst>
          </p:cNvPr>
          <p:cNvSpPr>
            <a:spLocks noGrp="1"/>
          </p:cNvSpPr>
          <p:nvPr>
            <p:ph type="sldNum" sz="quarter" idx="12"/>
          </p:nvPr>
        </p:nvSpPr>
        <p:spPr/>
        <p:txBody>
          <a:bodyPr/>
          <a:lstStyle>
            <a:lvl1pPr>
              <a:defRPr/>
            </a:lvl1pPr>
          </a:lstStyle>
          <a:p>
            <a:pPr>
              <a:defRPr/>
            </a:pPr>
            <a:fld id="{6F2D84C0-6205-45C3-9B1C-9E30FEB1B6B2}" type="slidenum">
              <a:rPr lang="ko-KR" altLang="en-US"/>
              <a:pPr>
                <a:defRPr/>
              </a:pPr>
              <a:t>‹#›</a:t>
            </a:fld>
            <a:endParaRPr lang="ko-KR" altLang="en-US"/>
          </a:p>
        </p:txBody>
      </p:sp>
    </p:spTree>
    <p:extLst>
      <p:ext uri="{BB962C8B-B14F-4D97-AF65-F5344CB8AC3E}">
        <p14:creationId xmlns:p14="http://schemas.microsoft.com/office/powerpoint/2010/main" val="39732150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4211638" y="987425"/>
            <a:ext cx="5014912"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dirty="0"/>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75F48704-AF4B-3027-4472-445DCAD21017}"/>
              </a:ext>
            </a:extLst>
          </p:cNvPr>
          <p:cNvSpPr>
            <a:spLocks noGrp="1"/>
          </p:cNvSpPr>
          <p:nvPr>
            <p:ph type="dt" sz="half" idx="10"/>
          </p:nvPr>
        </p:nvSpPr>
        <p:spPr/>
        <p:txBody>
          <a:bodyPr/>
          <a:lstStyle>
            <a:lvl1pPr>
              <a:defRPr/>
            </a:lvl1pPr>
          </a:lstStyle>
          <a:p>
            <a:pPr>
              <a:defRPr/>
            </a:pPr>
            <a:fld id="{DE9DE51C-3B4F-4F71-BE6D-95E26344489B}"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A8D7A0DF-1A8B-668F-8612-7FAFF430BB47}"/>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E5D06472-6EED-BA9F-CEBF-68E2DD7B5592}"/>
              </a:ext>
            </a:extLst>
          </p:cNvPr>
          <p:cNvSpPr>
            <a:spLocks noGrp="1"/>
          </p:cNvSpPr>
          <p:nvPr>
            <p:ph type="sldNum" sz="quarter" idx="12"/>
          </p:nvPr>
        </p:nvSpPr>
        <p:spPr/>
        <p:txBody>
          <a:bodyPr/>
          <a:lstStyle>
            <a:lvl1pPr>
              <a:defRPr/>
            </a:lvl1pPr>
          </a:lstStyle>
          <a:p>
            <a:pPr>
              <a:defRPr/>
            </a:pPr>
            <a:fld id="{5DD2489A-EE9E-49E0-994B-6952AB5AB884}" type="slidenum">
              <a:rPr lang="ko-KR" altLang="en-US"/>
              <a:pPr>
                <a:defRPr/>
              </a:pPr>
              <a:t>‹#›</a:t>
            </a:fld>
            <a:endParaRPr lang="ko-KR" altLang="en-US"/>
          </a:p>
        </p:txBody>
      </p:sp>
    </p:spTree>
    <p:extLst>
      <p:ext uri="{BB962C8B-B14F-4D97-AF65-F5344CB8AC3E}">
        <p14:creationId xmlns:p14="http://schemas.microsoft.com/office/powerpoint/2010/main" val="26303069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25A71BED-1C98-14CF-554C-110FFA862EFE}"/>
              </a:ext>
            </a:extLst>
          </p:cNvPr>
          <p:cNvSpPr>
            <a:spLocks noGrp="1"/>
          </p:cNvSpPr>
          <p:nvPr>
            <p:ph type="dt" sz="half" idx="10"/>
          </p:nvPr>
        </p:nvSpPr>
        <p:spPr/>
        <p:txBody>
          <a:bodyPr/>
          <a:lstStyle>
            <a:lvl1pPr>
              <a:defRPr/>
            </a:lvl1pPr>
          </a:lstStyle>
          <a:p>
            <a:pPr>
              <a:defRPr/>
            </a:pPr>
            <a:fld id="{EF0CD4B7-8E9B-43F9-AF33-749CC6BFF975}"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AF178752-A07E-A8BF-B71C-BE0C768F2FC9}"/>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2AF16228-7FD0-46ED-A957-56894B87869B}"/>
              </a:ext>
            </a:extLst>
          </p:cNvPr>
          <p:cNvSpPr>
            <a:spLocks noGrp="1"/>
          </p:cNvSpPr>
          <p:nvPr>
            <p:ph type="sldNum" sz="quarter" idx="12"/>
          </p:nvPr>
        </p:nvSpPr>
        <p:spPr/>
        <p:txBody>
          <a:bodyPr/>
          <a:lstStyle>
            <a:lvl1pPr>
              <a:defRPr/>
            </a:lvl1pPr>
          </a:lstStyle>
          <a:p>
            <a:pPr>
              <a:defRPr/>
            </a:pPr>
            <a:fld id="{AF161F56-0044-406E-9D8E-37CC68F3FB2F}" type="slidenum">
              <a:rPr lang="ko-KR" altLang="en-US"/>
              <a:pPr>
                <a:defRPr/>
              </a:pPr>
              <a:t>‹#›</a:t>
            </a:fld>
            <a:endParaRPr lang="ko-KR" altLang="en-US"/>
          </a:p>
        </p:txBody>
      </p:sp>
    </p:spTree>
    <p:extLst>
      <p:ext uri="{BB962C8B-B14F-4D97-AF65-F5344CB8AC3E}">
        <p14:creationId xmlns:p14="http://schemas.microsoft.com/office/powerpoint/2010/main" val="42775320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089775" y="365125"/>
            <a:ext cx="2135188"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1038" y="365125"/>
            <a:ext cx="6256337" cy="5811838"/>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6DEB1358-7E19-8A9C-EE36-65F446379E7B}"/>
              </a:ext>
            </a:extLst>
          </p:cNvPr>
          <p:cNvSpPr>
            <a:spLocks noGrp="1"/>
          </p:cNvSpPr>
          <p:nvPr>
            <p:ph type="dt" sz="half" idx="10"/>
          </p:nvPr>
        </p:nvSpPr>
        <p:spPr/>
        <p:txBody>
          <a:bodyPr/>
          <a:lstStyle>
            <a:lvl1pPr>
              <a:defRPr/>
            </a:lvl1pPr>
          </a:lstStyle>
          <a:p>
            <a:pPr>
              <a:defRPr/>
            </a:pPr>
            <a:fld id="{9B9C8FA6-B8E6-4E4F-BF38-2EA87768D1CD}"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7B0FDA02-26C2-F56F-E59B-45B86D010D10}"/>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4B82154D-07F8-5B7F-D8DA-1423167A46A8}"/>
              </a:ext>
            </a:extLst>
          </p:cNvPr>
          <p:cNvSpPr>
            <a:spLocks noGrp="1"/>
          </p:cNvSpPr>
          <p:nvPr>
            <p:ph type="sldNum" sz="quarter" idx="12"/>
          </p:nvPr>
        </p:nvSpPr>
        <p:spPr/>
        <p:txBody>
          <a:bodyPr/>
          <a:lstStyle>
            <a:lvl1pPr>
              <a:defRPr/>
            </a:lvl1pPr>
          </a:lstStyle>
          <a:p>
            <a:pPr>
              <a:defRPr/>
            </a:pPr>
            <a:fld id="{5769D94F-F595-48DC-B367-6935D8815570}" type="slidenum">
              <a:rPr lang="ko-KR" altLang="en-US"/>
              <a:pPr>
                <a:defRPr/>
              </a:pPr>
              <a:t>‹#›</a:t>
            </a:fld>
            <a:endParaRPr lang="ko-KR" altLang="en-US"/>
          </a:p>
        </p:txBody>
      </p:sp>
    </p:spTree>
    <p:extLst>
      <p:ext uri="{BB962C8B-B14F-4D97-AF65-F5344CB8AC3E}">
        <p14:creationId xmlns:p14="http://schemas.microsoft.com/office/powerpoint/2010/main" val="29236246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사용자 지정 레이아웃">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0A482817-67B8-B434-1AA3-D8F92C5DAC3D}"/>
              </a:ext>
            </a:extLst>
          </p:cNvPr>
          <p:cNvSpPr>
            <a:spLocks noGrp="1"/>
          </p:cNvSpPr>
          <p:nvPr>
            <p:ph type="dt" sz="half" idx="10"/>
          </p:nvPr>
        </p:nvSpPr>
        <p:spPr/>
        <p:txBody>
          <a:bodyPr/>
          <a:lstStyle>
            <a:lvl1pPr>
              <a:defRPr/>
            </a:lvl1pPr>
          </a:lstStyle>
          <a:p>
            <a:pPr>
              <a:defRPr/>
            </a:pPr>
            <a:fld id="{F5DB1117-4A57-43A5-B3B2-54DF1ABB5A77}"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29961731-C5C0-741F-E20F-C5734A1E15D7}"/>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DEB1AB8D-FA7B-AF72-B572-DBD8B70E77AF}"/>
              </a:ext>
            </a:extLst>
          </p:cNvPr>
          <p:cNvSpPr>
            <a:spLocks noGrp="1"/>
          </p:cNvSpPr>
          <p:nvPr>
            <p:ph type="sldNum" sz="quarter" idx="12"/>
          </p:nvPr>
        </p:nvSpPr>
        <p:spPr/>
        <p:txBody>
          <a:bodyPr/>
          <a:lstStyle>
            <a:lvl1pPr>
              <a:defRPr/>
            </a:lvl1pPr>
          </a:lstStyle>
          <a:p>
            <a:pPr>
              <a:defRPr/>
            </a:pPr>
            <a:fld id="{43FB05F2-4C1A-452E-990A-AF03A7B7A051}" type="slidenum">
              <a:rPr lang="ko-KR" altLang="en-US"/>
              <a:pPr>
                <a:defRPr/>
              </a:pPr>
              <a:t>‹#›</a:t>
            </a:fld>
            <a:endParaRPr lang="ko-KR" altLang="en-US"/>
          </a:p>
        </p:txBody>
      </p:sp>
    </p:spTree>
    <p:extLst>
      <p:ext uri="{BB962C8B-B14F-4D97-AF65-F5344CB8AC3E}">
        <p14:creationId xmlns:p14="http://schemas.microsoft.com/office/powerpoint/2010/main" val="30025305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사용자 지정 레이아웃">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7DE14A07-1D71-FE3C-AC1B-DEF85E01EE64}"/>
              </a:ext>
            </a:extLst>
          </p:cNvPr>
          <p:cNvSpPr>
            <a:spLocks noGrp="1"/>
          </p:cNvSpPr>
          <p:nvPr>
            <p:ph type="dt" sz="half" idx="10"/>
          </p:nvPr>
        </p:nvSpPr>
        <p:spPr/>
        <p:txBody>
          <a:bodyPr/>
          <a:lstStyle>
            <a:lvl1pPr>
              <a:defRPr/>
            </a:lvl1pPr>
          </a:lstStyle>
          <a:p>
            <a:pPr>
              <a:defRPr/>
            </a:pPr>
            <a:fld id="{A5F90893-0119-425C-ACC0-D5447533846F}"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7FCFCB40-2335-DA43-D153-87D44ADBAB73}"/>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6CB97A0D-D82D-2A31-D525-9CEDD9B9E484}"/>
              </a:ext>
            </a:extLst>
          </p:cNvPr>
          <p:cNvSpPr>
            <a:spLocks noGrp="1"/>
          </p:cNvSpPr>
          <p:nvPr>
            <p:ph type="sldNum" sz="quarter" idx="12"/>
          </p:nvPr>
        </p:nvSpPr>
        <p:spPr/>
        <p:txBody>
          <a:bodyPr/>
          <a:lstStyle>
            <a:lvl1pPr>
              <a:defRPr/>
            </a:lvl1pPr>
          </a:lstStyle>
          <a:p>
            <a:pPr>
              <a:defRPr/>
            </a:pPr>
            <a:fld id="{E16374AB-559A-4AB5-9B37-7051F9BEB9C1}" type="slidenum">
              <a:rPr lang="ko-KR" altLang="en-US"/>
              <a:pPr>
                <a:defRPr/>
              </a:pPr>
              <a:t>‹#›</a:t>
            </a:fld>
            <a:endParaRPr lang="ko-KR" altLang="en-US"/>
          </a:p>
        </p:txBody>
      </p:sp>
    </p:spTree>
    <p:extLst>
      <p:ext uri="{BB962C8B-B14F-4D97-AF65-F5344CB8AC3E}">
        <p14:creationId xmlns:p14="http://schemas.microsoft.com/office/powerpoint/2010/main" val="354241948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238250" y="1122363"/>
            <a:ext cx="74295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마스터 부제목 스타일 편집</a:t>
            </a:r>
          </a:p>
        </p:txBody>
      </p:sp>
      <p:sp>
        <p:nvSpPr>
          <p:cNvPr id="4" name="날짜 개체 틀 3">
            <a:extLst>
              <a:ext uri="{FF2B5EF4-FFF2-40B4-BE49-F238E27FC236}">
                <a16:creationId xmlns:a16="http://schemas.microsoft.com/office/drawing/2014/main" id="{676F11AD-7972-AE1F-89BE-3BAECF12E193}"/>
              </a:ext>
            </a:extLst>
          </p:cNvPr>
          <p:cNvSpPr>
            <a:spLocks noGrp="1"/>
          </p:cNvSpPr>
          <p:nvPr>
            <p:ph type="dt" sz="half" idx="10"/>
          </p:nvPr>
        </p:nvSpPr>
        <p:spPr/>
        <p:txBody>
          <a:bodyPr/>
          <a:lstStyle>
            <a:lvl1pPr>
              <a:defRPr/>
            </a:lvl1pPr>
          </a:lstStyle>
          <a:p>
            <a:pPr>
              <a:defRPr/>
            </a:pPr>
            <a:fld id="{4AA52BA8-6ED7-481A-AF0A-4FD91FF21F2A}"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E829274F-5627-E2C4-DD64-506AED22870D}"/>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AF5ABBCD-415D-DD50-D125-2FC46B6C109C}"/>
              </a:ext>
            </a:extLst>
          </p:cNvPr>
          <p:cNvSpPr>
            <a:spLocks noGrp="1"/>
          </p:cNvSpPr>
          <p:nvPr>
            <p:ph type="sldNum" sz="quarter" idx="12"/>
          </p:nvPr>
        </p:nvSpPr>
        <p:spPr/>
        <p:txBody>
          <a:bodyPr/>
          <a:lstStyle>
            <a:lvl1pPr>
              <a:defRPr/>
            </a:lvl1pPr>
          </a:lstStyle>
          <a:p>
            <a:pPr>
              <a:defRPr/>
            </a:pPr>
            <a:fld id="{6485E5C7-3C05-4331-B5A1-77BCCD499803}" type="slidenum">
              <a:rPr lang="ko-KR" altLang="en-US"/>
              <a:pPr>
                <a:defRPr/>
              </a:pPr>
              <a:t>‹#›</a:t>
            </a:fld>
            <a:endParaRPr lang="ko-KR" altLang="en-US"/>
          </a:p>
        </p:txBody>
      </p:sp>
    </p:spTree>
    <p:extLst>
      <p:ext uri="{BB962C8B-B14F-4D97-AF65-F5344CB8AC3E}">
        <p14:creationId xmlns:p14="http://schemas.microsoft.com/office/powerpoint/2010/main" val="345280035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73A96970-8702-F7D8-C84C-11D8F08CD5E5}"/>
              </a:ext>
            </a:extLst>
          </p:cNvPr>
          <p:cNvSpPr>
            <a:spLocks noGrp="1"/>
          </p:cNvSpPr>
          <p:nvPr>
            <p:ph type="dt" sz="half" idx="10"/>
          </p:nvPr>
        </p:nvSpPr>
        <p:spPr/>
        <p:txBody>
          <a:bodyPr/>
          <a:lstStyle>
            <a:lvl1pPr>
              <a:defRPr/>
            </a:lvl1pPr>
          </a:lstStyle>
          <a:p>
            <a:pPr>
              <a:defRPr/>
            </a:pPr>
            <a:fld id="{3829256E-D9D0-4E62-A348-2AF7E26E9211}"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BC49B232-222B-1C2E-E3C6-95F4F079AA06}"/>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E40D39D3-F7CE-69B7-41E6-AAAE254F3B6C}"/>
              </a:ext>
            </a:extLst>
          </p:cNvPr>
          <p:cNvSpPr>
            <a:spLocks noGrp="1"/>
          </p:cNvSpPr>
          <p:nvPr>
            <p:ph type="sldNum" sz="quarter" idx="12"/>
          </p:nvPr>
        </p:nvSpPr>
        <p:spPr/>
        <p:txBody>
          <a:bodyPr/>
          <a:lstStyle>
            <a:lvl1pPr>
              <a:defRPr/>
            </a:lvl1pPr>
          </a:lstStyle>
          <a:p>
            <a:pPr>
              <a:defRPr/>
            </a:pPr>
            <a:fld id="{DC5FD4A6-0C88-4088-83E2-33F8F5149B8F}" type="slidenum">
              <a:rPr lang="ko-KR" altLang="en-US"/>
              <a:pPr>
                <a:defRPr/>
              </a:pPr>
              <a:t>‹#›</a:t>
            </a:fld>
            <a:endParaRPr lang="ko-KR" altLang="en-US"/>
          </a:p>
        </p:txBody>
      </p:sp>
    </p:spTree>
    <p:extLst>
      <p:ext uri="{BB962C8B-B14F-4D97-AF65-F5344CB8AC3E}">
        <p14:creationId xmlns:p14="http://schemas.microsoft.com/office/powerpoint/2010/main" val="82008180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676275" y="1709738"/>
            <a:ext cx="8543925"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676275" y="4589463"/>
            <a:ext cx="8543925"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편집합니다</a:t>
            </a:r>
          </a:p>
        </p:txBody>
      </p:sp>
      <p:sp>
        <p:nvSpPr>
          <p:cNvPr id="4" name="날짜 개체 틀 3">
            <a:extLst>
              <a:ext uri="{FF2B5EF4-FFF2-40B4-BE49-F238E27FC236}">
                <a16:creationId xmlns:a16="http://schemas.microsoft.com/office/drawing/2014/main" id="{4C42A676-06ED-8AB0-2E92-BDEDA0BF4860}"/>
              </a:ext>
            </a:extLst>
          </p:cNvPr>
          <p:cNvSpPr>
            <a:spLocks noGrp="1"/>
          </p:cNvSpPr>
          <p:nvPr>
            <p:ph type="dt" sz="half" idx="10"/>
          </p:nvPr>
        </p:nvSpPr>
        <p:spPr/>
        <p:txBody>
          <a:bodyPr/>
          <a:lstStyle>
            <a:lvl1pPr>
              <a:defRPr/>
            </a:lvl1pPr>
          </a:lstStyle>
          <a:p>
            <a:pPr>
              <a:defRPr/>
            </a:pPr>
            <a:fld id="{9CD72E59-71E7-485C-BCFF-12B851C8D335}"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1E5FECB6-A448-8488-A653-85FB9AC6E2F1}"/>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3725C1DA-CA90-303A-3C45-7C66797FA7C5}"/>
              </a:ext>
            </a:extLst>
          </p:cNvPr>
          <p:cNvSpPr>
            <a:spLocks noGrp="1"/>
          </p:cNvSpPr>
          <p:nvPr>
            <p:ph type="sldNum" sz="quarter" idx="12"/>
          </p:nvPr>
        </p:nvSpPr>
        <p:spPr/>
        <p:txBody>
          <a:bodyPr/>
          <a:lstStyle>
            <a:lvl1pPr>
              <a:defRPr/>
            </a:lvl1pPr>
          </a:lstStyle>
          <a:p>
            <a:pPr>
              <a:defRPr/>
            </a:pPr>
            <a:fld id="{C23EFAC7-A9C9-4CAF-A674-C58390C25C08}" type="slidenum">
              <a:rPr lang="ko-KR" altLang="en-US"/>
              <a:pPr>
                <a:defRPr/>
              </a:pPr>
              <a:t>‹#›</a:t>
            </a:fld>
            <a:endParaRPr lang="ko-KR" altLang="en-US"/>
          </a:p>
        </p:txBody>
      </p:sp>
    </p:spTree>
    <p:extLst>
      <p:ext uri="{BB962C8B-B14F-4D97-AF65-F5344CB8AC3E}">
        <p14:creationId xmlns:p14="http://schemas.microsoft.com/office/powerpoint/2010/main" val="406105516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1038" y="1825625"/>
            <a:ext cx="4195762"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29200" y="1825625"/>
            <a:ext cx="4195763"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3">
            <a:extLst>
              <a:ext uri="{FF2B5EF4-FFF2-40B4-BE49-F238E27FC236}">
                <a16:creationId xmlns:a16="http://schemas.microsoft.com/office/drawing/2014/main" id="{FEF1F8E3-8F4F-61B9-E521-A741DB68EA89}"/>
              </a:ext>
            </a:extLst>
          </p:cNvPr>
          <p:cNvSpPr>
            <a:spLocks noGrp="1"/>
          </p:cNvSpPr>
          <p:nvPr>
            <p:ph type="dt" sz="half" idx="10"/>
          </p:nvPr>
        </p:nvSpPr>
        <p:spPr/>
        <p:txBody>
          <a:bodyPr/>
          <a:lstStyle>
            <a:lvl1pPr>
              <a:defRPr/>
            </a:lvl1pPr>
          </a:lstStyle>
          <a:p>
            <a:pPr>
              <a:defRPr/>
            </a:pPr>
            <a:fld id="{AEC9112D-F43A-4D79-8C08-0AE3D55FE4B5}"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9162E50A-9F94-3843-AB2A-A1BC2E3CCB51}"/>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505832E2-ECCF-5AF9-B04E-E5A955912E20}"/>
              </a:ext>
            </a:extLst>
          </p:cNvPr>
          <p:cNvSpPr>
            <a:spLocks noGrp="1"/>
          </p:cNvSpPr>
          <p:nvPr>
            <p:ph type="sldNum" sz="quarter" idx="12"/>
          </p:nvPr>
        </p:nvSpPr>
        <p:spPr/>
        <p:txBody>
          <a:bodyPr/>
          <a:lstStyle>
            <a:lvl1pPr>
              <a:defRPr/>
            </a:lvl1pPr>
          </a:lstStyle>
          <a:p>
            <a:pPr>
              <a:defRPr/>
            </a:pPr>
            <a:fld id="{F825A9E7-EAAE-4304-B819-4227CAAEBE1C}" type="slidenum">
              <a:rPr lang="ko-KR" altLang="en-US"/>
              <a:pPr>
                <a:defRPr/>
              </a:pPr>
              <a:t>‹#›</a:t>
            </a:fld>
            <a:endParaRPr lang="ko-KR" altLang="en-US"/>
          </a:p>
        </p:txBody>
      </p:sp>
    </p:spTree>
    <p:extLst>
      <p:ext uri="{BB962C8B-B14F-4D97-AF65-F5344CB8AC3E}">
        <p14:creationId xmlns:p14="http://schemas.microsoft.com/office/powerpoint/2010/main" val="237566893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682625" y="365125"/>
            <a:ext cx="8543925" cy="1325563"/>
          </a:xfrm>
        </p:spPr>
        <p:txBody>
          <a:bodyPr/>
          <a:lstStyle/>
          <a:p>
            <a:r>
              <a:rPr lang="ko-KR" altLang="en-US"/>
              <a:t>마스터 제목 스타일 편집</a:t>
            </a:r>
          </a:p>
        </p:txBody>
      </p:sp>
      <p:sp>
        <p:nvSpPr>
          <p:cNvPr id="3" name="텍스트 개체 틀 2"/>
          <p:cNvSpPr>
            <a:spLocks noGrp="1"/>
          </p:cNvSpPr>
          <p:nvPr>
            <p:ph type="body" idx="1"/>
          </p:nvPr>
        </p:nvSpPr>
        <p:spPr>
          <a:xfrm>
            <a:off x="682625" y="1681163"/>
            <a:ext cx="41910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682625" y="2505075"/>
            <a:ext cx="4191000"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14913" y="1681163"/>
            <a:ext cx="42116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14913" y="2505075"/>
            <a:ext cx="4211637"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3">
            <a:extLst>
              <a:ext uri="{FF2B5EF4-FFF2-40B4-BE49-F238E27FC236}">
                <a16:creationId xmlns:a16="http://schemas.microsoft.com/office/drawing/2014/main" id="{4C443D21-9802-C788-A476-DEFFF3849AD8}"/>
              </a:ext>
            </a:extLst>
          </p:cNvPr>
          <p:cNvSpPr>
            <a:spLocks noGrp="1"/>
          </p:cNvSpPr>
          <p:nvPr>
            <p:ph type="dt" sz="half" idx="10"/>
          </p:nvPr>
        </p:nvSpPr>
        <p:spPr/>
        <p:txBody>
          <a:bodyPr/>
          <a:lstStyle>
            <a:lvl1pPr>
              <a:defRPr/>
            </a:lvl1pPr>
          </a:lstStyle>
          <a:p>
            <a:pPr>
              <a:defRPr/>
            </a:pPr>
            <a:fld id="{375CA62C-430A-420B-B13F-AB2089C8DBEB}" type="datetimeFigureOut">
              <a:rPr lang="ko-KR" altLang="en-US"/>
              <a:pPr>
                <a:defRPr/>
              </a:pPr>
              <a:t>2026-10-10</a:t>
            </a:fld>
            <a:endParaRPr lang="ko-KR" altLang="en-US" dirty="0"/>
          </a:p>
        </p:txBody>
      </p:sp>
      <p:sp>
        <p:nvSpPr>
          <p:cNvPr id="8" name="바닥글 개체 틀 4">
            <a:extLst>
              <a:ext uri="{FF2B5EF4-FFF2-40B4-BE49-F238E27FC236}">
                <a16:creationId xmlns:a16="http://schemas.microsoft.com/office/drawing/2014/main" id="{1230F1CA-A782-9055-9E74-8D1E4573E218}"/>
              </a:ext>
            </a:extLst>
          </p:cNvPr>
          <p:cNvSpPr>
            <a:spLocks noGrp="1"/>
          </p:cNvSpPr>
          <p:nvPr>
            <p:ph type="ftr" sz="quarter" idx="11"/>
          </p:nvPr>
        </p:nvSpPr>
        <p:spPr/>
        <p:txBody>
          <a:bodyPr/>
          <a:lstStyle>
            <a:lvl1pPr>
              <a:defRPr/>
            </a:lvl1pPr>
          </a:lstStyle>
          <a:p>
            <a:pPr>
              <a:defRPr/>
            </a:pPr>
            <a:endParaRPr lang="ko-KR" altLang="en-US"/>
          </a:p>
        </p:txBody>
      </p:sp>
      <p:sp>
        <p:nvSpPr>
          <p:cNvPr id="9" name="슬라이드 번호 개체 틀 5">
            <a:extLst>
              <a:ext uri="{FF2B5EF4-FFF2-40B4-BE49-F238E27FC236}">
                <a16:creationId xmlns:a16="http://schemas.microsoft.com/office/drawing/2014/main" id="{D951CA29-4B5F-642F-F583-A3FEC4152973}"/>
              </a:ext>
            </a:extLst>
          </p:cNvPr>
          <p:cNvSpPr>
            <a:spLocks noGrp="1"/>
          </p:cNvSpPr>
          <p:nvPr>
            <p:ph type="sldNum" sz="quarter" idx="12"/>
          </p:nvPr>
        </p:nvSpPr>
        <p:spPr/>
        <p:txBody>
          <a:bodyPr/>
          <a:lstStyle>
            <a:lvl1pPr>
              <a:defRPr/>
            </a:lvl1pPr>
          </a:lstStyle>
          <a:p>
            <a:pPr>
              <a:defRPr/>
            </a:pPr>
            <a:fld id="{17CA898E-2D95-4B16-8854-6FD795B8442F}" type="slidenum">
              <a:rPr lang="ko-KR" altLang="en-US"/>
              <a:pPr>
                <a:defRPr/>
              </a:pPr>
              <a:t>‹#›</a:t>
            </a:fld>
            <a:endParaRPr lang="ko-KR" altLang="en-US"/>
          </a:p>
        </p:txBody>
      </p:sp>
    </p:spTree>
    <p:extLst>
      <p:ext uri="{BB962C8B-B14F-4D97-AF65-F5344CB8AC3E}">
        <p14:creationId xmlns:p14="http://schemas.microsoft.com/office/powerpoint/2010/main" val="289855003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E55AA422-421C-C98D-1303-0C1F0B524307}"/>
              </a:ext>
            </a:extLst>
          </p:cNvPr>
          <p:cNvSpPr>
            <a:spLocks noGrp="1"/>
          </p:cNvSpPr>
          <p:nvPr>
            <p:ph type="dt" sz="half" idx="10"/>
          </p:nvPr>
        </p:nvSpPr>
        <p:spPr/>
        <p:txBody>
          <a:bodyPr/>
          <a:lstStyle>
            <a:lvl1pPr>
              <a:defRPr/>
            </a:lvl1pPr>
          </a:lstStyle>
          <a:p>
            <a:pPr>
              <a:defRPr/>
            </a:pPr>
            <a:fld id="{1447D5A5-E213-4E60-A44B-1E931DF9FA42}"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E9D85FEF-3279-E57A-3469-3E23EA639276}"/>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03CFB44D-D43E-9AAC-BBAE-11D82B739199}"/>
              </a:ext>
            </a:extLst>
          </p:cNvPr>
          <p:cNvSpPr>
            <a:spLocks noGrp="1"/>
          </p:cNvSpPr>
          <p:nvPr>
            <p:ph type="sldNum" sz="quarter" idx="12"/>
          </p:nvPr>
        </p:nvSpPr>
        <p:spPr/>
        <p:txBody>
          <a:bodyPr/>
          <a:lstStyle>
            <a:lvl1pPr>
              <a:defRPr/>
            </a:lvl1pPr>
          </a:lstStyle>
          <a:p>
            <a:pPr>
              <a:defRPr/>
            </a:pPr>
            <a:fld id="{56DA3A38-D5C3-408F-980B-38C99CD1340A}" type="slidenum">
              <a:rPr lang="ko-KR" altLang="en-US"/>
              <a:pPr>
                <a:defRPr/>
              </a:pPr>
              <a:t>‹#›</a:t>
            </a:fld>
            <a:endParaRPr lang="ko-KR" altLang="en-US"/>
          </a:p>
        </p:txBody>
      </p:sp>
    </p:spTree>
    <p:extLst>
      <p:ext uri="{BB962C8B-B14F-4D97-AF65-F5344CB8AC3E}">
        <p14:creationId xmlns:p14="http://schemas.microsoft.com/office/powerpoint/2010/main" val="157322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3">
            <a:extLst>
              <a:ext uri="{FF2B5EF4-FFF2-40B4-BE49-F238E27FC236}">
                <a16:creationId xmlns:a16="http://schemas.microsoft.com/office/drawing/2014/main" id="{8C34E4DD-1BE6-958C-6077-9D8A2BC4D70D}"/>
              </a:ext>
            </a:extLst>
          </p:cNvPr>
          <p:cNvSpPr>
            <a:spLocks noGrp="1"/>
          </p:cNvSpPr>
          <p:nvPr>
            <p:ph type="dt" sz="half" idx="10"/>
          </p:nvPr>
        </p:nvSpPr>
        <p:spPr/>
        <p:txBody>
          <a:bodyPr/>
          <a:lstStyle>
            <a:lvl1pPr>
              <a:defRPr/>
            </a:lvl1pPr>
          </a:lstStyle>
          <a:p>
            <a:pPr>
              <a:defRPr/>
            </a:pPr>
            <a:fld id="{E0E79C47-C26F-4DC3-ADF9-7EB152DDB65C}" type="datetimeFigureOut">
              <a:rPr lang="ko-KR" altLang="en-US"/>
              <a:pPr>
                <a:defRPr/>
              </a:pPr>
              <a:t>2026-10-10</a:t>
            </a:fld>
            <a:endParaRPr lang="ko-KR" altLang="en-US" dirty="0"/>
          </a:p>
        </p:txBody>
      </p:sp>
      <p:sp>
        <p:nvSpPr>
          <p:cNvPr id="3" name="바닥글 개체 틀 4">
            <a:extLst>
              <a:ext uri="{FF2B5EF4-FFF2-40B4-BE49-F238E27FC236}">
                <a16:creationId xmlns:a16="http://schemas.microsoft.com/office/drawing/2014/main" id="{BDE33F68-A0AC-9264-18D7-390A39B57EB1}"/>
              </a:ext>
            </a:extLst>
          </p:cNvPr>
          <p:cNvSpPr>
            <a:spLocks noGrp="1"/>
          </p:cNvSpPr>
          <p:nvPr>
            <p:ph type="ftr" sz="quarter" idx="11"/>
          </p:nvPr>
        </p:nvSpPr>
        <p:spPr/>
        <p:txBody>
          <a:bodyPr/>
          <a:lstStyle>
            <a:lvl1pPr>
              <a:defRPr/>
            </a:lvl1pPr>
          </a:lstStyle>
          <a:p>
            <a:pPr>
              <a:defRPr/>
            </a:pPr>
            <a:endParaRPr lang="ko-KR" altLang="en-US"/>
          </a:p>
        </p:txBody>
      </p:sp>
      <p:sp>
        <p:nvSpPr>
          <p:cNvPr id="4" name="슬라이드 번호 개체 틀 5">
            <a:extLst>
              <a:ext uri="{FF2B5EF4-FFF2-40B4-BE49-F238E27FC236}">
                <a16:creationId xmlns:a16="http://schemas.microsoft.com/office/drawing/2014/main" id="{E022E25E-4312-B6BE-2047-DB4DCAD5468B}"/>
              </a:ext>
            </a:extLst>
          </p:cNvPr>
          <p:cNvSpPr>
            <a:spLocks noGrp="1"/>
          </p:cNvSpPr>
          <p:nvPr>
            <p:ph type="sldNum" sz="quarter" idx="12"/>
          </p:nvPr>
        </p:nvSpPr>
        <p:spPr/>
        <p:txBody>
          <a:bodyPr/>
          <a:lstStyle>
            <a:lvl1pPr>
              <a:defRPr/>
            </a:lvl1pPr>
          </a:lstStyle>
          <a:p>
            <a:pPr>
              <a:defRPr/>
            </a:pPr>
            <a:fld id="{E655DFED-A2FD-4279-A050-8FCAD41F0721}" type="slidenum">
              <a:rPr lang="ko-KR" altLang="en-US"/>
              <a:pPr>
                <a:defRPr/>
              </a:pPr>
              <a:t>‹#›</a:t>
            </a:fld>
            <a:endParaRPr lang="ko-KR" altLang="en-US"/>
          </a:p>
        </p:txBody>
      </p:sp>
    </p:spTree>
    <p:extLst>
      <p:ext uri="{BB962C8B-B14F-4D97-AF65-F5344CB8AC3E}">
        <p14:creationId xmlns:p14="http://schemas.microsoft.com/office/powerpoint/2010/main" val="25594046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4211638" y="987425"/>
            <a:ext cx="5014912"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EDF4C3D4-11E3-218A-4340-5E6832AD4C95}"/>
              </a:ext>
            </a:extLst>
          </p:cNvPr>
          <p:cNvSpPr>
            <a:spLocks noGrp="1"/>
          </p:cNvSpPr>
          <p:nvPr>
            <p:ph type="dt" sz="half" idx="10"/>
          </p:nvPr>
        </p:nvSpPr>
        <p:spPr/>
        <p:txBody>
          <a:bodyPr/>
          <a:lstStyle>
            <a:lvl1pPr>
              <a:defRPr/>
            </a:lvl1pPr>
          </a:lstStyle>
          <a:p>
            <a:pPr>
              <a:defRPr/>
            </a:pPr>
            <a:fld id="{338ED953-2AB8-4C41-A5D4-F57AB992CB19}"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C862B426-10DA-308B-900F-53F165E7F4ED}"/>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386FA98C-D1E3-2813-7431-737F1D4BB25A}"/>
              </a:ext>
            </a:extLst>
          </p:cNvPr>
          <p:cNvSpPr>
            <a:spLocks noGrp="1"/>
          </p:cNvSpPr>
          <p:nvPr>
            <p:ph type="sldNum" sz="quarter" idx="12"/>
          </p:nvPr>
        </p:nvSpPr>
        <p:spPr/>
        <p:txBody>
          <a:bodyPr/>
          <a:lstStyle>
            <a:lvl1pPr>
              <a:defRPr/>
            </a:lvl1pPr>
          </a:lstStyle>
          <a:p>
            <a:pPr>
              <a:defRPr/>
            </a:pPr>
            <a:fld id="{DC90185A-CEB1-48AE-B72A-F034D3190BC6}" type="slidenum">
              <a:rPr lang="ko-KR" altLang="en-US"/>
              <a:pPr>
                <a:defRPr/>
              </a:pPr>
              <a:t>‹#›</a:t>
            </a:fld>
            <a:endParaRPr lang="ko-KR" altLang="en-US"/>
          </a:p>
        </p:txBody>
      </p:sp>
    </p:spTree>
    <p:extLst>
      <p:ext uri="{BB962C8B-B14F-4D97-AF65-F5344CB8AC3E}">
        <p14:creationId xmlns:p14="http://schemas.microsoft.com/office/powerpoint/2010/main" val="359430729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4211638" y="987425"/>
            <a:ext cx="5014912"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dirty="0"/>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E064C56E-626F-A926-85AE-C1F30D8A4679}"/>
              </a:ext>
            </a:extLst>
          </p:cNvPr>
          <p:cNvSpPr>
            <a:spLocks noGrp="1"/>
          </p:cNvSpPr>
          <p:nvPr>
            <p:ph type="dt" sz="half" idx="10"/>
          </p:nvPr>
        </p:nvSpPr>
        <p:spPr/>
        <p:txBody>
          <a:bodyPr/>
          <a:lstStyle>
            <a:lvl1pPr>
              <a:defRPr/>
            </a:lvl1pPr>
          </a:lstStyle>
          <a:p>
            <a:pPr>
              <a:defRPr/>
            </a:pPr>
            <a:fld id="{F127C892-D1F8-4EF0-B4EE-06FD49E47AA6}"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047E7B30-8DB1-251B-DEBB-E7215DC3C5DA}"/>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4074AB09-B4E1-1722-D843-D78763D60028}"/>
              </a:ext>
            </a:extLst>
          </p:cNvPr>
          <p:cNvSpPr>
            <a:spLocks noGrp="1"/>
          </p:cNvSpPr>
          <p:nvPr>
            <p:ph type="sldNum" sz="quarter" idx="12"/>
          </p:nvPr>
        </p:nvSpPr>
        <p:spPr/>
        <p:txBody>
          <a:bodyPr/>
          <a:lstStyle>
            <a:lvl1pPr>
              <a:defRPr/>
            </a:lvl1pPr>
          </a:lstStyle>
          <a:p>
            <a:pPr>
              <a:defRPr/>
            </a:pPr>
            <a:fld id="{B26FC11C-DCC2-4AFE-B6C3-3C8006B7D751}" type="slidenum">
              <a:rPr lang="ko-KR" altLang="en-US"/>
              <a:pPr>
                <a:defRPr/>
              </a:pPr>
              <a:t>‹#›</a:t>
            </a:fld>
            <a:endParaRPr lang="ko-KR" altLang="en-US"/>
          </a:p>
        </p:txBody>
      </p:sp>
    </p:spTree>
    <p:extLst>
      <p:ext uri="{BB962C8B-B14F-4D97-AF65-F5344CB8AC3E}">
        <p14:creationId xmlns:p14="http://schemas.microsoft.com/office/powerpoint/2010/main" val="390649234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84B234E0-D974-0998-B656-6F9319349B82}"/>
              </a:ext>
            </a:extLst>
          </p:cNvPr>
          <p:cNvSpPr>
            <a:spLocks noGrp="1"/>
          </p:cNvSpPr>
          <p:nvPr>
            <p:ph type="dt" sz="half" idx="10"/>
          </p:nvPr>
        </p:nvSpPr>
        <p:spPr/>
        <p:txBody>
          <a:bodyPr/>
          <a:lstStyle>
            <a:lvl1pPr>
              <a:defRPr/>
            </a:lvl1pPr>
          </a:lstStyle>
          <a:p>
            <a:pPr>
              <a:defRPr/>
            </a:pPr>
            <a:fld id="{B11E621D-D19B-4DE2-ABF1-D6C2A9C5E26D}"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1271CB82-2685-46BB-2B6F-0E0FED74E9D1}"/>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1D7E3DAE-A6AC-77EE-E2A5-3E1D94AED7C2}"/>
              </a:ext>
            </a:extLst>
          </p:cNvPr>
          <p:cNvSpPr>
            <a:spLocks noGrp="1"/>
          </p:cNvSpPr>
          <p:nvPr>
            <p:ph type="sldNum" sz="quarter" idx="12"/>
          </p:nvPr>
        </p:nvSpPr>
        <p:spPr/>
        <p:txBody>
          <a:bodyPr/>
          <a:lstStyle>
            <a:lvl1pPr>
              <a:defRPr/>
            </a:lvl1pPr>
          </a:lstStyle>
          <a:p>
            <a:pPr>
              <a:defRPr/>
            </a:pPr>
            <a:fld id="{D51EBC7E-AAF1-4E3C-A377-23D3AD93C483}" type="slidenum">
              <a:rPr lang="ko-KR" altLang="en-US"/>
              <a:pPr>
                <a:defRPr/>
              </a:pPr>
              <a:t>‹#›</a:t>
            </a:fld>
            <a:endParaRPr lang="ko-KR" altLang="en-US"/>
          </a:p>
        </p:txBody>
      </p:sp>
    </p:spTree>
    <p:extLst>
      <p:ext uri="{BB962C8B-B14F-4D97-AF65-F5344CB8AC3E}">
        <p14:creationId xmlns:p14="http://schemas.microsoft.com/office/powerpoint/2010/main" val="267656037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089775" y="365125"/>
            <a:ext cx="2135188"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1038" y="365125"/>
            <a:ext cx="6256337" cy="5811838"/>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7321AEF1-C086-6613-938F-E63DF6D24C3C}"/>
              </a:ext>
            </a:extLst>
          </p:cNvPr>
          <p:cNvSpPr>
            <a:spLocks noGrp="1"/>
          </p:cNvSpPr>
          <p:nvPr>
            <p:ph type="dt" sz="half" idx="10"/>
          </p:nvPr>
        </p:nvSpPr>
        <p:spPr/>
        <p:txBody>
          <a:bodyPr/>
          <a:lstStyle>
            <a:lvl1pPr>
              <a:defRPr/>
            </a:lvl1pPr>
          </a:lstStyle>
          <a:p>
            <a:pPr>
              <a:defRPr/>
            </a:pPr>
            <a:fld id="{FD237A14-5FBF-4D54-BEC2-87FF3F3DCB5C}"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B40A39AC-09E4-BA64-10E1-F370DA25AA5B}"/>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8DDB578D-725F-6103-2BEB-460BE6A09970}"/>
              </a:ext>
            </a:extLst>
          </p:cNvPr>
          <p:cNvSpPr>
            <a:spLocks noGrp="1"/>
          </p:cNvSpPr>
          <p:nvPr>
            <p:ph type="sldNum" sz="quarter" idx="12"/>
          </p:nvPr>
        </p:nvSpPr>
        <p:spPr/>
        <p:txBody>
          <a:bodyPr/>
          <a:lstStyle>
            <a:lvl1pPr>
              <a:defRPr/>
            </a:lvl1pPr>
          </a:lstStyle>
          <a:p>
            <a:pPr>
              <a:defRPr/>
            </a:pPr>
            <a:fld id="{ACF92728-F6BE-49B4-84C9-70280706EB1D}" type="slidenum">
              <a:rPr lang="ko-KR" altLang="en-US"/>
              <a:pPr>
                <a:defRPr/>
              </a:pPr>
              <a:t>‹#›</a:t>
            </a:fld>
            <a:endParaRPr lang="ko-KR" altLang="en-US"/>
          </a:p>
        </p:txBody>
      </p:sp>
    </p:spTree>
    <p:extLst>
      <p:ext uri="{BB962C8B-B14F-4D97-AF65-F5344CB8AC3E}">
        <p14:creationId xmlns:p14="http://schemas.microsoft.com/office/powerpoint/2010/main" val="11085952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238250" y="1122363"/>
            <a:ext cx="74295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마스터 부제목 스타일 편집</a:t>
            </a:r>
          </a:p>
        </p:txBody>
      </p:sp>
      <p:sp>
        <p:nvSpPr>
          <p:cNvPr id="4" name="날짜 개체 틀 3">
            <a:extLst>
              <a:ext uri="{FF2B5EF4-FFF2-40B4-BE49-F238E27FC236}">
                <a16:creationId xmlns:a16="http://schemas.microsoft.com/office/drawing/2014/main" id="{AF87FD33-F676-2F6C-D0DD-3AE61B85D06D}"/>
              </a:ext>
            </a:extLst>
          </p:cNvPr>
          <p:cNvSpPr>
            <a:spLocks noGrp="1"/>
          </p:cNvSpPr>
          <p:nvPr>
            <p:ph type="dt" sz="half" idx="10"/>
          </p:nvPr>
        </p:nvSpPr>
        <p:spPr/>
        <p:txBody>
          <a:bodyPr/>
          <a:lstStyle>
            <a:lvl1pPr>
              <a:defRPr/>
            </a:lvl1pPr>
          </a:lstStyle>
          <a:p>
            <a:pPr>
              <a:defRPr/>
            </a:pPr>
            <a:fld id="{596BE5BA-273B-41ED-9E6C-056BE6CBC21D}"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CCFCBA31-147B-15FA-640F-1F2CC4E692E6}"/>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C89C8C8C-C5D0-3ACD-1B9A-B92B3DC6A6EA}"/>
              </a:ext>
            </a:extLst>
          </p:cNvPr>
          <p:cNvSpPr>
            <a:spLocks noGrp="1"/>
          </p:cNvSpPr>
          <p:nvPr>
            <p:ph type="sldNum" sz="quarter" idx="12"/>
          </p:nvPr>
        </p:nvSpPr>
        <p:spPr/>
        <p:txBody>
          <a:bodyPr/>
          <a:lstStyle>
            <a:lvl1pPr>
              <a:defRPr/>
            </a:lvl1pPr>
          </a:lstStyle>
          <a:p>
            <a:pPr>
              <a:defRPr/>
            </a:pPr>
            <a:fld id="{B41B2832-AC25-494F-BB2F-92B562D1BE42}" type="slidenum">
              <a:rPr lang="ko-KR" altLang="en-US"/>
              <a:pPr>
                <a:defRPr/>
              </a:pPr>
              <a:t>‹#›</a:t>
            </a:fld>
            <a:endParaRPr lang="ko-KR" altLang="en-US"/>
          </a:p>
        </p:txBody>
      </p:sp>
    </p:spTree>
    <p:extLst>
      <p:ext uri="{BB962C8B-B14F-4D97-AF65-F5344CB8AC3E}">
        <p14:creationId xmlns:p14="http://schemas.microsoft.com/office/powerpoint/2010/main" val="198997365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9EEE8F71-652A-5DB4-E914-6A7B77D4E533}"/>
              </a:ext>
            </a:extLst>
          </p:cNvPr>
          <p:cNvSpPr>
            <a:spLocks noGrp="1"/>
          </p:cNvSpPr>
          <p:nvPr>
            <p:ph type="dt" sz="half" idx="10"/>
          </p:nvPr>
        </p:nvSpPr>
        <p:spPr/>
        <p:txBody>
          <a:bodyPr/>
          <a:lstStyle>
            <a:lvl1pPr>
              <a:defRPr/>
            </a:lvl1pPr>
          </a:lstStyle>
          <a:p>
            <a:pPr>
              <a:defRPr/>
            </a:pPr>
            <a:fld id="{A20BEEC5-EFF1-4DD8-AB39-96E5568DB574}"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A21682A9-399C-3F0E-2FDE-AE55A7D7262D}"/>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8F66D0C9-647C-BEB7-B65F-D1B3D796E596}"/>
              </a:ext>
            </a:extLst>
          </p:cNvPr>
          <p:cNvSpPr>
            <a:spLocks noGrp="1"/>
          </p:cNvSpPr>
          <p:nvPr>
            <p:ph type="sldNum" sz="quarter" idx="12"/>
          </p:nvPr>
        </p:nvSpPr>
        <p:spPr/>
        <p:txBody>
          <a:bodyPr/>
          <a:lstStyle>
            <a:lvl1pPr>
              <a:defRPr/>
            </a:lvl1pPr>
          </a:lstStyle>
          <a:p>
            <a:pPr>
              <a:defRPr/>
            </a:pPr>
            <a:fld id="{67270A98-46AB-4B75-BAFA-0A23CB3A8E45}" type="slidenum">
              <a:rPr lang="ko-KR" altLang="en-US"/>
              <a:pPr>
                <a:defRPr/>
              </a:pPr>
              <a:t>‹#›</a:t>
            </a:fld>
            <a:endParaRPr lang="ko-KR" altLang="en-US"/>
          </a:p>
        </p:txBody>
      </p:sp>
    </p:spTree>
    <p:extLst>
      <p:ext uri="{BB962C8B-B14F-4D97-AF65-F5344CB8AC3E}">
        <p14:creationId xmlns:p14="http://schemas.microsoft.com/office/powerpoint/2010/main" val="221572421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676275" y="1709738"/>
            <a:ext cx="8543925"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676275" y="4589463"/>
            <a:ext cx="8543925"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편집합니다</a:t>
            </a:r>
          </a:p>
        </p:txBody>
      </p:sp>
      <p:sp>
        <p:nvSpPr>
          <p:cNvPr id="4" name="날짜 개체 틀 3">
            <a:extLst>
              <a:ext uri="{FF2B5EF4-FFF2-40B4-BE49-F238E27FC236}">
                <a16:creationId xmlns:a16="http://schemas.microsoft.com/office/drawing/2014/main" id="{EBB38CB7-ADAD-55A2-4E87-834B54262BCC}"/>
              </a:ext>
            </a:extLst>
          </p:cNvPr>
          <p:cNvSpPr>
            <a:spLocks noGrp="1"/>
          </p:cNvSpPr>
          <p:nvPr>
            <p:ph type="dt" sz="half" idx="10"/>
          </p:nvPr>
        </p:nvSpPr>
        <p:spPr/>
        <p:txBody>
          <a:bodyPr/>
          <a:lstStyle>
            <a:lvl1pPr>
              <a:defRPr/>
            </a:lvl1pPr>
          </a:lstStyle>
          <a:p>
            <a:pPr>
              <a:defRPr/>
            </a:pPr>
            <a:fld id="{DE18CDE5-D786-45B3-AF9B-29C7D72E970D}"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6759BEA2-379E-FAB3-7F3D-8273742F646C}"/>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BC511CDA-9DE8-29BD-E1B4-91C9DDBCA51E}"/>
              </a:ext>
            </a:extLst>
          </p:cNvPr>
          <p:cNvSpPr>
            <a:spLocks noGrp="1"/>
          </p:cNvSpPr>
          <p:nvPr>
            <p:ph type="sldNum" sz="quarter" idx="12"/>
          </p:nvPr>
        </p:nvSpPr>
        <p:spPr/>
        <p:txBody>
          <a:bodyPr/>
          <a:lstStyle>
            <a:lvl1pPr>
              <a:defRPr/>
            </a:lvl1pPr>
          </a:lstStyle>
          <a:p>
            <a:pPr>
              <a:defRPr/>
            </a:pPr>
            <a:fld id="{243D59EE-3B4E-4290-AD6E-C072A3CF946A}" type="slidenum">
              <a:rPr lang="ko-KR" altLang="en-US"/>
              <a:pPr>
                <a:defRPr/>
              </a:pPr>
              <a:t>‹#›</a:t>
            </a:fld>
            <a:endParaRPr lang="ko-KR" altLang="en-US"/>
          </a:p>
        </p:txBody>
      </p:sp>
    </p:spTree>
    <p:extLst>
      <p:ext uri="{BB962C8B-B14F-4D97-AF65-F5344CB8AC3E}">
        <p14:creationId xmlns:p14="http://schemas.microsoft.com/office/powerpoint/2010/main" val="76552920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1038" y="1825625"/>
            <a:ext cx="4195762"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29200" y="1825625"/>
            <a:ext cx="4195763"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3">
            <a:extLst>
              <a:ext uri="{FF2B5EF4-FFF2-40B4-BE49-F238E27FC236}">
                <a16:creationId xmlns:a16="http://schemas.microsoft.com/office/drawing/2014/main" id="{254FC0CB-E29C-ACB6-5D20-520A64AAF23B}"/>
              </a:ext>
            </a:extLst>
          </p:cNvPr>
          <p:cNvSpPr>
            <a:spLocks noGrp="1"/>
          </p:cNvSpPr>
          <p:nvPr>
            <p:ph type="dt" sz="half" idx="10"/>
          </p:nvPr>
        </p:nvSpPr>
        <p:spPr/>
        <p:txBody>
          <a:bodyPr/>
          <a:lstStyle>
            <a:lvl1pPr>
              <a:defRPr/>
            </a:lvl1pPr>
          </a:lstStyle>
          <a:p>
            <a:pPr>
              <a:defRPr/>
            </a:pPr>
            <a:fld id="{F410593A-C532-4FF6-ACFC-0B832525E7CD}"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EBF7185C-4E73-35A8-B374-AC7CF70EEDDD}"/>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09289AE4-64C1-493D-FEB9-246F0799E168}"/>
              </a:ext>
            </a:extLst>
          </p:cNvPr>
          <p:cNvSpPr>
            <a:spLocks noGrp="1"/>
          </p:cNvSpPr>
          <p:nvPr>
            <p:ph type="sldNum" sz="quarter" idx="12"/>
          </p:nvPr>
        </p:nvSpPr>
        <p:spPr/>
        <p:txBody>
          <a:bodyPr/>
          <a:lstStyle>
            <a:lvl1pPr>
              <a:defRPr/>
            </a:lvl1pPr>
          </a:lstStyle>
          <a:p>
            <a:pPr>
              <a:defRPr/>
            </a:pPr>
            <a:fld id="{BF1EC76C-3F7D-48EB-BE22-A6929D200935}" type="slidenum">
              <a:rPr lang="ko-KR" altLang="en-US"/>
              <a:pPr>
                <a:defRPr/>
              </a:pPr>
              <a:t>‹#›</a:t>
            </a:fld>
            <a:endParaRPr lang="ko-KR" altLang="en-US"/>
          </a:p>
        </p:txBody>
      </p:sp>
    </p:spTree>
    <p:extLst>
      <p:ext uri="{BB962C8B-B14F-4D97-AF65-F5344CB8AC3E}">
        <p14:creationId xmlns:p14="http://schemas.microsoft.com/office/powerpoint/2010/main" val="379115605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682625" y="365125"/>
            <a:ext cx="8543925" cy="1325563"/>
          </a:xfrm>
        </p:spPr>
        <p:txBody>
          <a:bodyPr/>
          <a:lstStyle/>
          <a:p>
            <a:r>
              <a:rPr lang="ko-KR" altLang="en-US"/>
              <a:t>마스터 제목 스타일 편집</a:t>
            </a:r>
          </a:p>
        </p:txBody>
      </p:sp>
      <p:sp>
        <p:nvSpPr>
          <p:cNvPr id="3" name="텍스트 개체 틀 2"/>
          <p:cNvSpPr>
            <a:spLocks noGrp="1"/>
          </p:cNvSpPr>
          <p:nvPr>
            <p:ph type="body" idx="1"/>
          </p:nvPr>
        </p:nvSpPr>
        <p:spPr>
          <a:xfrm>
            <a:off x="682625" y="1681163"/>
            <a:ext cx="41910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682625" y="2505075"/>
            <a:ext cx="4191000"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14913" y="1681163"/>
            <a:ext cx="42116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14913" y="2505075"/>
            <a:ext cx="4211637"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3">
            <a:extLst>
              <a:ext uri="{FF2B5EF4-FFF2-40B4-BE49-F238E27FC236}">
                <a16:creationId xmlns:a16="http://schemas.microsoft.com/office/drawing/2014/main" id="{4B78E606-F574-E85B-CF07-E4A335A95D71}"/>
              </a:ext>
            </a:extLst>
          </p:cNvPr>
          <p:cNvSpPr>
            <a:spLocks noGrp="1"/>
          </p:cNvSpPr>
          <p:nvPr>
            <p:ph type="dt" sz="half" idx="10"/>
          </p:nvPr>
        </p:nvSpPr>
        <p:spPr/>
        <p:txBody>
          <a:bodyPr/>
          <a:lstStyle>
            <a:lvl1pPr>
              <a:defRPr/>
            </a:lvl1pPr>
          </a:lstStyle>
          <a:p>
            <a:pPr>
              <a:defRPr/>
            </a:pPr>
            <a:fld id="{D83E7794-4EF9-4EB8-A06F-B3FFA5B98FEF}" type="datetimeFigureOut">
              <a:rPr lang="ko-KR" altLang="en-US"/>
              <a:pPr>
                <a:defRPr/>
              </a:pPr>
              <a:t>2026-10-10</a:t>
            </a:fld>
            <a:endParaRPr lang="ko-KR" altLang="en-US" dirty="0"/>
          </a:p>
        </p:txBody>
      </p:sp>
      <p:sp>
        <p:nvSpPr>
          <p:cNvPr id="8" name="바닥글 개체 틀 4">
            <a:extLst>
              <a:ext uri="{FF2B5EF4-FFF2-40B4-BE49-F238E27FC236}">
                <a16:creationId xmlns:a16="http://schemas.microsoft.com/office/drawing/2014/main" id="{917D8363-48D6-2C64-D02B-A8F0DE09D15E}"/>
              </a:ext>
            </a:extLst>
          </p:cNvPr>
          <p:cNvSpPr>
            <a:spLocks noGrp="1"/>
          </p:cNvSpPr>
          <p:nvPr>
            <p:ph type="ftr" sz="quarter" idx="11"/>
          </p:nvPr>
        </p:nvSpPr>
        <p:spPr/>
        <p:txBody>
          <a:bodyPr/>
          <a:lstStyle>
            <a:lvl1pPr>
              <a:defRPr/>
            </a:lvl1pPr>
          </a:lstStyle>
          <a:p>
            <a:pPr>
              <a:defRPr/>
            </a:pPr>
            <a:endParaRPr lang="ko-KR" altLang="en-US"/>
          </a:p>
        </p:txBody>
      </p:sp>
      <p:sp>
        <p:nvSpPr>
          <p:cNvPr id="9" name="슬라이드 번호 개체 틀 5">
            <a:extLst>
              <a:ext uri="{FF2B5EF4-FFF2-40B4-BE49-F238E27FC236}">
                <a16:creationId xmlns:a16="http://schemas.microsoft.com/office/drawing/2014/main" id="{E4B4C20B-CCD0-3A96-3111-E973FB41DA0A}"/>
              </a:ext>
            </a:extLst>
          </p:cNvPr>
          <p:cNvSpPr>
            <a:spLocks noGrp="1"/>
          </p:cNvSpPr>
          <p:nvPr>
            <p:ph type="sldNum" sz="quarter" idx="12"/>
          </p:nvPr>
        </p:nvSpPr>
        <p:spPr/>
        <p:txBody>
          <a:bodyPr/>
          <a:lstStyle>
            <a:lvl1pPr>
              <a:defRPr/>
            </a:lvl1pPr>
          </a:lstStyle>
          <a:p>
            <a:pPr>
              <a:defRPr/>
            </a:pPr>
            <a:fld id="{A5D4D154-E9FC-463D-B395-CF34E81146B9}" type="slidenum">
              <a:rPr lang="ko-KR" altLang="en-US"/>
              <a:pPr>
                <a:defRPr/>
              </a:pPr>
              <a:t>‹#›</a:t>
            </a:fld>
            <a:endParaRPr lang="ko-KR" altLang="en-US"/>
          </a:p>
        </p:txBody>
      </p:sp>
    </p:spTree>
    <p:extLst>
      <p:ext uri="{BB962C8B-B14F-4D97-AF65-F5344CB8AC3E}">
        <p14:creationId xmlns:p14="http://schemas.microsoft.com/office/powerpoint/2010/main" val="263343925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8CAFEEBD-FA65-367B-1B3F-C276839E6511}"/>
              </a:ext>
            </a:extLst>
          </p:cNvPr>
          <p:cNvSpPr>
            <a:spLocks noGrp="1"/>
          </p:cNvSpPr>
          <p:nvPr>
            <p:ph type="dt" sz="half" idx="10"/>
          </p:nvPr>
        </p:nvSpPr>
        <p:spPr/>
        <p:txBody>
          <a:bodyPr/>
          <a:lstStyle>
            <a:lvl1pPr>
              <a:defRPr/>
            </a:lvl1pPr>
          </a:lstStyle>
          <a:p>
            <a:pPr>
              <a:defRPr/>
            </a:pPr>
            <a:fld id="{9710E02D-35A5-45D8-A1B2-29193D48C14F}"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12149599-AFAA-FFB8-0C55-49FDCC2639E8}"/>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7A151510-5227-2BD7-6ECF-D0D2A2C6C6AA}"/>
              </a:ext>
            </a:extLst>
          </p:cNvPr>
          <p:cNvSpPr>
            <a:spLocks noGrp="1"/>
          </p:cNvSpPr>
          <p:nvPr>
            <p:ph type="sldNum" sz="quarter" idx="12"/>
          </p:nvPr>
        </p:nvSpPr>
        <p:spPr/>
        <p:txBody>
          <a:bodyPr/>
          <a:lstStyle>
            <a:lvl1pPr>
              <a:defRPr/>
            </a:lvl1pPr>
          </a:lstStyle>
          <a:p>
            <a:pPr>
              <a:defRPr/>
            </a:pPr>
            <a:fld id="{D6D82690-D3A8-458C-B652-487BD4C8C97F}" type="slidenum">
              <a:rPr lang="ko-KR" altLang="en-US"/>
              <a:pPr>
                <a:defRPr/>
              </a:pPr>
              <a:t>‹#›</a:t>
            </a:fld>
            <a:endParaRPr lang="ko-KR" altLang="en-US"/>
          </a:p>
        </p:txBody>
      </p:sp>
    </p:spTree>
    <p:extLst>
      <p:ext uri="{BB962C8B-B14F-4D97-AF65-F5344CB8AC3E}">
        <p14:creationId xmlns:p14="http://schemas.microsoft.com/office/powerpoint/2010/main" val="415243100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3">
            <a:extLst>
              <a:ext uri="{FF2B5EF4-FFF2-40B4-BE49-F238E27FC236}">
                <a16:creationId xmlns:a16="http://schemas.microsoft.com/office/drawing/2014/main" id="{865C2AAD-38A3-A790-E023-8ABB174D1DA6}"/>
              </a:ext>
            </a:extLst>
          </p:cNvPr>
          <p:cNvSpPr>
            <a:spLocks noGrp="1"/>
          </p:cNvSpPr>
          <p:nvPr>
            <p:ph type="dt" sz="half" idx="10"/>
          </p:nvPr>
        </p:nvSpPr>
        <p:spPr/>
        <p:txBody>
          <a:bodyPr/>
          <a:lstStyle>
            <a:lvl1pPr>
              <a:defRPr/>
            </a:lvl1pPr>
          </a:lstStyle>
          <a:p>
            <a:pPr>
              <a:defRPr/>
            </a:pPr>
            <a:fld id="{762C7333-F1EE-4FEC-8186-5382B3B1447C}" type="datetimeFigureOut">
              <a:rPr lang="ko-KR" altLang="en-US"/>
              <a:pPr>
                <a:defRPr/>
              </a:pPr>
              <a:t>2026-10-10</a:t>
            </a:fld>
            <a:endParaRPr lang="ko-KR" altLang="en-US" dirty="0"/>
          </a:p>
        </p:txBody>
      </p:sp>
      <p:sp>
        <p:nvSpPr>
          <p:cNvPr id="3" name="바닥글 개체 틀 4">
            <a:extLst>
              <a:ext uri="{FF2B5EF4-FFF2-40B4-BE49-F238E27FC236}">
                <a16:creationId xmlns:a16="http://schemas.microsoft.com/office/drawing/2014/main" id="{6F50EEFE-59CE-D4DC-ADDE-63AC28C275BD}"/>
              </a:ext>
            </a:extLst>
          </p:cNvPr>
          <p:cNvSpPr>
            <a:spLocks noGrp="1"/>
          </p:cNvSpPr>
          <p:nvPr>
            <p:ph type="ftr" sz="quarter" idx="11"/>
          </p:nvPr>
        </p:nvSpPr>
        <p:spPr/>
        <p:txBody>
          <a:bodyPr/>
          <a:lstStyle>
            <a:lvl1pPr>
              <a:defRPr/>
            </a:lvl1pPr>
          </a:lstStyle>
          <a:p>
            <a:pPr>
              <a:defRPr/>
            </a:pPr>
            <a:endParaRPr lang="ko-KR" altLang="en-US"/>
          </a:p>
        </p:txBody>
      </p:sp>
      <p:sp>
        <p:nvSpPr>
          <p:cNvPr id="4" name="슬라이드 번호 개체 틀 5">
            <a:extLst>
              <a:ext uri="{FF2B5EF4-FFF2-40B4-BE49-F238E27FC236}">
                <a16:creationId xmlns:a16="http://schemas.microsoft.com/office/drawing/2014/main" id="{2E35855A-51E7-9A98-2A1D-5CC7C63E87CF}"/>
              </a:ext>
            </a:extLst>
          </p:cNvPr>
          <p:cNvSpPr>
            <a:spLocks noGrp="1"/>
          </p:cNvSpPr>
          <p:nvPr>
            <p:ph type="sldNum" sz="quarter" idx="12"/>
          </p:nvPr>
        </p:nvSpPr>
        <p:spPr/>
        <p:txBody>
          <a:bodyPr/>
          <a:lstStyle>
            <a:lvl1pPr>
              <a:defRPr/>
            </a:lvl1pPr>
          </a:lstStyle>
          <a:p>
            <a:pPr>
              <a:defRPr/>
            </a:pPr>
            <a:fld id="{A1D7A1E5-4E3F-4120-B4FA-7C582CF0D832}" type="slidenum">
              <a:rPr lang="ko-KR" altLang="en-US"/>
              <a:pPr>
                <a:defRPr/>
              </a:pPr>
              <a:t>‹#›</a:t>
            </a:fld>
            <a:endParaRPr lang="ko-KR" altLang="en-US"/>
          </a:p>
        </p:txBody>
      </p:sp>
    </p:spTree>
    <p:extLst>
      <p:ext uri="{BB962C8B-B14F-4D97-AF65-F5344CB8AC3E}">
        <p14:creationId xmlns:p14="http://schemas.microsoft.com/office/powerpoint/2010/main" val="33877481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4211638" y="987425"/>
            <a:ext cx="5014912"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CC840D97-3DF4-EA77-3365-DF29D1E37306}"/>
              </a:ext>
            </a:extLst>
          </p:cNvPr>
          <p:cNvSpPr>
            <a:spLocks noGrp="1"/>
          </p:cNvSpPr>
          <p:nvPr>
            <p:ph type="dt" sz="half" idx="10"/>
          </p:nvPr>
        </p:nvSpPr>
        <p:spPr/>
        <p:txBody>
          <a:bodyPr/>
          <a:lstStyle>
            <a:lvl1pPr>
              <a:defRPr/>
            </a:lvl1pPr>
          </a:lstStyle>
          <a:p>
            <a:pPr>
              <a:defRPr/>
            </a:pPr>
            <a:fld id="{0ACB3681-6049-4B44-8A3C-B36A5343D2D4}"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BD14D7E2-5D03-FD1C-03EE-8D5CA0F2A59F}"/>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732E44B5-3AFB-158D-AC06-302F16A5E150}"/>
              </a:ext>
            </a:extLst>
          </p:cNvPr>
          <p:cNvSpPr>
            <a:spLocks noGrp="1"/>
          </p:cNvSpPr>
          <p:nvPr>
            <p:ph type="sldNum" sz="quarter" idx="12"/>
          </p:nvPr>
        </p:nvSpPr>
        <p:spPr/>
        <p:txBody>
          <a:bodyPr/>
          <a:lstStyle>
            <a:lvl1pPr>
              <a:defRPr/>
            </a:lvl1pPr>
          </a:lstStyle>
          <a:p>
            <a:pPr>
              <a:defRPr/>
            </a:pPr>
            <a:fld id="{B7304FA8-5C1A-4A9E-9BC0-3302760F5B7D}" type="slidenum">
              <a:rPr lang="ko-KR" altLang="en-US"/>
              <a:pPr>
                <a:defRPr/>
              </a:pPr>
              <a:t>‹#›</a:t>
            </a:fld>
            <a:endParaRPr lang="ko-KR" altLang="en-US"/>
          </a:p>
        </p:txBody>
      </p:sp>
    </p:spTree>
    <p:extLst>
      <p:ext uri="{BB962C8B-B14F-4D97-AF65-F5344CB8AC3E}">
        <p14:creationId xmlns:p14="http://schemas.microsoft.com/office/powerpoint/2010/main" val="417965448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4211638" y="987425"/>
            <a:ext cx="5014912"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dirty="0"/>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2807025D-9CEA-C506-C5E4-B25F727B7A4E}"/>
              </a:ext>
            </a:extLst>
          </p:cNvPr>
          <p:cNvSpPr>
            <a:spLocks noGrp="1"/>
          </p:cNvSpPr>
          <p:nvPr>
            <p:ph type="dt" sz="half" idx="10"/>
          </p:nvPr>
        </p:nvSpPr>
        <p:spPr/>
        <p:txBody>
          <a:bodyPr/>
          <a:lstStyle>
            <a:lvl1pPr>
              <a:defRPr/>
            </a:lvl1pPr>
          </a:lstStyle>
          <a:p>
            <a:pPr>
              <a:defRPr/>
            </a:pPr>
            <a:fld id="{E3D9D3FE-6EB6-4DA9-9382-2516AAF3D298}"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2B2A63D9-A154-FAB3-F40E-D90871F07236}"/>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74C1E74A-78C8-169A-53AC-427E5EE059B7}"/>
              </a:ext>
            </a:extLst>
          </p:cNvPr>
          <p:cNvSpPr>
            <a:spLocks noGrp="1"/>
          </p:cNvSpPr>
          <p:nvPr>
            <p:ph type="sldNum" sz="quarter" idx="12"/>
          </p:nvPr>
        </p:nvSpPr>
        <p:spPr/>
        <p:txBody>
          <a:bodyPr/>
          <a:lstStyle>
            <a:lvl1pPr>
              <a:defRPr/>
            </a:lvl1pPr>
          </a:lstStyle>
          <a:p>
            <a:pPr>
              <a:defRPr/>
            </a:pPr>
            <a:fld id="{2DADA5F4-F26C-4675-A7E3-7B10287C766F}" type="slidenum">
              <a:rPr lang="ko-KR" altLang="en-US"/>
              <a:pPr>
                <a:defRPr/>
              </a:pPr>
              <a:t>‹#›</a:t>
            </a:fld>
            <a:endParaRPr lang="ko-KR" altLang="en-US"/>
          </a:p>
        </p:txBody>
      </p:sp>
    </p:spTree>
    <p:extLst>
      <p:ext uri="{BB962C8B-B14F-4D97-AF65-F5344CB8AC3E}">
        <p14:creationId xmlns:p14="http://schemas.microsoft.com/office/powerpoint/2010/main" val="128512938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4355115B-3D33-7E37-507A-2254F4FC1230}"/>
              </a:ext>
            </a:extLst>
          </p:cNvPr>
          <p:cNvSpPr>
            <a:spLocks noGrp="1"/>
          </p:cNvSpPr>
          <p:nvPr>
            <p:ph type="dt" sz="half" idx="10"/>
          </p:nvPr>
        </p:nvSpPr>
        <p:spPr/>
        <p:txBody>
          <a:bodyPr/>
          <a:lstStyle>
            <a:lvl1pPr>
              <a:defRPr/>
            </a:lvl1pPr>
          </a:lstStyle>
          <a:p>
            <a:pPr>
              <a:defRPr/>
            </a:pPr>
            <a:fld id="{A452C553-3C35-4D8E-A073-E972254D6CAC}"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0BE169D5-DFDF-DE8D-7374-676F22AF30B1}"/>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F10A8974-8D3E-DB68-E563-E2E2D0D442A8}"/>
              </a:ext>
            </a:extLst>
          </p:cNvPr>
          <p:cNvSpPr>
            <a:spLocks noGrp="1"/>
          </p:cNvSpPr>
          <p:nvPr>
            <p:ph type="sldNum" sz="quarter" idx="12"/>
          </p:nvPr>
        </p:nvSpPr>
        <p:spPr/>
        <p:txBody>
          <a:bodyPr/>
          <a:lstStyle>
            <a:lvl1pPr>
              <a:defRPr/>
            </a:lvl1pPr>
          </a:lstStyle>
          <a:p>
            <a:pPr>
              <a:defRPr/>
            </a:pPr>
            <a:fld id="{CBBFFF97-A251-4832-B6E6-DFD9AC36D137}" type="slidenum">
              <a:rPr lang="ko-KR" altLang="en-US"/>
              <a:pPr>
                <a:defRPr/>
              </a:pPr>
              <a:t>‹#›</a:t>
            </a:fld>
            <a:endParaRPr lang="ko-KR" altLang="en-US"/>
          </a:p>
        </p:txBody>
      </p:sp>
    </p:spTree>
    <p:extLst>
      <p:ext uri="{BB962C8B-B14F-4D97-AF65-F5344CB8AC3E}">
        <p14:creationId xmlns:p14="http://schemas.microsoft.com/office/powerpoint/2010/main" val="325917140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089775" y="365125"/>
            <a:ext cx="2135188"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1038" y="365125"/>
            <a:ext cx="6256337" cy="5811838"/>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77C92799-F203-2D4E-0554-41FD2FE086F9}"/>
              </a:ext>
            </a:extLst>
          </p:cNvPr>
          <p:cNvSpPr>
            <a:spLocks noGrp="1"/>
          </p:cNvSpPr>
          <p:nvPr>
            <p:ph type="dt" sz="half" idx="10"/>
          </p:nvPr>
        </p:nvSpPr>
        <p:spPr/>
        <p:txBody>
          <a:bodyPr/>
          <a:lstStyle>
            <a:lvl1pPr>
              <a:defRPr/>
            </a:lvl1pPr>
          </a:lstStyle>
          <a:p>
            <a:pPr>
              <a:defRPr/>
            </a:pPr>
            <a:fld id="{02A7531F-63D2-4571-80F7-69B30499C70E}"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37AE2B96-3953-D130-F604-6F93EC5218D7}"/>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360C2FBB-582A-2469-2C20-9FEA15BE28E4}"/>
              </a:ext>
            </a:extLst>
          </p:cNvPr>
          <p:cNvSpPr>
            <a:spLocks noGrp="1"/>
          </p:cNvSpPr>
          <p:nvPr>
            <p:ph type="sldNum" sz="quarter" idx="12"/>
          </p:nvPr>
        </p:nvSpPr>
        <p:spPr/>
        <p:txBody>
          <a:bodyPr/>
          <a:lstStyle>
            <a:lvl1pPr>
              <a:defRPr/>
            </a:lvl1pPr>
          </a:lstStyle>
          <a:p>
            <a:pPr>
              <a:defRPr/>
            </a:pPr>
            <a:fld id="{D9B99963-4C95-4618-81A1-E16BF46C9ECE}" type="slidenum">
              <a:rPr lang="ko-KR" altLang="en-US"/>
              <a:pPr>
                <a:defRPr/>
              </a:pPr>
              <a:t>‹#›</a:t>
            </a:fld>
            <a:endParaRPr lang="ko-KR" altLang="en-US"/>
          </a:p>
        </p:txBody>
      </p:sp>
    </p:spTree>
    <p:extLst>
      <p:ext uri="{BB962C8B-B14F-4D97-AF65-F5344CB8AC3E}">
        <p14:creationId xmlns:p14="http://schemas.microsoft.com/office/powerpoint/2010/main" val="325882630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14449832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7AF2C03F-BF28-B2F6-8688-94C0DAA62D3A}"/>
              </a:ext>
            </a:extLst>
          </p:cNvPr>
          <p:cNvSpPr/>
          <p:nvPr userDrawn="1"/>
        </p:nvSpPr>
        <p:spPr bwMode="auto">
          <a:xfrm>
            <a:off x="3175" y="1773238"/>
            <a:ext cx="9899650" cy="71437"/>
          </a:xfrm>
          <a:prstGeom prst="rect">
            <a:avLst/>
          </a:prstGeom>
          <a:solidFill>
            <a:schemeClr val="bg1">
              <a:lumMod val="85000"/>
            </a:schemeClr>
          </a:solidFill>
          <a:ln w="9525" cap="flat" cmpd="sng" algn="ctr">
            <a:noFill/>
            <a:prstDash val="solid"/>
            <a:round/>
            <a:headEnd type="none" w="med" len="med"/>
            <a:tailEnd type="none" w="med" len="med"/>
          </a:ln>
          <a:effectLst/>
        </p:spPr>
        <p:txBody>
          <a:bodyPr/>
          <a:lstStyle/>
          <a:p>
            <a:pPr>
              <a:defRPr/>
            </a:pPr>
            <a:endParaRPr lang="ko-KR" altLang="en-US" dirty="0">
              <a:ea typeface="굴림" panose="020B0600000101010101" pitchFamily="50" charset="-127"/>
              <a:cs typeface="Arial" charset="0"/>
            </a:endParaRPr>
          </a:p>
        </p:txBody>
      </p:sp>
      <p:sp>
        <p:nvSpPr>
          <p:cNvPr id="3" name="직사각형 2">
            <a:extLst>
              <a:ext uri="{FF2B5EF4-FFF2-40B4-BE49-F238E27FC236}">
                <a16:creationId xmlns:a16="http://schemas.microsoft.com/office/drawing/2014/main" id="{E15E6B8A-ED6A-1978-A5CD-1E1305442E22}"/>
              </a:ext>
            </a:extLst>
          </p:cNvPr>
          <p:cNvSpPr/>
          <p:nvPr userDrawn="1"/>
        </p:nvSpPr>
        <p:spPr bwMode="auto">
          <a:xfrm>
            <a:off x="3175" y="1844675"/>
            <a:ext cx="9899650" cy="144463"/>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ko-KR" altLang="en-US" dirty="0">
              <a:ea typeface="굴림" panose="020B0600000101010101" pitchFamily="50" charset="-127"/>
              <a:cs typeface="Arial" charset="0"/>
            </a:endParaRPr>
          </a:p>
        </p:txBody>
      </p:sp>
      <p:pic>
        <p:nvPicPr>
          <p:cNvPr id="4" name="그림 3">
            <a:extLst>
              <a:ext uri="{FF2B5EF4-FFF2-40B4-BE49-F238E27FC236}">
                <a16:creationId xmlns:a16="http://schemas.microsoft.com/office/drawing/2014/main" id="{57D12EFF-04EF-2624-D27D-46704AFBF7B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977188" y="77788"/>
            <a:ext cx="18891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 name="텍스트 개체 틀 18"/>
          <p:cNvSpPr>
            <a:spLocks noGrp="1"/>
          </p:cNvSpPr>
          <p:nvPr>
            <p:ph type="body" sz="quarter" idx="13"/>
          </p:nvPr>
        </p:nvSpPr>
        <p:spPr>
          <a:xfrm>
            <a:off x="0" y="1052736"/>
            <a:ext cx="9906000" cy="720155"/>
          </a:xfrm>
          <a:prstGeom prst="rect">
            <a:avLst/>
          </a:prstGeom>
        </p:spPr>
        <p:txBody>
          <a:bodyPr anchor="ctr" anchorCtr="0"/>
          <a:lstStyle>
            <a:lvl1pPr algn="ctr">
              <a:buNone/>
              <a:defRPr sz="2800" b="1"/>
            </a:lvl1pPr>
          </a:lstStyle>
          <a:p>
            <a:pPr lvl="0"/>
            <a:endParaRPr lang="ko-KR" altLang="en-US" dirty="0"/>
          </a:p>
        </p:txBody>
      </p:sp>
    </p:spTree>
    <p:extLst>
      <p:ext uri="{BB962C8B-B14F-4D97-AF65-F5344CB8AC3E}">
        <p14:creationId xmlns:p14="http://schemas.microsoft.com/office/powerpoint/2010/main" val="211847936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Blank / #">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81CE9161-D5E5-9406-D330-D05090844E64}"/>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E1438F25-1647-4D1C-969D-66B27B0F82DD}"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81366233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Blank / #">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5F82AEE4-4DF0-6679-03F2-A3E932A6553E}"/>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06C4CF29-02AA-47A5-9546-0CE471B8AA0A}"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5230577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2.xml"/><Relationship Id="rId13" Type="http://schemas.openxmlformats.org/officeDocument/2006/relationships/slideLayout" Target="../slideLayouts/slideLayout17.xml"/><Relationship Id="rId3" Type="http://schemas.openxmlformats.org/officeDocument/2006/relationships/slideLayout" Target="../slideLayouts/slideLayout7.xml"/><Relationship Id="rId7" Type="http://schemas.openxmlformats.org/officeDocument/2006/relationships/slideLayout" Target="../slideLayouts/slideLayout11.xml"/><Relationship Id="rId12" Type="http://schemas.openxmlformats.org/officeDocument/2006/relationships/slideLayout" Target="../slideLayouts/slideLayout16.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slideLayout" Target="../slideLayouts/slideLayout10.xml"/><Relationship Id="rId11" Type="http://schemas.openxmlformats.org/officeDocument/2006/relationships/slideLayout" Target="../slideLayouts/slideLayout15.xml"/><Relationship Id="rId5" Type="http://schemas.openxmlformats.org/officeDocument/2006/relationships/slideLayout" Target="../slideLayouts/slideLayout9.xml"/><Relationship Id="rId10" Type="http://schemas.openxmlformats.org/officeDocument/2006/relationships/slideLayout" Target="../slideLayouts/slideLayout14.xml"/><Relationship Id="rId4" Type="http://schemas.openxmlformats.org/officeDocument/2006/relationships/slideLayout" Target="../slideLayouts/slideLayout8.xml"/><Relationship Id="rId9" Type="http://schemas.openxmlformats.org/officeDocument/2006/relationships/slideLayout" Target="../slideLayouts/slideLayout13.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5.xml"/><Relationship Id="rId3" Type="http://schemas.openxmlformats.org/officeDocument/2006/relationships/slideLayout" Target="../slideLayouts/slideLayout20.xml"/><Relationship Id="rId7" Type="http://schemas.openxmlformats.org/officeDocument/2006/relationships/slideLayout" Target="../slideLayouts/slideLayout24.xml"/><Relationship Id="rId12" Type="http://schemas.openxmlformats.org/officeDocument/2006/relationships/theme" Target="../theme/theme3.xml"/><Relationship Id="rId2" Type="http://schemas.openxmlformats.org/officeDocument/2006/relationships/slideLayout" Target="../slideLayouts/slideLayout19.xml"/><Relationship Id="rId1" Type="http://schemas.openxmlformats.org/officeDocument/2006/relationships/slideLayout" Target="../slideLayouts/slideLayout18.xml"/><Relationship Id="rId6" Type="http://schemas.openxmlformats.org/officeDocument/2006/relationships/slideLayout" Target="../slideLayouts/slideLayout23.xml"/><Relationship Id="rId11" Type="http://schemas.openxmlformats.org/officeDocument/2006/relationships/slideLayout" Target="../slideLayouts/slideLayout28.xml"/><Relationship Id="rId5" Type="http://schemas.openxmlformats.org/officeDocument/2006/relationships/slideLayout" Target="../slideLayouts/slideLayout22.xml"/><Relationship Id="rId10" Type="http://schemas.openxmlformats.org/officeDocument/2006/relationships/slideLayout" Target="../slideLayouts/slideLayout27.xml"/><Relationship Id="rId4" Type="http://schemas.openxmlformats.org/officeDocument/2006/relationships/slideLayout" Target="../slideLayouts/slideLayout21.xml"/><Relationship Id="rId9" Type="http://schemas.openxmlformats.org/officeDocument/2006/relationships/slideLayout" Target="../slideLayouts/slideLayout26.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6.xml"/><Relationship Id="rId3" Type="http://schemas.openxmlformats.org/officeDocument/2006/relationships/slideLayout" Target="../slideLayouts/slideLayout31.xml"/><Relationship Id="rId7" Type="http://schemas.openxmlformats.org/officeDocument/2006/relationships/slideLayout" Target="../slideLayouts/slideLayout35.xml"/><Relationship Id="rId12" Type="http://schemas.openxmlformats.org/officeDocument/2006/relationships/theme" Target="../theme/theme4.xml"/><Relationship Id="rId2" Type="http://schemas.openxmlformats.org/officeDocument/2006/relationships/slideLayout" Target="../slideLayouts/slideLayout30.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5" Type="http://schemas.openxmlformats.org/officeDocument/2006/relationships/slideLayout" Target="../slideLayouts/slideLayout33.xml"/><Relationship Id="rId10" Type="http://schemas.openxmlformats.org/officeDocument/2006/relationships/slideLayout" Target="../slideLayouts/slideLayout38.xml"/><Relationship Id="rId4" Type="http://schemas.openxmlformats.org/officeDocument/2006/relationships/slideLayout" Target="../slideLayouts/slideLayout32.xml"/><Relationship Id="rId9" Type="http://schemas.openxmlformats.org/officeDocument/2006/relationships/slideLayout" Target="../slideLayouts/slideLayout37.xml"/></Relationships>
</file>

<file path=ppt/slideMasters/_rels/slideMaster5.xml.rels><?xml version="1.0" encoding="UTF-8" standalone="yes"?>
<Relationships xmlns="http://schemas.openxmlformats.org/package/2006/relationships"><Relationship Id="rId3" Type="http://schemas.openxmlformats.org/officeDocument/2006/relationships/slideLayout" Target="../slideLayouts/slideLayout42.xml"/><Relationship Id="rId2" Type="http://schemas.openxmlformats.org/officeDocument/2006/relationships/slideLayout" Target="../slideLayouts/slideLayout41.xml"/><Relationship Id="rId1" Type="http://schemas.openxmlformats.org/officeDocument/2006/relationships/slideLayout" Target="../slideLayouts/slideLayout40.xml"/><Relationship Id="rId4"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4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그림 6">
            <a:extLst>
              <a:ext uri="{FF2B5EF4-FFF2-40B4-BE49-F238E27FC236}">
                <a16:creationId xmlns:a16="http://schemas.microsoft.com/office/drawing/2014/main" id="{3C417DF0-F18C-2EF3-86FD-FE85874785DA}"/>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7977188" y="77788"/>
            <a:ext cx="18891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8709" name="Line 5">
            <a:extLst>
              <a:ext uri="{FF2B5EF4-FFF2-40B4-BE49-F238E27FC236}">
                <a16:creationId xmlns:a16="http://schemas.microsoft.com/office/drawing/2014/main" id="{F697797A-0B5F-342B-326E-C3AA11C0A0C6}"/>
              </a:ext>
            </a:extLst>
          </p:cNvPr>
          <p:cNvSpPr>
            <a:spLocks noChangeShapeType="1"/>
          </p:cNvSpPr>
          <p:nvPr userDrawn="1"/>
        </p:nvSpPr>
        <p:spPr bwMode="auto">
          <a:xfrm>
            <a:off x="3175" y="625475"/>
            <a:ext cx="9899650" cy="0"/>
          </a:xfrm>
          <a:prstGeom prst="line">
            <a:avLst/>
          </a:prstGeom>
          <a:noFill/>
          <a:ln w="9525">
            <a:solidFill>
              <a:schemeClr val="tx1">
                <a:lumMod val="75000"/>
                <a:lumOff val="2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
        <p:nvSpPr>
          <p:cNvPr id="328710" name="Line 6">
            <a:extLst>
              <a:ext uri="{FF2B5EF4-FFF2-40B4-BE49-F238E27FC236}">
                <a16:creationId xmlns:a16="http://schemas.microsoft.com/office/drawing/2014/main" id="{FC4CD0F9-6C74-BDFD-6DFE-BC10F0F18512}"/>
              </a:ext>
            </a:extLst>
          </p:cNvPr>
          <p:cNvSpPr>
            <a:spLocks noChangeShapeType="1"/>
          </p:cNvSpPr>
          <p:nvPr userDrawn="1"/>
        </p:nvSpPr>
        <p:spPr bwMode="auto">
          <a:xfrm>
            <a:off x="3175" y="6332538"/>
            <a:ext cx="9899650" cy="0"/>
          </a:xfrm>
          <a:prstGeom prst="line">
            <a:avLst/>
          </a:prstGeom>
          <a:noFill/>
          <a:ln w="9525">
            <a:solidFill>
              <a:schemeClr val="tx1">
                <a:lumMod val="75000"/>
                <a:lumOff val="2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
        <p:nvSpPr>
          <p:cNvPr id="10" name="Line 5">
            <a:extLst>
              <a:ext uri="{FF2B5EF4-FFF2-40B4-BE49-F238E27FC236}">
                <a16:creationId xmlns:a16="http://schemas.microsoft.com/office/drawing/2014/main" id="{5058CBE7-45DC-644C-C6CE-DFE7D389B38A}"/>
              </a:ext>
            </a:extLst>
          </p:cNvPr>
          <p:cNvSpPr>
            <a:spLocks noChangeShapeType="1"/>
          </p:cNvSpPr>
          <p:nvPr userDrawn="1"/>
        </p:nvSpPr>
        <p:spPr bwMode="auto">
          <a:xfrm>
            <a:off x="3175" y="612775"/>
            <a:ext cx="9899650" cy="0"/>
          </a:xfrm>
          <a:prstGeom prst="line">
            <a:avLst/>
          </a:prstGeom>
          <a:noFill/>
          <a:ln w="9525">
            <a:solidFill>
              <a:schemeClr val="bg1">
                <a:lumMod val="7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
        <p:nvSpPr>
          <p:cNvPr id="11" name="Line 6">
            <a:extLst>
              <a:ext uri="{FF2B5EF4-FFF2-40B4-BE49-F238E27FC236}">
                <a16:creationId xmlns:a16="http://schemas.microsoft.com/office/drawing/2014/main" id="{7D197E60-E1BC-F675-1D66-CAD3038E607C}"/>
              </a:ext>
            </a:extLst>
          </p:cNvPr>
          <p:cNvSpPr>
            <a:spLocks noChangeShapeType="1"/>
          </p:cNvSpPr>
          <p:nvPr userDrawn="1"/>
        </p:nvSpPr>
        <p:spPr bwMode="auto">
          <a:xfrm>
            <a:off x="1588" y="6343650"/>
            <a:ext cx="9901237" cy="0"/>
          </a:xfrm>
          <a:prstGeom prst="line">
            <a:avLst/>
          </a:prstGeom>
          <a:noFill/>
          <a:ln w="9525">
            <a:solidFill>
              <a:schemeClr val="bg1">
                <a:lumMod val="7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Tree>
  </p:cSld>
  <p:clrMap bg1="lt1" tx1="dk1" bg2="lt2" tx2="dk2" accent1="accent1" accent2="accent2" accent3="accent3" accent4="accent4" accent5="accent5" accent6="accent6" hlink="hlink" folHlink="folHlink"/>
  <p:sldLayoutIdLst>
    <p:sldLayoutId id="2147486406" r:id="rId1"/>
    <p:sldLayoutId id="2147486407" r:id="rId2"/>
    <p:sldLayoutId id="2147486408" r:id="rId3"/>
    <p:sldLayoutId id="2147486409" r:id="rId4"/>
  </p:sldLayoutIdLst>
  <p:hf hdr="0" ftr="0" dt="0"/>
  <p:txStyles>
    <p:titleStyle>
      <a:lvl1pPr algn="ctr" rtl="0" eaLnBrk="0" fontAlgn="base" latinLnBrk="1" hangingPunct="0">
        <a:spcBef>
          <a:spcPct val="0"/>
        </a:spcBef>
        <a:spcAft>
          <a:spcPct val="0"/>
        </a:spcAft>
        <a:defRPr kumimoji="1" sz="4400">
          <a:solidFill>
            <a:schemeClr val="tx2"/>
          </a:solidFill>
          <a:latin typeface="+mj-lt"/>
          <a:ea typeface="+mj-ea"/>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mn-lt"/>
          <a:ea typeface="+mn-ea"/>
        </a:defRPr>
      </a:lvl2pPr>
      <a:lvl3pPr marL="1143000" indent="-228600" algn="l" rtl="0" eaLnBrk="0" fontAlgn="base" latinLnBrk="1" hangingPunct="0">
        <a:spcBef>
          <a:spcPct val="20000"/>
        </a:spcBef>
        <a:spcAft>
          <a:spcPct val="0"/>
        </a:spcAft>
        <a:buChar char="•"/>
        <a:defRPr kumimoji="1" sz="2400">
          <a:solidFill>
            <a:schemeClr val="tx1"/>
          </a:solidFill>
          <a:latin typeface="+mn-lt"/>
          <a:ea typeface="+mn-ea"/>
        </a:defRPr>
      </a:lvl3pPr>
      <a:lvl4pPr marL="1600200" indent="-228600" algn="l" rtl="0" eaLnBrk="0" fontAlgn="base" latinLnBrk="1" hangingPunct="0">
        <a:spcBef>
          <a:spcPct val="20000"/>
        </a:spcBef>
        <a:spcAft>
          <a:spcPct val="0"/>
        </a:spcAft>
        <a:buChar char="–"/>
        <a:defRPr kumimoji="1" sz="2000">
          <a:solidFill>
            <a:schemeClr val="tx1"/>
          </a:solidFill>
          <a:latin typeface="+mn-lt"/>
          <a:ea typeface="+mn-ea"/>
        </a:defRPr>
      </a:lvl4pPr>
      <a:lvl5pPr marL="2057400" indent="-228600" algn="l" rtl="0" eaLnBrk="0" fontAlgn="base" latinLnBrk="1" hangingPunct="0">
        <a:spcBef>
          <a:spcPct val="20000"/>
        </a:spcBef>
        <a:spcAft>
          <a:spcPct val="0"/>
        </a:spcAft>
        <a:buChar char="»"/>
        <a:defRPr kumimoji="1" sz="2000">
          <a:solidFill>
            <a:schemeClr val="tx1"/>
          </a:solidFill>
          <a:latin typeface="+mn-lt"/>
          <a:ea typeface="+mn-ea"/>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50" name="제목 개체 틀 1">
            <a:extLst>
              <a:ext uri="{FF2B5EF4-FFF2-40B4-BE49-F238E27FC236}">
                <a16:creationId xmlns:a16="http://schemas.microsoft.com/office/drawing/2014/main" id="{F09E6657-F1DF-ADC0-1EAD-D48FABF5E9D2}"/>
              </a:ext>
            </a:extLst>
          </p:cNvPr>
          <p:cNvSpPr>
            <a:spLocks noGrp="1"/>
          </p:cNvSpPr>
          <p:nvPr>
            <p:ph type="title"/>
          </p:nvPr>
        </p:nvSpPr>
        <p:spPr bwMode="auto">
          <a:xfrm>
            <a:off x="681038" y="365125"/>
            <a:ext cx="854392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p>
        </p:txBody>
      </p:sp>
      <p:sp>
        <p:nvSpPr>
          <p:cNvPr id="2051" name="텍스트 개체 틀 2">
            <a:extLst>
              <a:ext uri="{FF2B5EF4-FFF2-40B4-BE49-F238E27FC236}">
                <a16:creationId xmlns:a16="http://schemas.microsoft.com/office/drawing/2014/main" id="{B3F67A19-760C-691D-100C-5EDD036CBC56}"/>
              </a:ext>
            </a:extLst>
          </p:cNvPr>
          <p:cNvSpPr>
            <a:spLocks noGrp="1"/>
          </p:cNvSpPr>
          <p:nvPr>
            <p:ph type="body" idx="1"/>
          </p:nvPr>
        </p:nvSpPr>
        <p:spPr bwMode="auto">
          <a:xfrm>
            <a:off x="681038" y="1825625"/>
            <a:ext cx="8543925"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0747A2F5-5BBB-0FD1-468A-58A18D3B167F}"/>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ea typeface="굴림" panose="020B0600000101010101" pitchFamily="50" charset="-127"/>
              </a:defRPr>
            </a:lvl1pPr>
          </a:lstStyle>
          <a:p>
            <a:pPr>
              <a:defRPr/>
            </a:pPr>
            <a:fld id="{37FD7A16-E55B-44E8-92C2-9A09EBA94AC2}"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903EDA71-ACB8-4EDD-95DC-CC43D622F3A2}"/>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ea typeface="굴림" panose="020B0600000101010101" pitchFamily="50" charset="-127"/>
              </a:defRPr>
            </a:lvl1pPr>
          </a:lstStyle>
          <a:p>
            <a:pPr>
              <a:defRPr/>
            </a:pPr>
            <a:endParaRPr lang="ko-KR" altLang="en-US"/>
          </a:p>
        </p:txBody>
      </p:sp>
      <p:sp>
        <p:nvSpPr>
          <p:cNvPr id="6" name="슬라이드 번호 개체 틀 5">
            <a:extLst>
              <a:ext uri="{FF2B5EF4-FFF2-40B4-BE49-F238E27FC236}">
                <a16:creationId xmlns:a16="http://schemas.microsoft.com/office/drawing/2014/main" id="{9238FDFE-C4DC-92F4-CDF0-E0B4474E95D2}"/>
              </a:ext>
            </a:extLst>
          </p:cNvPr>
          <p:cNvSpPr>
            <a:spLocks noGrp="1"/>
          </p:cNvSpPr>
          <p:nvPr>
            <p:ph type="sldNum" sz="quarter" idx="4"/>
          </p:nvPr>
        </p:nvSpPr>
        <p:spPr>
          <a:xfrm>
            <a:off x="6996113" y="6356350"/>
            <a:ext cx="222885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ea typeface="굴림" panose="020B0600000101010101" pitchFamily="50" charset="-127"/>
              </a:defRPr>
            </a:lvl1pPr>
          </a:lstStyle>
          <a:p>
            <a:pPr>
              <a:defRPr/>
            </a:pPr>
            <a:fld id="{36679B6D-804C-4EFA-B80F-DE3A198206EF}"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sldLayoutIdLst>
    <p:sldLayoutId id="2147486370" r:id="rId1"/>
    <p:sldLayoutId id="2147486371" r:id="rId2"/>
    <p:sldLayoutId id="2147486372" r:id="rId3"/>
    <p:sldLayoutId id="2147486373" r:id="rId4"/>
    <p:sldLayoutId id="2147486374" r:id="rId5"/>
    <p:sldLayoutId id="2147486375" r:id="rId6"/>
    <p:sldLayoutId id="2147486376" r:id="rId7"/>
    <p:sldLayoutId id="2147486377" r:id="rId8"/>
    <p:sldLayoutId id="2147486378" r:id="rId9"/>
    <p:sldLayoutId id="2147486379" r:id="rId10"/>
    <p:sldLayoutId id="2147486380" r:id="rId11"/>
    <p:sldLayoutId id="2147486381" r:id="rId12"/>
    <p:sldLayoutId id="2147486382" r:id="rId13"/>
  </p:sldLayoutIdLst>
  <p:txStyles>
    <p:titleStyle>
      <a:lvl1pPr algn="l" rtl="0" eaLnBrk="0" fontAlgn="base" latinLnBrk="1"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2pPr>
      <a:lvl3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3pPr>
      <a:lvl4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4pPr>
      <a:lvl5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5pPr>
      <a:lvl6pPr marL="4572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6pPr>
      <a:lvl7pPr marL="9144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7pPr>
      <a:lvl8pPr marL="13716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8pPr>
      <a:lvl9pPr marL="18288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9pPr>
    </p:titleStyle>
    <p:bodyStyle>
      <a:lvl1pPr marL="228600" indent="-228600" algn="l" rtl="0" eaLnBrk="0" fontAlgn="base" latinLnBrk="1"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latinLnBrk="1"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latinLnBrk="1"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074" name="제목 개체 틀 1">
            <a:extLst>
              <a:ext uri="{FF2B5EF4-FFF2-40B4-BE49-F238E27FC236}">
                <a16:creationId xmlns:a16="http://schemas.microsoft.com/office/drawing/2014/main" id="{D7A7A5E1-7723-9631-EADA-E8C5A45A29B5}"/>
              </a:ext>
            </a:extLst>
          </p:cNvPr>
          <p:cNvSpPr>
            <a:spLocks noGrp="1"/>
          </p:cNvSpPr>
          <p:nvPr>
            <p:ph type="title"/>
          </p:nvPr>
        </p:nvSpPr>
        <p:spPr bwMode="auto">
          <a:xfrm>
            <a:off x="681038" y="365125"/>
            <a:ext cx="854392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p>
        </p:txBody>
      </p:sp>
      <p:sp>
        <p:nvSpPr>
          <p:cNvPr id="3075" name="텍스트 개체 틀 2">
            <a:extLst>
              <a:ext uri="{FF2B5EF4-FFF2-40B4-BE49-F238E27FC236}">
                <a16:creationId xmlns:a16="http://schemas.microsoft.com/office/drawing/2014/main" id="{A116A6A2-2B79-2D1C-0FFB-37E88D6293CA}"/>
              </a:ext>
            </a:extLst>
          </p:cNvPr>
          <p:cNvSpPr>
            <a:spLocks noGrp="1"/>
          </p:cNvSpPr>
          <p:nvPr>
            <p:ph type="body" idx="1"/>
          </p:nvPr>
        </p:nvSpPr>
        <p:spPr bwMode="auto">
          <a:xfrm>
            <a:off x="681038" y="1825625"/>
            <a:ext cx="8543925"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EB465C13-8690-F844-5410-9403B4782E6E}"/>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ea typeface="굴림" panose="020B0600000101010101" pitchFamily="50" charset="-127"/>
              </a:defRPr>
            </a:lvl1pPr>
          </a:lstStyle>
          <a:p>
            <a:pPr>
              <a:defRPr/>
            </a:pPr>
            <a:fld id="{1E3E8FA9-CC77-454E-B8CE-662E8E93461A}"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58433FE9-7EF7-4791-05A3-B1D3653BF633}"/>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ea typeface="굴림" panose="020B0600000101010101" pitchFamily="50" charset="-127"/>
              </a:defRPr>
            </a:lvl1pPr>
          </a:lstStyle>
          <a:p>
            <a:pPr>
              <a:defRPr/>
            </a:pPr>
            <a:endParaRPr lang="ko-KR" altLang="en-US"/>
          </a:p>
        </p:txBody>
      </p:sp>
      <p:sp>
        <p:nvSpPr>
          <p:cNvPr id="6" name="슬라이드 번호 개체 틀 5">
            <a:extLst>
              <a:ext uri="{FF2B5EF4-FFF2-40B4-BE49-F238E27FC236}">
                <a16:creationId xmlns:a16="http://schemas.microsoft.com/office/drawing/2014/main" id="{7E6F5ACD-6101-1853-6609-83953582BE1A}"/>
              </a:ext>
            </a:extLst>
          </p:cNvPr>
          <p:cNvSpPr>
            <a:spLocks noGrp="1"/>
          </p:cNvSpPr>
          <p:nvPr>
            <p:ph type="sldNum" sz="quarter" idx="4"/>
          </p:nvPr>
        </p:nvSpPr>
        <p:spPr>
          <a:xfrm>
            <a:off x="6996113" y="6356350"/>
            <a:ext cx="222885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ea typeface="굴림" panose="020B0600000101010101" pitchFamily="50" charset="-127"/>
              </a:defRPr>
            </a:lvl1pPr>
          </a:lstStyle>
          <a:p>
            <a:pPr>
              <a:defRPr/>
            </a:pPr>
            <a:fld id="{A1CFB525-BEFD-41E5-9728-4961F240AB18}"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sldLayoutIdLst>
    <p:sldLayoutId id="2147486383" r:id="rId1"/>
    <p:sldLayoutId id="2147486384" r:id="rId2"/>
    <p:sldLayoutId id="2147486385" r:id="rId3"/>
    <p:sldLayoutId id="2147486386" r:id="rId4"/>
    <p:sldLayoutId id="2147486387" r:id="rId5"/>
    <p:sldLayoutId id="2147486388" r:id="rId6"/>
    <p:sldLayoutId id="2147486389" r:id="rId7"/>
    <p:sldLayoutId id="2147486390" r:id="rId8"/>
    <p:sldLayoutId id="2147486391" r:id="rId9"/>
    <p:sldLayoutId id="2147486392" r:id="rId10"/>
    <p:sldLayoutId id="2147486393" r:id="rId11"/>
  </p:sldLayoutIdLst>
  <p:txStyles>
    <p:titleStyle>
      <a:lvl1pPr algn="l" rtl="0" eaLnBrk="0" fontAlgn="base" latinLnBrk="1"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2pPr>
      <a:lvl3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3pPr>
      <a:lvl4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4pPr>
      <a:lvl5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5pPr>
      <a:lvl6pPr marL="4572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6pPr>
      <a:lvl7pPr marL="9144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7pPr>
      <a:lvl8pPr marL="13716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8pPr>
      <a:lvl9pPr marL="18288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9pPr>
    </p:titleStyle>
    <p:bodyStyle>
      <a:lvl1pPr marL="228600" indent="-228600" algn="l" rtl="0" eaLnBrk="0" fontAlgn="base" latinLnBrk="1"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latinLnBrk="1"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latinLnBrk="1"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098" name="제목 개체 틀 1">
            <a:extLst>
              <a:ext uri="{FF2B5EF4-FFF2-40B4-BE49-F238E27FC236}">
                <a16:creationId xmlns:a16="http://schemas.microsoft.com/office/drawing/2014/main" id="{CE18AC08-CD1E-9D58-4FAF-0F3AE87DB6BE}"/>
              </a:ext>
            </a:extLst>
          </p:cNvPr>
          <p:cNvSpPr>
            <a:spLocks noGrp="1"/>
          </p:cNvSpPr>
          <p:nvPr>
            <p:ph type="title"/>
          </p:nvPr>
        </p:nvSpPr>
        <p:spPr bwMode="auto">
          <a:xfrm>
            <a:off x="681038" y="365125"/>
            <a:ext cx="854392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p>
        </p:txBody>
      </p:sp>
      <p:sp>
        <p:nvSpPr>
          <p:cNvPr id="4099" name="텍스트 개체 틀 2">
            <a:extLst>
              <a:ext uri="{FF2B5EF4-FFF2-40B4-BE49-F238E27FC236}">
                <a16:creationId xmlns:a16="http://schemas.microsoft.com/office/drawing/2014/main" id="{B29D014A-BB7B-7EBC-4D24-455D9916CCBB}"/>
              </a:ext>
            </a:extLst>
          </p:cNvPr>
          <p:cNvSpPr>
            <a:spLocks noGrp="1"/>
          </p:cNvSpPr>
          <p:nvPr>
            <p:ph type="body" idx="1"/>
          </p:nvPr>
        </p:nvSpPr>
        <p:spPr bwMode="auto">
          <a:xfrm>
            <a:off x="681038" y="1825625"/>
            <a:ext cx="8543925"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2FA48441-B4CB-DAAF-3C63-C3B00B39916B}"/>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ea typeface="굴림" panose="020B0600000101010101" pitchFamily="50" charset="-127"/>
              </a:defRPr>
            </a:lvl1pPr>
          </a:lstStyle>
          <a:p>
            <a:pPr>
              <a:defRPr/>
            </a:pPr>
            <a:fld id="{5BB50DAF-EAA9-4E46-8E57-6361E097880C}"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C307548E-431E-F50D-7280-717543FDDB80}"/>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ea typeface="굴림" panose="020B0600000101010101" pitchFamily="50" charset="-127"/>
              </a:defRPr>
            </a:lvl1pPr>
          </a:lstStyle>
          <a:p>
            <a:pPr>
              <a:defRPr/>
            </a:pPr>
            <a:endParaRPr lang="ko-KR" altLang="en-US"/>
          </a:p>
        </p:txBody>
      </p:sp>
      <p:sp>
        <p:nvSpPr>
          <p:cNvPr id="6" name="슬라이드 번호 개체 틀 5">
            <a:extLst>
              <a:ext uri="{FF2B5EF4-FFF2-40B4-BE49-F238E27FC236}">
                <a16:creationId xmlns:a16="http://schemas.microsoft.com/office/drawing/2014/main" id="{79A3748B-2FBE-894E-5A16-BB5988197A56}"/>
              </a:ext>
            </a:extLst>
          </p:cNvPr>
          <p:cNvSpPr>
            <a:spLocks noGrp="1"/>
          </p:cNvSpPr>
          <p:nvPr>
            <p:ph type="sldNum" sz="quarter" idx="4"/>
          </p:nvPr>
        </p:nvSpPr>
        <p:spPr>
          <a:xfrm>
            <a:off x="6996113" y="6356350"/>
            <a:ext cx="222885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ea typeface="굴림" panose="020B0600000101010101" pitchFamily="50" charset="-127"/>
              </a:defRPr>
            </a:lvl1pPr>
          </a:lstStyle>
          <a:p>
            <a:pPr>
              <a:defRPr/>
            </a:pPr>
            <a:fld id="{13D27DA5-64A4-4EAB-8689-C92482A3A8C2}"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sldLayoutIdLst>
    <p:sldLayoutId id="2147486394" r:id="rId1"/>
    <p:sldLayoutId id="2147486395" r:id="rId2"/>
    <p:sldLayoutId id="2147486396" r:id="rId3"/>
    <p:sldLayoutId id="2147486397" r:id="rId4"/>
    <p:sldLayoutId id="2147486398" r:id="rId5"/>
    <p:sldLayoutId id="2147486399" r:id="rId6"/>
    <p:sldLayoutId id="2147486400" r:id="rId7"/>
    <p:sldLayoutId id="2147486401" r:id="rId8"/>
    <p:sldLayoutId id="2147486402" r:id="rId9"/>
    <p:sldLayoutId id="2147486403" r:id="rId10"/>
    <p:sldLayoutId id="2147486404" r:id="rId11"/>
  </p:sldLayoutIdLst>
  <p:txStyles>
    <p:titleStyle>
      <a:lvl1pPr algn="l" rtl="0" eaLnBrk="0" fontAlgn="base" latinLnBrk="1"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2pPr>
      <a:lvl3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3pPr>
      <a:lvl4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4pPr>
      <a:lvl5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5pPr>
      <a:lvl6pPr marL="4572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6pPr>
      <a:lvl7pPr marL="9144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7pPr>
      <a:lvl8pPr marL="13716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8pPr>
      <a:lvl9pPr marL="18288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9pPr>
    </p:titleStyle>
    <p:bodyStyle>
      <a:lvl1pPr marL="228600" indent="-228600" algn="l" rtl="0" eaLnBrk="0" fontAlgn="base" latinLnBrk="1"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latinLnBrk="1"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latinLnBrk="1"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6405" r:id="rId1"/>
    <p:sldLayoutId id="2147486410" r:id="rId2"/>
    <p:sldLayoutId id="2147486411" r:id="rId3"/>
  </p:sldLayoutIdLst>
  <p:hf hdr="0" ftr="0" dt="0"/>
  <p:txStyles>
    <p:titleStyle>
      <a:lvl1pPr algn="ctr" rtl="0" eaLnBrk="0" fontAlgn="base" latinLnBrk="1" hangingPunct="0">
        <a:spcBef>
          <a:spcPct val="0"/>
        </a:spcBef>
        <a:spcAft>
          <a:spcPct val="0"/>
        </a:spcAft>
        <a:defRPr kumimoji="1" sz="4400">
          <a:solidFill>
            <a:schemeClr val="tx2"/>
          </a:solidFill>
          <a:latin typeface="+mj-lt"/>
          <a:ea typeface="+mj-ea"/>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mn-lt"/>
          <a:ea typeface="+mn-ea"/>
        </a:defRPr>
      </a:lvl2pPr>
      <a:lvl3pPr marL="1143000" indent="-228600" algn="l" rtl="0" eaLnBrk="0" fontAlgn="base" latinLnBrk="1" hangingPunct="0">
        <a:spcBef>
          <a:spcPct val="20000"/>
        </a:spcBef>
        <a:spcAft>
          <a:spcPct val="0"/>
        </a:spcAft>
        <a:buChar char="•"/>
        <a:defRPr kumimoji="1" sz="2400">
          <a:solidFill>
            <a:schemeClr val="tx1"/>
          </a:solidFill>
          <a:latin typeface="+mn-lt"/>
          <a:ea typeface="+mn-ea"/>
        </a:defRPr>
      </a:lvl3pPr>
      <a:lvl4pPr marL="1600200" indent="-228600" algn="l" rtl="0" eaLnBrk="0" fontAlgn="base" latinLnBrk="1" hangingPunct="0">
        <a:spcBef>
          <a:spcPct val="20000"/>
        </a:spcBef>
        <a:spcAft>
          <a:spcPct val="0"/>
        </a:spcAft>
        <a:buChar char="–"/>
        <a:defRPr kumimoji="1" sz="2000">
          <a:solidFill>
            <a:schemeClr val="tx1"/>
          </a:solidFill>
          <a:latin typeface="+mn-lt"/>
          <a:ea typeface="+mn-ea"/>
        </a:defRPr>
      </a:lvl4pPr>
      <a:lvl5pPr marL="2057400" indent="-228600" algn="l" rtl="0" eaLnBrk="0" fontAlgn="base" latinLnBrk="1" hangingPunct="0">
        <a:spcBef>
          <a:spcPct val="20000"/>
        </a:spcBef>
        <a:spcAft>
          <a:spcPct val="0"/>
        </a:spcAft>
        <a:buChar char="»"/>
        <a:defRPr kumimoji="1" sz="2000">
          <a:solidFill>
            <a:schemeClr val="tx1"/>
          </a:solidFill>
          <a:latin typeface="+mn-lt"/>
          <a:ea typeface="+mn-ea"/>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6412" r:id="rId1"/>
  </p:sldLayoutIdLst>
  <p:hf hdr="0" ftr="0" dt="0"/>
  <p:txStyles>
    <p:titleStyle>
      <a:lvl1pPr algn="ctr" rtl="0" eaLnBrk="0" fontAlgn="base" latinLnBrk="1" hangingPunct="0">
        <a:spcBef>
          <a:spcPct val="0"/>
        </a:spcBef>
        <a:spcAft>
          <a:spcPct val="0"/>
        </a:spcAft>
        <a:defRPr kumimoji="1" sz="4400">
          <a:solidFill>
            <a:schemeClr val="tx2"/>
          </a:solidFill>
          <a:latin typeface="+mj-lt"/>
          <a:ea typeface="+mj-ea"/>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mn-lt"/>
          <a:ea typeface="+mn-ea"/>
        </a:defRPr>
      </a:lvl2pPr>
      <a:lvl3pPr marL="1143000" indent="-228600" algn="l" rtl="0" eaLnBrk="0" fontAlgn="base" latinLnBrk="1" hangingPunct="0">
        <a:spcBef>
          <a:spcPct val="20000"/>
        </a:spcBef>
        <a:spcAft>
          <a:spcPct val="0"/>
        </a:spcAft>
        <a:buChar char="•"/>
        <a:defRPr kumimoji="1" sz="2400">
          <a:solidFill>
            <a:schemeClr val="tx1"/>
          </a:solidFill>
          <a:latin typeface="+mn-lt"/>
          <a:ea typeface="+mn-ea"/>
        </a:defRPr>
      </a:lvl3pPr>
      <a:lvl4pPr marL="1600200" indent="-228600" algn="l" rtl="0" eaLnBrk="0" fontAlgn="base" latinLnBrk="1" hangingPunct="0">
        <a:spcBef>
          <a:spcPct val="20000"/>
        </a:spcBef>
        <a:spcAft>
          <a:spcPct val="0"/>
        </a:spcAft>
        <a:buChar char="–"/>
        <a:defRPr kumimoji="1" sz="2000">
          <a:solidFill>
            <a:schemeClr val="tx1"/>
          </a:solidFill>
          <a:latin typeface="+mn-lt"/>
          <a:ea typeface="+mn-ea"/>
        </a:defRPr>
      </a:lvl4pPr>
      <a:lvl5pPr marL="2057400" indent="-228600" algn="l" rtl="0" eaLnBrk="0" fontAlgn="base" latinLnBrk="1" hangingPunct="0">
        <a:spcBef>
          <a:spcPct val="20000"/>
        </a:spcBef>
        <a:spcAft>
          <a:spcPct val="0"/>
        </a:spcAft>
        <a:buChar char="»"/>
        <a:defRPr kumimoji="1" sz="2000">
          <a:solidFill>
            <a:schemeClr val="tx1"/>
          </a:solidFill>
          <a:latin typeface="+mn-lt"/>
          <a:ea typeface="+mn-ea"/>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텍스트 개체 틀 10">
            <a:extLst>
              <a:ext uri="{FF2B5EF4-FFF2-40B4-BE49-F238E27FC236}">
                <a16:creationId xmlns:a16="http://schemas.microsoft.com/office/drawing/2014/main" id="{DE9C7DD1-39CF-97AE-D57D-36B5590CFA2B}"/>
              </a:ext>
            </a:extLst>
          </p:cNvPr>
          <p:cNvSpPr>
            <a:spLocks noGrp="1"/>
          </p:cNvSpPr>
          <p:nvPr>
            <p:ph type="body" sz="quarter" idx="13"/>
          </p:nvPr>
        </p:nvSpPr>
        <p:spPr bwMode="auto">
          <a:xfrm>
            <a:off x="0" y="1052513"/>
            <a:ext cx="9906000" cy="7207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compatLnSpc="1">
            <a:prstTxWarp prst="textNoShape">
              <a:avLst/>
            </a:prstTxWarp>
          </a:bodyPr>
          <a:lstStyle/>
          <a:p>
            <a:pPr latinLnBrk="0" marL="0" indent="0" eaLnBrk="1" hangingPunct="1">
              <a:spcBef>
                <a:spcPct val="0"/>
              </a:spcBef>
            </a:pPr>
            <a:r>
              <a:rPr lang="en-US" altLang="ko-KR">
                <a:solidFill>
                  <a:schemeClr val="tx2"/>
                </a:solidFill>
                <a:latin typeface="Arial" panose="020B0604020202020204" pitchFamily="34" charset="0"/>
                <a:ea typeface="맑은 고딕" panose="020B0503020000020004" pitchFamily="34" charset="-127"/>
                <a:cs typeface="Arial" panose="020B0604020202020204" pitchFamily="34" charset="0"/>
              </a:rPr>
              <a:t>Zaplist</a:t>
            </a:r>
            <a:endParaRPr lang="ko-KR" altLang="en-US">
              <a:solidFill>
                <a:schemeClr val="tx2"/>
              </a:solidFill>
              <a:latin typeface="Arial" panose="020B0604020202020204" pitchFamily="34" charset="0"/>
              <a:ea typeface="맑은 고딕" panose="020B0503020000020004" pitchFamily="34" charset="-127"/>
              <a:cs typeface="Arial" panose="020B0604020202020204" pitchFamily="34" charset="0"/>
            </a:endParaRPr>
          </a:p>
        </p:txBody>
      </p:sp>
      <p:sp>
        <p:nvSpPr>
          <p:cNvPr id="14339" name="텍스트 개체 틀 7">
            <a:extLst>
              <a:ext uri="{FF2B5EF4-FFF2-40B4-BE49-F238E27FC236}">
                <a16:creationId xmlns:a16="http://schemas.microsoft.com/office/drawing/2014/main" id="{9FDBDA91-BFF0-6AB1-A7DC-F7C5CC1BFDCA}"/>
              </a:ext>
            </a:extLst>
          </p:cNvPr>
          <p:cNvSpPr txBox="1">
            <a:spLocks/>
          </p:cNvSpPr>
          <p:nvPr/>
        </p:nvSpPr>
        <p:spPr bwMode="auto">
          <a:xfrm>
            <a:off x="273050" y="188913"/>
            <a:ext cx="4464050" cy="28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36000" rIns="0" anchor="ctr"/>
          <a:lstStyle>
            <a:lvl1pPr marL="342900" indent="-342900">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spcBef>
                <a:spcPct val="20000"/>
              </a:spcBef>
            </a:pPr>
            <a:r>
              <a:rPr kumimoji="1" lang="en-US" altLang="ko-KR" sz="1500">
                <a:latin typeface="Arial" panose="020B0604020202020204" pitchFamily="34" charset="0"/>
                <a:ea typeface="맑은 고딕" panose="020B0503020000020004" pitchFamily="34" charset="-127"/>
                <a:cs typeface="Arial" panose="020B0604020202020204" pitchFamily="34" charset="0"/>
              </a:rPr>
              <a:t>UX Scenario Document File Version 4.3</a:t>
            </a:r>
            <a:endParaRPr kumimoji="1" lang="ko-KR" altLang="en-US" sz="1500">
              <a:latin typeface="Arial" panose="020B0604020202020204" pitchFamily="34" charset="0"/>
              <a:ea typeface="맑은 고딕" panose="020B0503020000020004" pitchFamily="34" charset="-127"/>
              <a:cs typeface="Arial" panose="020B0604020202020204" pitchFamily="34" charset="0"/>
            </a:endParaRPr>
          </a:p>
        </p:txBody>
      </p:sp>
      <p:graphicFrame>
        <p:nvGraphicFramePr>
          <p:cNvPr id="13" name="표 12">
            <a:extLst>
              <a:ext uri="{FF2B5EF4-FFF2-40B4-BE49-F238E27FC236}">
                <a16:creationId xmlns:a16="http://schemas.microsoft.com/office/drawing/2014/main" id="{1481CF57-2A4C-D8AF-DEBA-5F839EC90A32}"/>
              </a:ext>
            </a:extLst>
          </p:cNvPr>
          <p:cNvGraphicFramePr>
            <a:graphicFrameLocks noGrp="1"/>
          </p:cNvGraphicFramePr>
          <p:nvPr>
            <p:extLst>
              <p:ext uri="{D42A27DB-BD31-4B8C-83A1-F6EECF244321}">
                <p14:modId xmlns:p14="http://schemas.microsoft.com/office/powerpoint/2010/main" val="3141814360"/>
              </p:ext>
            </p:extLst>
          </p:nvPr>
        </p:nvGraphicFramePr>
        <p:xfrm>
          <a:off x="4521200" y="4797425"/>
          <a:ext cx="4932363" cy="1493838"/>
        </p:xfrm>
        <a:graphic>
          <a:graphicData uri="http://schemas.openxmlformats.org/drawingml/2006/table">
            <a:tbl>
              <a:tblPr firstRow="1" bandRow="1">
                <a:tableStyleId>{5C22544A-7EE6-4342-B048-85BDC9FD1C3A}</a:tableStyleId>
              </a:tblPr>
              <a:tblGrid>
                <a:gridCol w="1836135">
                  <a:extLst>
                    <a:ext uri="{9D8B030D-6E8A-4147-A177-3AD203B41FA5}">
                      <a16:colId xmlns:a16="http://schemas.microsoft.com/office/drawing/2014/main" val="20000"/>
                    </a:ext>
                  </a:extLst>
                </a:gridCol>
                <a:gridCol w="3096228">
                  <a:extLst>
                    <a:ext uri="{9D8B030D-6E8A-4147-A177-3AD203B41FA5}">
                      <a16:colId xmlns:a16="http://schemas.microsoft.com/office/drawing/2014/main" val="20001"/>
                    </a:ext>
                  </a:extLst>
                </a:gridCol>
              </a:tblGrid>
              <a:tr h="335351">
                <a:tc>
                  <a:txBody>
                    <a:bodyPr/>
                    <a:lstStyle/>
                    <a:p>
                      <a:pPr algn="r" latinLnBrk="0"/>
                      <a:r>
                        <a:rPr lang="en-US" altLang="ko-KR" sz="1600" b="1" dirty="0">
                          <a:solidFill>
                            <a:schemeClr val="tx1"/>
                          </a:solidFill>
                          <a:latin typeface="Arial" pitchFamily="34" charset="0"/>
                          <a:ea typeface="맑은 고딕" pitchFamily="50" charset="-127"/>
                          <a:cs typeface="Arial" pitchFamily="34" charset="0"/>
                        </a:rPr>
                        <a:t>Submission Date</a:t>
                      </a:r>
                      <a:endParaRPr lang="ko-KR" altLang="en-US" sz="1600" b="1" dirty="0">
                        <a:solidFill>
                          <a:schemeClr val="tx1"/>
                        </a:solidFill>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latinLnBrk="0"/>
                      <a:r>
                        <a:rPr lang="en-US" altLang="ko-KR" sz="1600" b="0" i="0">
                          <a:solidFill>
                            <a:schemeClr val="tx1"/>
                          </a:solidFill>
                          <a:latin typeface="Arial" pitchFamily="34" charset="0"/>
                          <a:cs typeface="Arial" pitchFamily="34" charset="0"/>
                        </a:rPr>
                        <a:t>2026 / 10 / 10</a:t>
                      </a:r>
                      <a:endParaRPr lang="ko-KR" altLang="en-US" sz="1600" b="0" i="0" dirty="0">
                        <a:solidFill>
                          <a:schemeClr val="tx1"/>
                        </a:solidFill>
                        <a:latin typeface="Arial" pitchFamily="34" charset="0"/>
                        <a:cs typeface="Arial" pitchFamily="34" charset="0"/>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0"/>
                  </a:ext>
                </a:extLst>
              </a:tr>
              <a:tr h="335351">
                <a:tc>
                  <a:txBody>
                    <a:bodyPr/>
                    <a:lstStyle/>
                    <a:p>
                      <a:pPr algn="r" latinLnBrk="0"/>
                      <a:r>
                        <a:rPr lang="en-US" altLang="ko-KR" sz="1600" b="1" dirty="0">
                          <a:solidFill>
                            <a:schemeClr val="tx1"/>
                          </a:solidFill>
                          <a:latin typeface="Arial" pitchFamily="34" charset="0"/>
                          <a:ea typeface="맑은 고딕" pitchFamily="50" charset="-127"/>
                          <a:cs typeface="Arial" pitchFamily="34" charset="0"/>
                        </a:rPr>
                        <a:t>App Ver.</a:t>
                      </a:r>
                      <a:endParaRPr lang="ko-KR" altLang="en-US" sz="1600" b="1" dirty="0">
                        <a:solidFill>
                          <a:schemeClr val="tx1"/>
                        </a:solidFill>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latinLnBrk="0"/>
                      <a:r>
                        <a:rPr lang="en-US" altLang="ko-KR" sz="1600" b="0" i="0">
                          <a:solidFill>
                            <a:schemeClr val="tx1"/>
                          </a:solidFill>
                          <a:latin typeface="Arial" pitchFamily="34" charset="0"/>
                          <a:cs typeface="Arial" pitchFamily="34" charset="0"/>
                        </a:rPr>
                        <a:t>1.0.0</a:t>
                      </a:r>
                      <a:endParaRPr lang="ko-KR" altLang="en-US" sz="1600" b="0" i="0" dirty="0">
                        <a:solidFill>
                          <a:schemeClr val="tx1"/>
                        </a:solidFill>
                        <a:latin typeface="Arial" pitchFamily="34" charset="0"/>
                        <a:cs typeface="Arial" pitchFamily="34" charset="0"/>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823136">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ko-KR" sz="1600" b="1" dirty="0">
                          <a:solidFill>
                            <a:schemeClr val="tx1"/>
                          </a:solidFill>
                          <a:latin typeface="Arial" pitchFamily="34" charset="0"/>
                          <a:ea typeface="맑은 고딕" pitchFamily="50" charset="-127"/>
                          <a:cs typeface="Arial" pitchFamily="34" charset="0"/>
                        </a:rPr>
                        <a:t>App Developer</a:t>
                      </a:r>
                      <a:endParaRPr lang="ko-KR" altLang="en-US" sz="1600" b="1" dirty="0">
                        <a:solidFill>
                          <a:schemeClr val="tx1"/>
                        </a:solidFill>
                        <a:latin typeface="Arial" pitchFamily="34" charset="0"/>
                        <a:ea typeface="맑은 고딕" pitchFamily="50" charset="-127"/>
                        <a:cs typeface="Arial" pitchFamily="34" charset="0"/>
                      </a:endParaRPr>
                    </a:p>
                    <a:p>
                      <a:pPr algn="r" latinLnBrk="0"/>
                      <a:endParaRPr lang="ko-KR" altLang="en-US" sz="1600" b="1" dirty="0">
                        <a:solidFill>
                          <a:schemeClr val="tx1"/>
                        </a:solidFill>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latinLnBrk="0"/>
                      <a:r>
                        <a:rPr lang="en-US" altLang="ko-KR" sz="1600" b="0" i="0">
                          <a:latin typeface="Arial" pitchFamily="34" charset="0"/>
                          <a:cs typeface="Arial" pitchFamily="34" charset="0"/>
                        </a:rPr>
                        <a:t>Name: Zaplist</a:t>
                      </a:r>
                    </a:p>
                    <a:p>
                      <a:pPr latinLnBrk="0"/>
                      <a:r>
                        <a:rPr lang="en-US" altLang="ko-KR" sz="1600" b="0" i="0">
                          <a:latin typeface="Arial" pitchFamily="34" charset="0"/>
                          <a:cs typeface="Arial" pitchFamily="34" charset="0"/>
                        </a:rPr>
                        <a:t>E-mail address: nomoredazzling@gmail.com</a:t>
                      </a:r>
                      <a:endParaRPr lang="ko-KR" altLang="en-US" sz="1600" b="0" i="0" dirty="0">
                        <a:latin typeface="Arial" pitchFamily="34" charset="0"/>
                        <a:cs typeface="Arial" pitchFamily="34" charset="0"/>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39">
            <a:extLst>
              <a:ext uri="{FF2B5EF4-FFF2-40B4-BE49-F238E27FC236}">
                <a16:creationId xmlns:a16="http://schemas.microsoft.com/office/drawing/2014/main" id="{EB1D1F20-9378-F4CC-7E6F-33CF9B481B11}"/>
              </a:ext>
            </a:extLst>
          </p:cNvPr>
          <p:cNvSpPr>
            <a:spLocks noChangeArrowheads="1"/>
          </p:cNvSpPr>
          <p:nvPr/>
        </p:nvSpPr>
        <p:spPr bwMode="auto">
          <a:xfrm>
            <a:off x="2289175" y="2409825"/>
            <a:ext cx="4895850" cy="2879725"/>
          </a:xfrm>
          <a:prstGeom prst="rect">
            <a:avLst/>
          </a:prstGeom>
          <a:noFill/>
          <a:ln w="12700" algn="ctr">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endParaRPr lang="ko-KR" altLang="en-US">
              <a:latin typeface="Arial" panose="020B0604020202020204" pitchFamily="34" charset="0"/>
              <a:cs typeface="Arial" panose="020B0604020202020204" pitchFamily="34" charset="0"/>
            </a:endParaRPr>
          </a:p>
        </p:txBody>
      </p:sp>
      <p:sp>
        <p:nvSpPr>
          <p:cNvPr id="17" name="텍스트 개체 틀 16">
            <a:extLst>
              <a:ext uri="{FF2B5EF4-FFF2-40B4-BE49-F238E27FC236}">
                <a16:creationId xmlns:a16="http://schemas.microsoft.com/office/drawing/2014/main" id="{47DB3EF5-1329-17C3-BE40-119E67F276A4}"/>
              </a:ext>
            </a:extLst>
          </p:cNvPr>
          <p:cNvSpPr>
            <a:spLocks noGrp="1"/>
          </p:cNvSpPr>
          <p:nvPr>
            <p:ph type="body" sz="quarter" idx="13"/>
          </p:nvPr>
        </p:nvSpPr>
        <p:spPr>
          <a:xfrm>
            <a:off x="3008313" y="1484313"/>
            <a:ext cx="4032250" cy="523875"/>
          </a:xfrm>
        </p:spPr>
        <p:txBody>
          <a:bodyPr/>
          <a:lstStyle/>
          <a:p>
            <a:pPr latinLnBrk="0">
              <a:defRPr/>
            </a:pPr>
            <a:r>
              <a:rPr lang="en-US" altLang="ko-KR" sz="2800">
                <a:latin typeface="Arial" pitchFamily="34" charset="0"/>
                <a:ea typeface="돋움" pitchFamily="50" charset="-127"/>
                <a:cs typeface="Arial" pitchFamily="34" charset="0"/>
              </a:rPr>
              <a:t>Table of Contents</a:t>
            </a:r>
            <a:endParaRPr sz="2800">
              <a:latin typeface="Arial" pitchFamily="34" charset="0"/>
              <a:cs typeface="Arial" pitchFamily="34" charset="0"/>
            </a:endParaRPr>
          </a:p>
        </p:txBody>
      </p:sp>
      <p:sp>
        <p:nvSpPr>
          <p:cNvPr id="16388" name="텍스트 개체 틀 16">
            <a:extLst>
              <a:ext uri="{FF2B5EF4-FFF2-40B4-BE49-F238E27FC236}">
                <a16:creationId xmlns:a16="http://schemas.microsoft.com/office/drawing/2014/main" id="{210D7E85-DAAC-E698-3F8C-355855641708}"/>
              </a:ext>
            </a:extLst>
          </p:cNvPr>
          <p:cNvSpPr txBox="1">
            <a:spLocks noChangeArrowheads="1"/>
          </p:cNvSpPr>
          <p:nvPr/>
        </p:nvSpPr>
        <p:spPr bwMode="auto">
          <a:xfrm>
            <a:off x="3584575" y="2563813"/>
            <a:ext cx="3816350" cy="2570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1. Basic Information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2. Document History</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3. Remote Control Keys</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4. Detailed Login Information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5. Main Page Description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6. Sub Page Description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7. Paid Content (not applicable)</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8. In-App Ad (not applicable)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표 4">
            <a:extLst>
              <a:ext uri="{FF2B5EF4-FFF2-40B4-BE49-F238E27FC236}">
                <a16:creationId xmlns:a16="http://schemas.microsoft.com/office/drawing/2014/main" id="{1D594491-9E41-C2E4-E27B-931431F625EA}"/>
              </a:ext>
            </a:extLst>
          </p:cNvPr>
          <p:cNvGraphicFramePr>
            <a:graphicFrameLocks noGrp="1"/>
          </p:cNvGraphicFramePr>
          <p:nvPr>
            <p:extLst>
              <p:ext uri="{D42A27DB-BD31-4B8C-83A1-F6EECF244321}">
                <p14:modId xmlns:p14="http://schemas.microsoft.com/office/powerpoint/2010/main" val="470210520"/>
              </p:ext>
            </p:extLst>
          </p:nvPr>
        </p:nvGraphicFramePr>
        <p:xfrm>
          <a:off x="200025" y="668281"/>
          <a:ext cx="9577388" cy="5613040"/>
        </p:xfrm>
        <a:graphic>
          <a:graphicData uri="http://schemas.openxmlformats.org/drawingml/2006/table">
            <a:tbl>
              <a:tblPr firstRow="1" bandRow="1">
                <a:tableStyleId>{5C22544A-7EE6-4342-B048-85BDC9FD1C3A}</a:tableStyleId>
              </a:tblPr>
              <a:tblGrid>
                <a:gridCol w="1296188">
                  <a:extLst>
                    <a:ext uri="{9D8B030D-6E8A-4147-A177-3AD203B41FA5}">
                      <a16:colId xmlns:a16="http://schemas.microsoft.com/office/drawing/2014/main" val="20000"/>
                    </a:ext>
                  </a:extLst>
                </a:gridCol>
                <a:gridCol w="2232651">
                  <a:extLst>
                    <a:ext uri="{9D8B030D-6E8A-4147-A177-3AD203B41FA5}">
                      <a16:colId xmlns:a16="http://schemas.microsoft.com/office/drawing/2014/main" val="20001"/>
                    </a:ext>
                  </a:extLst>
                </a:gridCol>
                <a:gridCol w="2967170">
                  <a:extLst>
                    <a:ext uri="{9D8B030D-6E8A-4147-A177-3AD203B41FA5}">
                      <a16:colId xmlns:a16="http://schemas.microsoft.com/office/drawing/2014/main" val="20002"/>
                    </a:ext>
                  </a:extLst>
                </a:gridCol>
                <a:gridCol w="3081379">
                  <a:extLst>
                    <a:ext uri="{9D8B030D-6E8A-4147-A177-3AD203B41FA5}">
                      <a16:colId xmlns:a16="http://schemas.microsoft.com/office/drawing/2014/main" val="20003"/>
                    </a:ext>
                  </a:extLst>
                </a:gridCol>
              </a:tblGrid>
              <a:tr h="307695">
                <a:tc>
                  <a:txBody>
                    <a:bodyPr/>
                    <a:lstStyle/>
                    <a:p>
                      <a:pPr marL="228600" marR="0" indent="-228600" algn="ctr" defTabSz="914400" rtl="0" eaLnBrk="1" fontAlgn="auto" latinLnBrk="0" hangingPunct="1">
                        <a:lnSpc>
                          <a:spcPct val="100000"/>
                        </a:lnSpc>
                        <a:spcBef>
                          <a:spcPts val="0"/>
                        </a:spcBef>
                        <a:spcAft>
                          <a:spcPts val="0"/>
                        </a:spcAft>
                        <a:buClrTx/>
                        <a:buSzTx/>
                        <a:buFont typeface="+mj-lt"/>
                        <a:buNone/>
                        <a:tabLst/>
                        <a:defRPr/>
                      </a:pPr>
                      <a:r>
                        <a:rPr lang="en-US" altLang="ko-KR"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Category</a:t>
                      </a:r>
                      <a:endParaRPr lang="ko-KR" altLang="en-US"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tc>
                  <a:txBody>
                    <a:bodyPr/>
                    <a:lstStyle/>
                    <a:p>
                      <a:pPr marL="228600" marR="0" indent="-228600" algn="ctr" defTabSz="914400" rtl="0" eaLnBrk="1" fontAlgn="auto" latinLnBrk="0" hangingPunct="1">
                        <a:lnSpc>
                          <a:spcPct val="100000"/>
                        </a:lnSpc>
                        <a:spcBef>
                          <a:spcPts val="0"/>
                        </a:spcBef>
                        <a:spcAft>
                          <a:spcPts val="0"/>
                        </a:spcAft>
                        <a:buClrTx/>
                        <a:buSzTx/>
                        <a:buFont typeface="+mj-lt"/>
                        <a:buNone/>
                        <a:tabLst/>
                        <a:defRPr/>
                      </a:pPr>
                      <a:r>
                        <a:rPr lang="en-US" altLang="ko-KR"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Items</a:t>
                      </a:r>
                      <a:endParaRPr lang="ko-KR" altLang="en-US"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ko-KR" sz="1200" b="1" i="0" kern="1200" baseline="0"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Input (By Developer)</a:t>
                      </a:r>
                      <a:endParaRPr lang="ko-KR" altLang="en-US" sz="1200" b="1" i="0" kern="1200" baseline="0"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ko-KR"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Example</a:t>
                      </a:r>
                      <a:endParaRPr lang="ko-KR" altLang="en-US"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extLst>
                  <a:ext uri="{0D108BD9-81ED-4DB2-BD59-A6C34878D82A}">
                    <a16:rowId xmlns:a16="http://schemas.microsoft.com/office/drawing/2014/main" val="10000"/>
                  </a:ext>
                </a:extLst>
              </a:tr>
              <a:tr h="237905">
                <a:tc rowSpan="1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App</a:t>
                      </a:r>
                      <a:r>
                        <a:rPr lang="en-US" altLang="ko-KR" sz="1000" b="1" baseline="0" dirty="0">
                          <a:solidFill>
                            <a:schemeClr val="tx1"/>
                          </a:solidFill>
                          <a:latin typeface="Arial" pitchFamily="34" charset="0"/>
                          <a:ea typeface="맑은 고딕" pitchFamily="50" charset="-127"/>
                          <a:cs typeface="Arial" pitchFamily="34" charset="0"/>
                        </a:rPr>
                        <a:t> </a:t>
                      </a:r>
                      <a:r>
                        <a:rPr lang="en-US" altLang="ko-KR" sz="1000" b="1" dirty="0">
                          <a:solidFill>
                            <a:schemeClr val="tx1"/>
                          </a:solidFill>
                          <a:latin typeface="Arial" pitchFamily="34" charset="0"/>
                          <a:ea typeface="맑은 고딕" pitchFamily="50" charset="-127"/>
                          <a:cs typeface="Arial" pitchFamily="34" charset="0"/>
                        </a:rPr>
                        <a:t>Information</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App Title</a:t>
                      </a:r>
                      <a:endParaRPr lang="ko-KR" altLang="en-US" sz="1000" b="1">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Zaplist</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1"/>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ko-KR" altLang="en-US" sz="1000" b="1"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Category</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Entertainment</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Entertainment</a:t>
                      </a:r>
                      <a:r>
                        <a:rPr lang="en-US" altLang="ko-KR" sz="1000" b="0" baseline="0" dirty="0">
                          <a:solidFill>
                            <a:schemeClr val="tx1"/>
                          </a:solidFill>
                          <a:latin typeface="Arial" pitchFamily="34" charset="0"/>
                          <a:ea typeface="맑은 고딕" pitchFamily="50" charset="-127"/>
                          <a:cs typeface="Arial" pitchFamily="34" charset="0"/>
                        </a:rPr>
                        <a:t> / Game / Life</a:t>
                      </a:r>
                      <a:endParaRPr lang="ko-KR" altLang="en-US" sz="1000" b="0" i="1" u="sng">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2"/>
                  </a:ext>
                </a:extLst>
              </a:tr>
              <a:tr h="237905">
                <a:tc vMerge="1">
                  <a:txBody>
                    <a:bodyPr/>
                    <a:lstStyle/>
                    <a:p>
                      <a:pPr marL="228600" indent="-228600" algn="l" latinLnBrk="0">
                        <a:buFont typeface="+mj-lt"/>
                        <a:buNone/>
                      </a:pPr>
                      <a:endParaRPr lang="ko-KR" altLang="en-US" sz="1000" b="1"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dirty="0">
                          <a:solidFill>
                            <a:schemeClr val="tx1"/>
                          </a:solidFill>
                          <a:latin typeface="Arial" pitchFamily="34" charset="0"/>
                          <a:ea typeface="맑은 고딕" pitchFamily="50" charset="-127"/>
                          <a:cs typeface="Arial" pitchFamily="34" charset="0"/>
                        </a:rPr>
                        <a:t>File Type</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Web (packaged </a:t>
                      </a:r>
                      <a:r>
                        <a:rPr lang="en-US" altLang="ko-KR" sz="900" b="1" i="0" kern="1200" baseline="0">
                          <a:solidFill>
                            <a:schemeClr val="tx1"/>
                          </a:solidFill>
                          <a:latin typeface="Arial" pitchFamily="34" charset="0"/>
                          <a:ea typeface="맑은 고딕" pitchFamily="50" charset="-127"/>
                          <a:cs typeface="Arial" pitchFamily="34" charset="0"/>
                        </a:rPr>
                        <a:t>IPK)</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Web / Adobe Flash /</a:t>
                      </a:r>
                      <a:r>
                        <a:rPr lang="en-US" altLang="ko-KR" sz="1000" b="0" baseline="0" dirty="0">
                          <a:solidFill>
                            <a:schemeClr val="tx1"/>
                          </a:solidFill>
                          <a:latin typeface="Arial" pitchFamily="34" charset="0"/>
                          <a:ea typeface="맑은 고딕" pitchFamily="50" charset="-127"/>
                          <a:cs typeface="Arial" pitchFamily="34" charset="0"/>
                        </a:rPr>
                        <a:t> Native</a:t>
                      </a:r>
                      <a:r>
                        <a:rPr lang="en-US" altLang="ko-KR" sz="1000" b="0" kern="1200" baseline="0" dirty="0">
                          <a:solidFill>
                            <a:schemeClr val="tx1"/>
                          </a:solidFill>
                          <a:latin typeface="Arial" pitchFamily="34" charset="0"/>
                          <a:ea typeface="맑은 고딕" pitchFamily="50" charset="-127"/>
                          <a:cs typeface="Arial" pitchFamily="34" charset="0"/>
                        </a:rPr>
                        <a:t> App</a:t>
                      </a:r>
                      <a:endParaRPr lang="ko-KR" altLang="en-US" sz="1000" b="0" i="1" u="sng">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3"/>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en-US" altLang="ko-KR" sz="1000" b="1"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Optimized Resolution</a:t>
                      </a:r>
                      <a:endParaRPr lang="ko-KR" altLang="en-US" sz="1000" b="1">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1920*1080</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1280*720 / 1910*1080</a:t>
                      </a:r>
                      <a:endParaRPr lang="ko-KR" altLang="en-US" sz="1000" b="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4"/>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en-US" altLang="ko-KR" sz="1000" b="1" dirty="0">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Service</a:t>
                      </a:r>
                      <a:r>
                        <a:rPr lang="en-US" altLang="ko-KR" sz="1000" b="1" baseline="0" dirty="0">
                          <a:solidFill>
                            <a:schemeClr val="tx1"/>
                          </a:solidFill>
                          <a:latin typeface="Arial" pitchFamily="34" charset="0"/>
                          <a:ea typeface="맑은 고딕" pitchFamily="50" charset="-127"/>
                          <a:cs typeface="Arial" pitchFamily="34" charset="0"/>
                        </a:rPr>
                        <a:t> Area Information</a:t>
                      </a:r>
                      <a:endParaRPr lang="en-US" altLang="ko-KR"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Global</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Global</a:t>
                      </a:r>
                      <a:r>
                        <a:rPr lang="en-US" altLang="ko-KR" sz="1000" b="0" baseline="0" dirty="0">
                          <a:solidFill>
                            <a:schemeClr val="tx1"/>
                          </a:solidFill>
                          <a:latin typeface="Arial" pitchFamily="34" charset="0"/>
                          <a:ea typeface="맑은 고딕" pitchFamily="50" charset="-127"/>
                          <a:cs typeface="Arial" pitchFamily="34" charset="0"/>
                        </a:rPr>
                        <a:t> / </a:t>
                      </a:r>
                      <a:r>
                        <a:rPr lang="en-US" altLang="ko-KR" sz="1000" b="0" dirty="0">
                          <a:solidFill>
                            <a:schemeClr val="tx1"/>
                          </a:solidFill>
                          <a:latin typeface="Arial" pitchFamily="34" charset="0"/>
                          <a:ea typeface="맑은 고딕" pitchFamily="50" charset="-127"/>
                          <a:cs typeface="Arial" pitchFamily="34" charset="0"/>
                        </a:rPr>
                        <a:t>KR,</a:t>
                      </a:r>
                      <a:r>
                        <a:rPr lang="en-US" altLang="ko-KR" sz="1000" b="0" baseline="0" dirty="0">
                          <a:solidFill>
                            <a:schemeClr val="tx1"/>
                          </a:solidFill>
                          <a:latin typeface="Arial" pitchFamily="34" charset="0"/>
                          <a:ea typeface="맑은 고딕" pitchFamily="50" charset="-127"/>
                          <a:cs typeface="Arial" pitchFamily="34" charset="0"/>
                        </a:rPr>
                        <a:t> US</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5"/>
                  </a:ext>
                </a:extLst>
              </a:tr>
              <a:tr h="237905">
                <a:tc vMerge="1">
                  <a:txBody>
                    <a:bodyPr/>
                    <a:lstStyle/>
                    <a:p>
                      <a:pPr marL="228600" indent="-228600" algn="l" latinLnBrk="0">
                        <a:buFont typeface="+mj-lt"/>
                        <a:buNone/>
                      </a:pPr>
                      <a:endParaRPr lang="ko-KR" altLang="en-US" sz="1000" b="1"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dirty="0">
                          <a:solidFill>
                            <a:schemeClr val="tx1"/>
                          </a:solidFill>
                          <a:latin typeface="Arial" pitchFamily="34" charset="0"/>
                          <a:ea typeface="맑은 고딕" pitchFamily="50" charset="-127"/>
                          <a:cs typeface="Arial" pitchFamily="34" charset="0"/>
                        </a:rPr>
                        <a:t>App Service Language</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English</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English,</a:t>
                      </a:r>
                      <a:r>
                        <a:rPr lang="en-US" altLang="ko-KR" sz="1000" b="0" baseline="0" dirty="0">
                          <a:solidFill>
                            <a:schemeClr val="tx1"/>
                          </a:solidFill>
                          <a:latin typeface="Arial" pitchFamily="34" charset="0"/>
                          <a:ea typeface="맑은 고딕" pitchFamily="50" charset="-127"/>
                          <a:cs typeface="Arial" pitchFamily="34" charset="0"/>
                        </a:rPr>
                        <a:t> Spanish</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6"/>
                  </a:ext>
                </a:extLst>
              </a:tr>
              <a:tr h="237905">
                <a:tc vMerge="1">
                  <a:txBody>
                    <a:bodyPr/>
                    <a:lstStyle/>
                    <a:p>
                      <a:pPr marL="228600" indent="-228600" algn="l" latinLnBrk="0">
                        <a:buFont typeface="+mj-lt"/>
                        <a:buNone/>
                      </a:pPr>
                      <a:endParaRPr lang="ko-KR" altLang="en-US" sz="1000" b="1"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kern="0" dirty="0">
                          <a:solidFill>
                            <a:schemeClr val="tx1"/>
                          </a:solidFill>
                          <a:latin typeface="Arial" pitchFamily="34" charset="0"/>
                          <a:ea typeface="+mn-ea"/>
                          <a:cs typeface="Arial" pitchFamily="34" charset="0"/>
                        </a:rPr>
                        <a:t>Geo-IP Block</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No</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Yes / No</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7"/>
                  </a:ext>
                </a:extLst>
              </a:tr>
              <a:tr h="237905">
                <a:tc vMerge="1">
                  <a:txBody>
                    <a:bodyPr/>
                    <a:lstStyle/>
                    <a:p>
                      <a:pPr marL="228600" indent="-228600" algn="l" latinLnBrk="0">
                        <a:buFont typeface="+mj-lt"/>
                        <a:buNone/>
                      </a:pPr>
                      <a:endParaRPr lang="ko-KR" altLang="en-US" sz="1000" b="1" i="1" u="sng"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i="0" u="none" dirty="0">
                          <a:solidFill>
                            <a:schemeClr val="tx1"/>
                          </a:solidFill>
                          <a:latin typeface="Arial" pitchFamily="34" charset="0"/>
                          <a:ea typeface="맑은 고딕" pitchFamily="50" charset="-127"/>
                          <a:cs typeface="Arial" pitchFamily="34" charset="0"/>
                        </a:rPr>
                        <a:t>SDK</a:t>
                      </a:r>
                      <a:r>
                        <a:rPr lang="en-US" altLang="ko-KR" sz="1000" b="1" i="0" u="none" baseline="0" dirty="0">
                          <a:solidFill>
                            <a:schemeClr val="tx1"/>
                          </a:solidFill>
                          <a:latin typeface="Arial" pitchFamily="34" charset="0"/>
                          <a:ea typeface="맑은 고딕" pitchFamily="50" charset="-127"/>
                          <a:cs typeface="Arial" pitchFamily="34" charset="0"/>
                        </a:rPr>
                        <a:t> Version</a:t>
                      </a:r>
                      <a:endParaRPr lang="ko-KR" altLang="en-US" sz="1000" b="1" i="0" u="none"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webOS (webOS TV 4.0 and </a:t>
                      </a:r>
                      <a:r>
                        <a:rPr lang="en-US" altLang="ko-KR" sz="900" b="1" i="0" kern="1200" baseline="0">
                          <a:solidFill>
                            <a:schemeClr val="tx1"/>
                          </a:solidFill>
                          <a:latin typeface="Arial" pitchFamily="34" charset="0"/>
                          <a:ea typeface="맑은 고딕" pitchFamily="50" charset="-127"/>
                          <a:cs typeface="Arial" pitchFamily="34" charset="0"/>
                        </a:rPr>
                        <a:t>later)</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NetCast (XX. XX. XXX)</a:t>
                      </a:r>
                      <a:r>
                        <a:rPr lang="en-US" altLang="ko-KR" sz="1000" b="0" baseline="0" dirty="0">
                          <a:solidFill>
                            <a:schemeClr val="tx1"/>
                          </a:solidFill>
                          <a:latin typeface="Arial" pitchFamily="34" charset="0"/>
                          <a:ea typeface="맑은 고딕" pitchFamily="50" charset="-127"/>
                          <a:cs typeface="Arial" pitchFamily="34" charset="0"/>
                        </a:rPr>
                        <a:t> / </a:t>
                      </a:r>
                      <a:r>
                        <a:rPr lang="en-US" altLang="ko-KR" sz="1000" b="0" baseline="0" dirty="0" err="1">
                          <a:solidFill>
                            <a:schemeClr val="tx1"/>
                          </a:solidFill>
                          <a:latin typeface="Arial" pitchFamily="34" charset="0"/>
                          <a:ea typeface="맑은 고딕" pitchFamily="50" charset="-127"/>
                          <a:cs typeface="Arial" pitchFamily="34" charset="0"/>
                        </a:rPr>
                        <a:t>webOS</a:t>
                      </a:r>
                      <a:r>
                        <a:rPr lang="en-US" altLang="ko-KR" sz="1000" b="0" baseline="0" dirty="0">
                          <a:solidFill>
                            <a:schemeClr val="tx1"/>
                          </a:solidFill>
                          <a:latin typeface="Arial" pitchFamily="34" charset="0"/>
                          <a:ea typeface="맑은 고딕" pitchFamily="50" charset="-127"/>
                          <a:cs typeface="Arial" pitchFamily="34" charset="0"/>
                        </a:rPr>
                        <a:t> (X. X. X)</a:t>
                      </a:r>
                      <a:endParaRPr lang="ko-KR" altLang="en-US" sz="1000" b="0" i="1" u="sng"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8"/>
                  </a:ext>
                </a:extLst>
              </a:tr>
              <a:tr h="237905">
                <a:tc vMerge="1">
                  <a:txBody>
                    <a:bodyPr/>
                    <a:lstStyle/>
                    <a:p>
                      <a:pPr algn="l" latinLnBrk="0"/>
                      <a:endParaRPr lang="ko-KR" altLang="en-US" sz="1000" b="0"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baseline="0" dirty="0">
                          <a:solidFill>
                            <a:schemeClr val="tx1"/>
                          </a:solidFill>
                          <a:latin typeface="Arial" pitchFamily="34" charset="0"/>
                          <a:ea typeface="맑은 고딕" pitchFamily="50" charset="-127"/>
                          <a:cs typeface="Arial" pitchFamily="34" charset="0"/>
                        </a:rPr>
                        <a:t>In-App Ad</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dirty="0">
                          <a:solidFill>
                            <a:schemeClr val="tx1"/>
                          </a:solidFill>
                          <a:latin typeface="Arial" pitchFamily="34" charset="0"/>
                          <a:ea typeface="맑은 고딕" pitchFamily="50" charset="-127"/>
                          <a:cs typeface="Arial" pitchFamily="34" charset="0"/>
                        </a:rPr>
                        <a:t>Banner AD / AVOD / Not Applicable</a:t>
                      </a: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9"/>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ko-KR" altLang="en-US" sz="1000" b="1"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dirty="0">
                          <a:solidFill>
                            <a:schemeClr val="tx1"/>
                          </a:solidFill>
                          <a:latin typeface="Arial" pitchFamily="34" charset="0"/>
                          <a:ea typeface="맑은 고딕" pitchFamily="50" charset="-127"/>
                          <a:cs typeface="Arial" pitchFamily="34" charset="0"/>
                        </a:rPr>
                        <a:t>Paid Content</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latinLnBrk="0"/>
                      <a:r>
                        <a:rPr lang="en-US" altLang="ko-KR" sz="900">
                          <a:solidFill>
                            <a:schemeClr val="tx1"/>
                          </a:solidFill>
                        </a:rPr>
                        <a:t>Not Applicable</a:t>
                      </a:r>
                      <a:endParaRPr lang="en-US" altLang="ko-KR" sz="900" dirty="0">
                        <a:solidFill>
                          <a:schemeClr val="tx1"/>
                        </a:solidFill>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Transaction / Subscription / Not Applicable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0"/>
                  </a:ext>
                </a:extLst>
              </a:tr>
              <a:tr h="237905">
                <a:tc vMerge="1">
                  <a:txBody>
                    <a:bodyPr/>
                    <a:lstStyle/>
                    <a:p>
                      <a:pPr latinLnBrk="0"/>
                      <a:endParaRPr lang="ko-KR" altLang="en-US"/>
                    </a:p>
                  </a:txBody>
                  <a:tcPr/>
                </a:tc>
                <a:tc>
                  <a:txBody>
                    <a:bodyPr/>
                    <a:lstStyle/>
                    <a:p>
                      <a:pPr marL="228600" indent="-228600" algn="l" latinLnBrk="0">
                        <a:buFont typeface="+mj-lt"/>
                        <a:buNone/>
                      </a:pPr>
                      <a:r>
                        <a:rPr lang="en-US" altLang="ko-KR" sz="1000" b="1" dirty="0">
                          <a:solidFill>
                            <a:schemeClr val="tx1"/>
                          </a:solidFill>
                          <a:latin typeface="Arial" pitchFamily="34" charset="0"/>
                          <a:ea typeface="맑은 고딕" pitchFamily="50" charset="-127"/>
                          <a:cs typeface="Arial" pitchFamily="34" charset="0"/>
                        </a:rPr>
                        <a:t>Sound </a:t>
                      </a:r>
                      <a:r>
                        <a:rPr lang="en-US" altLang="ko-KR" sz="1000" b="0" dirty="0">
                          <a:solidFill>
                            <a:schemeClr val="tx1"/>
                          </a:solidFill>
                          <a:latin typeface="Arial" pitchFamily="34" charset="0"/>
                          <a:ea typeface="맑은 고딕" pitchFamily="50" charset="-127"/>
                          <a:cs typeface="Arial" pitchFamily="34" charset="0"/>
                        </a:rPr>
                        <a:t>(For</a:t>
                      </a:r>
                      <a:r>
                        <a:rPr lang="en-US" altLang="ko-KR" sz="1000" b="0" baseline="0" dirty="0">
                          <a:solidFill>
                            <a:schemeClr val="tx1"/>
                          </a:solidFill>
                          <a:latin typeface="Arial" pitchFamily="34" charset="0"/>
                          <a:ea typeface="맑은 고딕" pitchFamily="50" charset="-127"/>
                          <a:cs typeface="Arial" pitchFamily="34" charset="0"/>
                        </a:rPr>
                        <a:t> Game Type)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 (not a game; no BGM or sound </a:t>
                      </a:r>
                      <a:r>
                        <a:rPr lang="en-US" altLang="ko-KR" sz="900" b="1" i="0" kern="1200" baseline="0">
                          <a:solidFill>
                            <a:schemeClr val="tx1"/>
                          </a:solidFill>
                          <a:latin typeface="Arial" pitchFamily="34" charset="0"/>
                          <a:ea typeface="맑은 고딕" pitchFamily="50" charset="-127"/>
                          <a:cs typeface="Arial" pitchFamily="34" charset="0"/>
                        </a:rPr>
                        <a:t>effects)</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BGM (Yes / No), Sound Effect (Yes / No)</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1"/>
                  </a:ext>
                </a:extLst>
              </a:tr>
              <a:tr h="237905">
                <a:tc rowSpan="3">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1" dirty="0">
                          <a:solidFill>
                            <a:schemeClr val="tx1"/>
                          </a:solidFill>
                          <a:latin typeface="Arial" pitchFamily="34" charset="0"/>
                          <a:ea typeface="맑은 고딕" pitchFamily="50" charset="-127"/>
                          <a:cs typeface="Arial" pitchFamily="34" charset="0"/>
                        </a:rPr>
                        <a:t>Test</a:t>
                      </a:r>
                      <a:r>
                        <a:rPr lang="en-US" altLang="ko-KR" sz="1000" b="1" baseline="0" dirty="0">
                          <a:solidFill>
                            <a:schemeClr val="tx1"/>
                          </a:solidFill>
                          <a:latin typeface="Arial" pitchFamily="34" charset="0"/>
                          <a:ea typeface="맑은 고딕" pitchFamily="50" charset="-127"/>
                          <a:cs typeface="Arial" pitchFamily="34" charset="0"/>
                        </a:rPr>
                        <a:t> Information</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dirty="0">
                          <a:solidFill>
                            <a:schemeClr val="tx1"/>
                          </a:solidFill>
                          <a:latin typeface="Arial" pitchFamily="34" charset="0"/>
                          <a:ea typeface="맑은 고딕" pitchFamily="50" charset="-127"/>
                          <a:cs typeface="Arial" pitchFamily="34" charset="0"/>
                        </a:rPr>
                        <a:t>Service URL</a:t>
                      </a:r>
                      <a:r>
                        <a:rPr lang="en-US" altLang="ko-KR" sz="1000" b="1" baseline="0" dirty="0">
                          <a:solidFill>
                            <a:schemeClr val="tx1"/>
                          </a:solidFill>
                          <a:latin typeface="Arial" pitchFamily="34" charset="0"/>
                          <a:ea typeface="맑은 고딕" pitchFamily="50" charset="-127"/>
                          <a:cs typeface="Arial" pitchFamily="34" charset="0"/>
                        </a:rPr>
                        <a:t> </a:t>
                      </a:r>
                      <a:r>
                        <a:rPr lang="en-US" altLang="ko-KR" sz="1000" b="0" dirty="0">
                          <a:solidFill>
                            <a:schemeClr val="tx1"/>
                          </a:solidFill>
                          <a:latin typeface="Arial" pitchFamily="34" charset="0"/>
                          <a:ea typeface="맑은 고딕" pitchFamily="50" charset="-127"/>
                          <a:cs typeface="Arial" pitchFamily="34" charset="0"/>
                        </a:rPr>
                        <a:t>(For Web</a:t>
                      </a:r>
                      <a:r>
                        <a:rPr lang="en-US" altLang="ko-KR" sz="1000" b="0" baseline="0" dirty="0">
                          <a:solidFill>
                            <a:schemeClr val="tx1"/>
                          </a:solidFill>
                          <a:latin typeface="Arial" pitchFamily="34" charset="0"/>
                          <a:ea typeface="맑은 고딕" pitchFamily="50" charset="-127"/>
                          <a:cs typeface="Arial" pitchFamily="34" charset="0"/>
                        </a:rPr>
                        <a:t> Type)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 (packaged app)</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baseline="0" dirty="0">
                          <a:solidFill>
                            <a:schemeClr val="tx1"/>
                          </a:solidFill>
                          <a:latin typeface="Arial" pitchFamily="34" charset="0"/>
                          <a:ea typeface="맑은 고딕" pitchFamily="50" charset="-127"/>
                          <a:cs typeface="Arial" pitchFamily="34" charset="0"/>
                        </a:rPr>
                        <a:t>URL for LG Smart World/</a:t>
                      </a:r>
                      <a:r>
                        <a:rPr lang="en-US" altLang="ko-KR" sz="1000" b="0" dirty="0">
                          <a:solidFill>
                            <a:schemeClr val="tx1"/>
                          </a:solidFill>
                          <a:latin typeface="Arial" pitchFamily="34" charset="0"/>
                          <a:ea typeface="맑은 고딕" pitchFamily="50" charset="-127"/>
                          <a:cs typeface="Arial" pitchFamily="34" charset="0"/>
                        </a:rPr>
                        <a:t>LG</a:t>
                      </a:r>
                      <a:r>
                        <a:rPr lang="en-US" altLang="ko-KR" sz="1000" b="0" baseline="0" dirty="0">
                          <a:solidFill>
                            <a:schemeClr val="tx1"/>
                          </a:solidFill>
                          <a:latin typeface="Arial" pitchFamily="34" charset="0"/>
                          <a:ea typeface="맑은 고딕" pitchFamily="50" charset="-127"/>
                          <a:cs typeface="Arial" pitchFamily="34" charset="0"/>
                        </a:rPr>
                        <a:t> Content Store</a:t>
                      </a:r>
                      <a:endParaRPr lang="en-US" altLang="ko-KR"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2"/>
                  </a:ext>
                </a:extLst>
              </a:tr>
              <a:tr h="535281">
                <a:tc vMerge="1">
                  <a:txBody>
                    <a:bodyPr/>
                    <a:lstStyle/>
                    <a:p>
                      <a:pPr algn="l" latinLnBrk="0"/>
                      <a:endParaRPr lang="ko-KR" altLang="en-US" sz="1000" b="0" dirty="0">
                        <a:solidFill>
                          <a:srgbClr val="FF0000"/>
                        </a:solidFill>
                        <a:latin typeface="Arial" pitchFamily="34" charset="0"/>
                        <a:ea typeface="맑은 고딕" pitchFamily="50" charset="-127"/>
                        <a:cs typeface="Arial" pitchFamily="34" charset="0"/>
                      </a:endParaRPr>
                    </a:p>
                  </a:txBody>
                  <a:tcPr marL="91439" marR="91439" marT="45717" marB="45717"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dirty="0">
                          <a:solidFill>
                            <a:schemeClr val="tx1"/>
                          </a:solidFill>
                          <a:latin typeface="Arial" pitchFamily="34" charset="0"/>
                          <a:ea typeface="맑은 고딕" pitchFamily="50" charset="-127"/>
                          <a:cs typeface="Arial" pitchFamily="34" charset="0"/>
                        </a:rPr>
                        <a:t>Test URL </a:t>
                      </a:r>
                      <a:r>
                        <a:rPr lang="en-US" altLang="ko-KR" sz="1000" b="0" dirty="0">
                          <a:solidFill>
                            <a:schemeClr val="tx1"/>
                          </a:solidFill>
                          <a:latin typeface="Arial" pitchFamily="34" charset="0"/>
                          <a:ea typeface="맑은 고딕" pitchFamily="50" charset="-127"/>
                          <a:cs typeface="Arial" pitchFamily="34" charset="0"/>
                        </a:rPr>
                        <a:t>(For Web</a:t>
                      </a:r>
                      <a:r>
                        <a:rPr lang="en-US" altLang="ko-KR" sz="1000" b="0" baseline="0" dirty="0">
                          <a:solidFill>
                            <a:schemeClr val="tx1"/>
                          </a:solidFill>
                          <a:latin typeface="Arial" pitchFamily="34" charset="0"/>
                          <a:ea typeface="맑은 고딕" pitchFamily="50" charset="-127"/>
                          <a:cs typeface="Arial" pitchFamily="34" charset="0"/>
                        </a:rPr>
                        <a:t> Type)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 (the IPK is attached)</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baseline="0" dirty="0">
                          <a:solidFill>
                            <a:schemeClr val="tx1"/>
                          </a:solidFill>
                          <a:latin typeface="Arial" pitchFamily="34" charset="0"/>
                          <a:ea typeface="맑은 고딕" pitchFamily="50" charset="-127"/>
                          <a:cs typeface="Arial" pitchFamily="34" charset="0"/>
                        </a:rPr>
                        <a:t>URL only for QA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ko-KR" sz="900" b="0" baseline="0" dirty="0">
                          <a:solidFill>
                            <a:schemeClr val="tx1"/>
                          </a:solidFill>
                          <a:latin typeface="Arial" pitchFamily="34" charset="0"/>
                          <a:ea typeface="맑은 고딕" pitchFamily="50" charset="-127"/>
                          <a:cs typeface="Arial" pitchFamily="34" charset="0"/>
                        </a:rPr>
                        <a:t>(If necessary, please attach </a:t>
                      </a:r>
                      <a:r>
                        <a:rPr lang="en-US" altLang="ko-KR" sz="900" b="1" baseline="0" dirty="0">
                          <a:solidFill>
                            <a:schemeClr val="tx1"/>
                          </a:solidFill>
                          <a:latin typeface="Arial" pitchFamily="34" charset="0"/>
                          <a:ea typeface="맑은 고딕" pitchFamily="50" charset="-127"/>
                          <a:cs typeface="Arial" pitchFamily="34" charset="0"/>
                        </a:rPr>
                        <a:t>a test .</a:t>
                      </a:r>
                      <a:r>
                        <a:rPr lang="en-US" altLang="ko-KR" sz="900" b="1" baseline="0" dirty="0" err="1">
                          <a:solidFill>
                            <a:schemeClr val="tx1"/>
                          </a:solidFill>
                          <a:latin typeface="Arial" pitchFamily="34" charset="0"/>
                          <a:ea typeface="맑은 고딕" pitchFamily="50" charset="-127"/>
                          <a:cs typeface="Arial" pitchFamily="34" charset="0"/>
                        </a:rPr>
                        <a:t>ipk</a:t>
                      </a:r>
                      <a:r>
                        <a:rPr lang="en-US" altLang="ko-KR" sz="900" b="1" baseline="0" dirty="0">
                          <a:solidFill>
                            <a:schemeClr val="tx1"/>
                          </a:solidFill>
                          <a:latin typeface="Arial" pitchFamily="34" charset="0"/>
                          <a:ea typeface="맑은 고딕" pitchFamily="50" charset="-127"/>
                          <a:cs typeface="Arial" pitchFamily="34" charset="0"/>
                        </a:rPr>
                        <a:t> file </a:t>
                      </a:r>
                      <a:r>
                        <a:rPr lang="en-US" altLang="ko-KR" sz="900" b="0" baseline="0" dirty="0">
                          <a:solidFill>
                            <a:schemeClr val="tx1"/>
                          </a:solidFill>
                          <a:latin typeface="Arial" pitchFamily="34" charset="0"/>
                          <a:ea typeface="맑은 고딕" pitchFamily="50" charset="-127"/>
                          <a:cs typeface="Arial" pitchFamily="34" charset="0"/>
                        </a:rPr>
                        <a:t>to </a:t>
                      </a:r>
                      <a:r>
                        <a:rPr lang="en-US" altLang="ko-KR" sz="900" b="1" i="1" baseline="0" dirty="0">
                          <a:solidFill>
                            <a:srgbClr val="FF0000"/>
                          </a:solidFill>
                          <a:latin typeface="Arial" pitchFamily="34" charset="0"/>
                          <a:ea typeface="맑은 고딕" pitchFamily="50" charset="-127"/>
                          <a:cs typeface="Arial" pitchFamily="34" charset="0"/>
                        </a:rPr>
                        <a:t>Test IPK File or Test URL </a:t>
                      </a:r>
                      <a:r>
                        <a:rPr lang="en-US" altLang="ko-KR" sz="900" b="0" baseline="0" dirty="0">
                          <a:solidFill>
                            <a:schemeClr val="tx1"/>
                          </a:solidFill>
                          <a:latin typeface="Arial" pitchFamily="34" charset="0"/>
                          <a:ea typeface="맑은 고딕" pitchFamily="50" charset="-127"/>
                          <a:cs typeface="Arial" pitchFamily="34" charset="0"/>
                        </a:rPr>
                        <a:t>section at LG </a:t>
                      </a:r>
                      <a:r>
                        <a:rPr lang="en-US" altLang="ko-KR" sz="900" b="0" i="0" baseline="0" dirty="0">
                          <a:solidFill>
                            <a:schemeClr val="tx1"/>
                          </a:solidFill>
                          <a:latin typeface="Arial" pitchFamily="34" charset="0"/>
                          <a:ea typeface="맑은 고딕" pitchFamily="50" charset="-127"/>
                          <a:cs typeface="Arial" pitchFamily="34" charset="0"/>
                        </a:rPr>
                        <a:t>Seller Lounge</a:t>
                      </a:r>
                      <a:r>
                        <a:rPr lang="en-US" altLang="ko-KR" sz="900" b="0" baseline="0" dirty="0">
                          <a:solidFill>
                            <a:schemeClr val="tx1"/>
                          </a:solidFill>
                          <a:latin typeface="Arial" pitchFamily="34" charset="0"/>
                          <a:ea typeface="맑은 고딕" pitchFamily="50" charset="-127"/>
                          <a:cs typeface="Arial" pitchFamily="34" charset="0"/>
                        </a:rPr>
                        <a:t>)</a:t>
                      </a:r>
                      <a:endParaRPr lang="en-US" altLang="ko-KR" sz="9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3"/>
                  </a:ext>
                </a:extLst>
              </a:tr>
              <a:tr h="237905">
                <a:tc v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ko-KR" altLang="en-US" sz="1000" b="0" i="0" dirty="0">
                        <a:solidFill>
                          <a:srgbClr val="FF0000"/>
                        </a:solidFill>
                        <a:latin typeface="Arial" pitchFamily="34" charset="0"/>
                        <a:ea typeface="맑은 고딕" pitchFamily="50" charset="-127"/>
                        <a:cs typeface="Arial" pitchFamily="34" charset="0"/>
                      </a:endParaRPr>
                    </a:p>
                  </a:txBody>
                  <a:tcPr marL="91439" marR="91439" marT="45717" marB="45717"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1" i="0" baseline="0" dirty="0">
                          <a:solidFill>
                            <a:schemeClr val="tx1"/>
                          </a:solidFill>
                          <a:latin typeface="Arial" pitchFamily="34" charset="0"/>
                          <a:ea typeface="맑은 고딕" pitchFamily="50" charset="-127"/>
                          <a:cs typeface="Arial" pitchFamily="34" charset="0"/>
                        </a:rPr>
                        <a:t>Service Platform</a:t>
                      </a:r>
                      <a:endParaRPr lang="ko-KR" altLang="en-US" sz="1000" b="0" i="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webOS</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dirty="0">
                          <a:solidFill>
                            <a:schemeClr val="tx1"/>
                          </a:solidFill>
                          <a:latin typeface="Arial" pitchFamily="34" charset="0"/>
                          <a:ea typeface="맑은 고딕" pitchFamily="50" charset="-127"/>
                          <a:cs typeface="Arial" pitchFamily="34" charset="0"/>
                        </a:rPr>
                        <a:t>NetCast / webOS</a:t>
                      </a: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4"/>
                  </a:ext>
                </a:extLst>
              </a:tr>
              <a:tr h="1561276">
                <a:tc gridSpan="4">
                  <a:txBody>
                    <a:bodyPr/>
                    <a:lstStyle/>
                    <a:p>
                      <a:pPr latinLnBrk="0"/>
                      <a:r>
                        <a:rPr lang="en-US" altLang="ko-KR" sz="900" b="1" kern="1200" dirty="0">
                          <a:solidFill>
                            <a:schemeClr val="tx1"/>
                          </a:solidFill>
                          <a:latin typeface="Arial" pitchFamily="34" charset="0"/>
                          <a:ea typeface="돋움체" pitchFamily="49" charset="-127"/>
                          <a:cs typeface="Arial" pitchFamily="34" charset="0"/>
                        </a:rPr>
                        <a:t>Notes</a:t>
                      </a:r>
                    </a:p>
                    <a:p>
                      <a:pPr latinLnBrk="0"/>
                      <a:r>
                        <a:rPr lang="en-US" altLang="ko-KR" sz="900" kern="1200" dirty="0">
                          <a:solidFill>
                            <a:schemeClr val="tx1"/>
                          </a:solidFill>
                          <a:latin typeface="Arial" pitchFamily="34" charset="0"/>
                          <a:ea typeface="돋움체" pitchFamily="49" charset="-127"/>
                          <a:cs typeface="Arial" pitchFamily="34" charset="0"/>
                        </a:rPr>
                        <a:t>    1. Correct</a:t>
                      </a:r>
                      <a:r>
                        <a:rPr lang="en-US" altLang="ko-KR" sz="900" kern="1200" baseline="0" dirty="0">
                          <a:solidFill>
                            <a:schemeClr val="tx1"/>
                          </a:solidFill>
                          <a:latin typeface="Arial" pitchFamily="34" charset="0"/>
                          <a:ea typeface="돋움체" pitchFamily="49" charset="-127"/>
                          <a:cs typeface="Arial" pitchFamily="34" charset="0"/>
                        </a:rPr>
                        <a:t> and detailed </a:t>
                      </a:r>
                      <a:r>
                        <a:rPr lang="en-US" altLang="ko-KR" sz="900" kern="1200" dirty="0">
                          <a:solidFill>
                            <a:schemeClr val="tx1"/>
                          </a:solidFill>
                          <a:latin typeface="Arial" pitchFamily="34" charset="0"/>
                          <a:ea typeface="돋움체" pitchFamily="49" charset="-127"/>
                          <a:cs typeface="Arial" pitchFamily="34" charset="0"/>
                        </a:rPr>
                        <a:t>Basic</a:t>
                      </a:r>
                      <a:r>
                        <a:rPr lang="en-US" altLang="ko-KR" sz="900" kern="1200" baseline="0" dirty="0">
                          <a:solidFill>
                            <a:schemeClr val="tx1"/>
                          </a:solidFill>
                          <a:latin typeface="Arial" pitchFamily="34" charset="0"/>
                          <a:ea typeface="돋움체" pitchFamily="49" charset="-127"/>
                          <a:cs typeface="Arial" pitchFamily="34" charset="0"/>
                        </a:rPr>
                        <a:t> Information</a:t>
                      </a:r>
                      <a:r>
                        <a:rPr lang="ko-KR" altLang="en-US" sz="900" kern="1200" dirty="0">
                          <a:solidFill>
                            <a:schemeClr val="tx1"/>
                          </a:solidFill>
                          <a:latin typeface="Arial" pitchFamily="34" charset="0"/>
                          <a:ea typeface="돋움체" pitchFamily="49" charset="-127"/>
                          <a:cs typeface="Arial" pitchFamily="34" charset="0"/>
                        </a:rPr>
                        <a:t> </a:t>
                      </a:r>
                      <a:r>
                        <a:rPr lang="en-US" altLang="ko-KR" sz="900" kern="1200" dirty="0">
                          <a:solidFill>
                            <a:schemeClr val="tx1"/>
                          </a:solidFill>
                          <a:latin typeface="Arial" pitchFamily="34" charset="0"/>
                          <a:ea typeface="돋움체" pitchFamily="49" charset="-127"/>
                          <a:cs typeface="Arial" pitchFamily="34" charset="0"/>
                        </a:rPr>
                        <a:t>required for </a:t>
                      </a:r>
                      <a:r>
                        <a:rPr lang="en-US" altLang="ko-KR" sz="900" kern="1200" baseline="0" dirty="0">
                          <a:solidFill>
                            <a:schemeClr val="tx1"/>
                          </a:solidFill>
                          <a:latin typeface="Arial" pitchFamily="34" charset="0"/>
                          <a:ea typeface="돋움체" pitchFamily="49" charset="-127"/>
                          <a:cs typeface="Arial" pitchFamily="34" charset="0"/>
                        </a:rPr>
                        <a:t>App QA.</a:t>
                      </a:r>
                      <a:endParaRPr lang="en-US" altLang="ko-KR" sz="900" kern="1200" dirty="0">
                        <a:solidFill>
                          <a:schemeClr val="tx1"/>
                        </a:solidFill>
                        <a:latin typeface="Arial" pitchFamily="34" charset="0"/>
                        <a:ea typeface="돋움체" pitchFamily="49" charset="-127"/>
                        <a:cs typeface="Arial" pitchFamily="34" charset="0"/>
                      </a:endParaRPr>
                    </a:p>
                    <a:p>
                      <a:pPr latinLnBrk="0"/>
                      <a:r>
                        <a:rPr lang="en-US" altLang="ko-KR" sz="900" b="0" i="0" dirty="0">
                          <a:solidFill>
                            <a:schemeClr val="tx1"/>
                          </a:solidFill>
                          <a:latin typeface="Arial" pitchFamily="34" charset="0"/>
                          <a:ea typeface="맑은 고딕" pitchFamily="50" charset="-127"/>
                          <a:cs typeface="Arial" pitchFamily="34" charset="0"/>
                        </a:rPr>
                        <a:t>    2. </a:t>
                      </a:r>
                      <a:r>
                        <a:rPr lang="en-US" sz="900" kern="1200" dirty="0">
                          <a:solidFill>
                            <a:schemeClr val="tx1"/>
                          </a:solidFill>
                          <a:latin typeface="Arial" pitchFamily="34" charset="0"/>
                          <a:ea typeface="Arial Unicode MS" pitchFamily="50" charset="-127"/>
                          <a:cs typeface="Arial" pitchFamily="34" charset="0"/>
                        </a:rPr>
                        <a:t>If you indicate Geo-IP Blocking as “Yes” you must white list the range of IPs required by the QA Team for testing. </a:t>
                      </a:r>
                      <a:r>
                        <a:rPr lang="en-US" sz="900" i="0" kern="1200" dirty="0">
                          <a:solidFill>
                            <a:schemeClr val="tx1"/>
                          </a:solidFill>
                          <a:latin typeface="Arial" pitchFamily="34" charset="0"/>
                          <a:ea typeface="Arial Unicode MS" pitchFamily="50" charset="-127"/>
                          <a:cs typeface="Arial" pitchFamily="34" charset="0"/>
                        </a:rPr>
                        <a:t>Please request the range of IPs to white list through the </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LG</a:t>
                      </a:r>
                      <a:r>
                        <a:rPr lang="ko-KR" altLang="en-US" sz="900" i="0" kern="1200" dirty="0">
                          <a:solidFill>
                            <a:schemeClr val="tx1"/>
                          </a:solidFill>
                          <a:latin typeface="Arial" pitchFamily="34" charset="0"/>
                          <a:ea typeface="Arial Unicode MS" pitchFamily="50" charset="-127"/>
                          <a:cs typeface="Arial" pitchFamily="34" charset="0"/>
                        </a:rPr>
                        <a:t> </a:t>
                      </a:r>
                      <a:r>
                        <a:rPr lang="en-US" sz="900" i="0" kern="1200" dirty="0">
                          <a:solidFill>
                            <a:schemeClr val="tx1"/>
                          </a:solidFill>
                          <a:latin typeface="Arial" pitchFamily="34" charset="0"/>
                          <a:ea typeface="Arial Unicode MS" pitchFamily="50" charset="-127"/>
                          <a:cs typeface="Arial" pitchFamily="34" charset="0"/>
                        </a:rPr>
                        <a:t>Seller Lounge 1:1 Inquiry.</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3. You can use a 3rd party billing system for Paid Content. You shall be aware that you are liable for all claims arising from the use of a 3rd party billing system.</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4. You can monetize your application with in-app advertising services with a 3rd party ad platform. </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baseline="0" dirty="0">
                          <a:solidFill>
                            <a:schemeClr val="tx1"/>
                          </a:solidFill>
                          <a:latin typeface="Arial" pitchFamily="34" charset="0"/>
                          <a:ea typeface="Arial Unicode MS" pitchFamily="50" charset="-127"/>
                          <a:cs typeface="Arial" pitchFamily="34" charset="0"/>
                        </a:rPr>
                        <a:t>        </a:t>
                      </a:r>
                      <a:r>
                        <a:rPr lang="en-US" sz="900" i="0" kern="1200" dirty="0">
                          <a:solidFill>
                            <a:schemeClr val="tx1"/>
                          </a:solidFill>
                          <a:latin typeface="Arial" pitchFamily="34" charset="0"/>
                          <a:ea typeface="Arial Unicode MS" pitchFamily="50" charset="-127"/>
                          <a:cs typeface="Arial" pitchFamily="34" charset="0"/>
                        </a:rPr>
                        <a:t>Seller shall not violate LG’s content guideline and will be solely responsible for any claims from violation of the content guideline.</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5. </a:t>
                      </a:r>
                      <a:r>
                        <a:rPr lang="en-US" altLang="ko-KR" sz="900" i="0" kern="1200" dirty="0">
                          <a:solidFill>
                            <a:schemeClr val="tx1"/>
                          </a:solidFill>
                          <a:latin typeface="Arial" pitchFamily="34" charset="0"/>
                          <a:ea typeface="돋움체" pitchFamily="49" charset="-127"/>
                          <a:cs typeface="Arial" pitchFamily="34" charset="0"/>
                        </a:rPr>
                        <a:t>Game</a:t>
                      </a:r>
                      <a:r>
                        <a:rPr lang="en-US" altLang="ko-KR" sz="900" i="0" kern="1200" baseline="0" dirty="0">
                          <a:solidFill>
                            <a:schemeClr val="tx1"/>
                          </a:solidFill>
                          <a:latin typeface="Arial" pitchFamily="34" charset="0"/>
                          <a:ea typeface="돋움체" pitchFamily="49" charset="-127"/>
                          <a:cs typeface="Arial" pitchFamily="34" charset="0"/>
                        </a:rPr>
                        <a:t> apps: If there is sound, detailed description of the BGM / Sound Effects, etc. is required.</a:t>
                      </a:r>
                      <a:endParaRPr lang="en-US" altLang="ko-KR" sz="900" i="0" kern="1200" baseline="0" dirty="0">
                        <a:solidFill>
                          <a:schemeClr val="tx1"/>
                        </a:solidFill>
                        <a:latin typeface="Arial" pitchFamily="34" charset="0"/>
                        <a:ea typeface="Arial Unicode MS" pitchFamily="50" charset="-127"/>
                        <a:cs typeface="Arial" pitchFamily="34" charset="0"/>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i="0" kern="1200" baseline="0" dirty="0">
                          <a:solidFill>
                            <a:schemeClr val="tx1"/>
                          </a:solidFill>
                          <a:latin typeface="Arial" pitchFamily="34" charset="0"/>
                          <a:ea typeface="Arial Unicode MS" pitchFamily="50" charset="-127"/>
                          <a:cs typeface="Arial" pitchFamily="34" charset="0"/>
                        </a:rPr>
                        <a:t>    6. </a:t>
                      </a:r>
                      <a:r>
                        <a:rPr lang="en-US" altLang="ko-KR" sz="900" i="0" kern="1200" dirty="0">
                          <a:solidFill>
                            <a:schemeClr val="tx1"/>
                          </a:solidFill>
                          <a:latin typeface="Arial" pitchFamily="34" charset="0"/>
                          <a:ea typeface="Arial Unicode MS" pitchFamily="50" charset="-127"/>
                          <a:cs typeface="Arial" pitchFamily="34" charset="0"/>
                        </a:rPr>
                        <a:t>Even though there may be no payment process within the app itself, having any related payment process outside the app such as paying on the app’s website, converting to a paid account, etc., will categorize the app as having Paid Content. If this is the case for your app, add detailed guidelines regarding the app’s paid content on the UX Scenario document, and mark the Paid Content option as “Transaction” or “Subscription” on the LG Seller Lounge. You can also mark the both options together.</a:t>
                      </a:r>
                      <a:endParaRPr lang="ko-KR" altLang="ko-KR" sz="900" i="0" kern="1200" dirty="0">
                        <a:solidFill>
                          <a:schemeClr val="tx1"/>
                        </a:solidFill>
                        <a:highlight>
                          <a:srgbClr val="FFFF00"/>
                        </a:highlight>
                        <a:latin typeface="Arial" pitchFamily="34" charset="0"/>
                        <a:ea typeface="Arial Unicode MS"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12700" cap="flat" cmpd="sng" algn="ctr">
                      <a:solidFill>
                        <a:schemeClr val="tx1"/>
                      </a:solidFill>
                      <a:prstDash val="sysDot"/>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85000"/>
                      </a:schemeClr>
                    </a:solidFill>
                  </a:tcPr>
                </a:tc>
                <a:tc hMerge="1">
                  <a:txBody>
                    <a:bodyPr/>
                    <a:lstStyle/>
                    <a:p>
                      <a:pPr latinLnBrk="0"/>
                      <a:endParaRPr lang="ko-KR" altLang="en-US"/>
                    </a:p>
                  </a:txBody>
                  <a:tcPr/>
                </a:tc>
                <a:tc hMerge="1">
                  <a:txBody>
                    <a:bodyPr/>
                    <a:lstStyle/>
                    <a:p>
                      <a:pPr algn="l" latinLnBrk="0"/>
                      <a:endParaRPr lang="en-US" altLang="ko-KR" sz="1100" b="0" dirty="0">
                        <a:solidFill>
                          <a:schemeClr val="tx1"/>
                        </a:solidFill>
                        <a:latin typeface="맑은 고딕" pitchFamily="50" charset="-127"/>
                        <a:ea typeface="맑은 고딕" pitchFamily="50" charset="-127"/>
                      </a:endParaRPr>
                    </a:p>
                  </a:txBody>
                  <a:tcPr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hMerge="1">
                  <a:txBody>
                    <a:bodyPr/>
                    <a:lstStyle/>
                    <a:p>
                      <a:pPr latinLnBrk="0"/>
                      <a:endParaRPr lang="ko-KR" altLang="en-US"/>
                    </a:p>
                  </a:txBody>
                  <a:tcPr/>
                </a:tc>
                <a:extLst>
                  <a:ext uri="{0D108BD9-81ED-4DB2-BD59-A6C34878D82A}">
                    <a16:rowId xmlns:a16="http://schemas.microsoft.com/office/drawing/2014/main" val="10015"/>
                  </a:ext>
                </a:extLst>
              </a:tr>
            </a:tbl>
          </a:graphicData>
        </a:graphic>
      </p:graphicFrame>
      <p:sp>
        <p:nvSpPr>
          <p:cNvPr id="4" name="텍스트 개체 틀 3">
            <a:extLst>
              <a:ext uri="{FF2B5EF4-FFF2-40B4-BE49-F238E27FC236}">
                <a16:creationId xmlns:a16="http://schemas.microsoft.com/office/drawing/2014/main" id="{8FD29702-8975-3EC3-E537-FDC1AEF4FE20}"/>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cs typeface="Arial" pitchFamily="34" charset="0"/>
              </a:rPr>
              <a:t>1. Basic Information</a:t>
            </a:r>
            <a:endParaRPr>
              <a:latin typeface="Arial" pitchFamily="34" charset="0"/>
              <a:cs typeface="Arial"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361" name="Group 1">
            <a:extLst>
              <a:ext uri="{FF2B5EF4-FFF2-40B4-BE49-F238E27FC236}">
                <a16:creationId xmlns:a16="http://schemas.microsoft.com/office/drawing/2014/main" id="{10E90420-068B-2841-40CC-BEDBC780B6EA}"/>
              </a:ext>
            </a:extLst>
          </p:cNvPr>
          <p:cNvGraphicFramePr>
            <a:graphicFrameLocks noGrp="1"/>
          </p:cNvGraphicFramePr>
          <p:nvPr>
            <p:extLst>
              <p:ext uri="{D42A27DB-BD31-4B8C-83A1-F6EECF244321}">
                <p14:modId xmlns:p14="http://schemas.microsoft.com/office/powerpoint/2010/main" val="2164548169"/>
              </p:ext>
            </p:extLst>
          </p:nvPr>
        </p:nvGraphicFramePr>
        <p:xfrm>
          <a:off x="166688" y="765175"/>
          <a:ext cx="9501187" cy="5397500"/>
        </p:xfrm>
        <a:graphic>
          <a:graphicData uri="http://schemas.openxmlformats.org/drawingml/2006/table">
            <a:tbl>
              <a:tblPr/>
              <a:tblGrid>
                <a:gridCol w="730250">
                  <a:extLst>
                    <a:ext uri="{9D8B030D-6E8A-4147-A177-3AD203B41FA5}">
                      <a16:colId xmlns:a16="http://schemas.microsoft.com/office/drawing/2014/main" val="20000"/>
                    </a:ext>
                  </a:extLst>
                </a:gridCol>
                <a:gridCol w="1169987">
                  <a:extLst>
                    <a:ext uri="{9D8B030D-6E8A-4147-A177-3AD203B41FA5}">
                      <a16:colId xmlns:a16="http://schemas.microsoft.com/office/drawing/2014/main" val="20001"/>
                    </a:ext>
                  </a:extLst>
                </a:gridCol>
                <a:gridCol w="1028700">
                  <a:extLst>
                    <a:ext uri="{9D8B030D-6E8A-4147-A177-3AD203B41FA5}">
                      <a16:colId xmlns:a16="http://schemas.microsoft.com/office/drawing/2014/main" val="20002"/>
                    </a:ext>
                  </a:extLst>
                </a:gridCol>
                <a:gridCol w="3286125">
                  <a:extLst>
                    <a:ext uri="{9D8B030D-6E8A-4147-A177-3AD203B41FA5}">
                      <a16:colId xmlns:a16="http://schemas.microsoft.com/office/drawing/2014/main" val="20003"/>
                    </a:ext>
                  </a:extLst>
                </a:gridCol>
                <a:gridCol w="3286125">
                  <a:extLst>
                    <a:ext uri="{9D8B030D-6E8A-4147-A177-3AD203B41FA5}">
                      <a16:colId xmlns:a16="http://schemas.microsoft.com/office/drawing/2014/main" val="20004"/>
                    </a:ext>
                  </a:extLst>
                </a:gridCol>
              </a:tblGrid>
              <a:tr h="411145">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No.</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Sent</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Version</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File Name</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Contents</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extLst>
                  <a:ext uri="{0D108BD9-81ED-4DB2-BD59-A6C34878D82A}">
                    <a16:rowId xmlns:a16="http://schemas.microsoft.com/office/drawing/2014/main" val="10000"/>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rPr>
                        <a:t>1</a:t>
                      </a: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rPr>
                        <a:t>10.10.2026</a:t>
                      </a: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rPr>
                        <a:t>1.0.0</a:t>
                      </a: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rPr>
                        <a:t>Zaplist_UX_Scenario_1.0.0</a:t>
                      </a: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rPr>
                        <a:t>Initial document</a:t>
                      </a: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1"/>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2"/>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3"/>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4"/>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5"/>
                  </a:ext>
                </a:extLst>
              </a:tr>
              <a:tr h="434956">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6"/>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7"/>
                  </a:ext>
                </a:extLst>
              </a:tr>
              <a:tr h="514566">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2800" b="0" i="0" u="none" strike="noStrike" cap="none" normalizeH="0" baseline="0">
                        <a:ln>
                          <a:noFill/>
                        </a:ln>
                        <a:solidFill>
                          <a:srgbClr val="000000"/>
                        </a:solidFill>
                        <a:effectLst/>
                        <a:latin typeface="굴림" panose="020B0600000101010101" pitchFamily="50" charset="-127"/>
                        <a:ea typeface="굴림" panose="020B0600000101010101"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8"/>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9"/>
                  </a:ext>
                </a:extLst>
              </a:tr>
              <a:tr h="493690">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10"/>
                  </a:ext>
                </a:extLst>
              </a:tr>
              <a:tr h="4317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11"/>
                  </a:ext>
                </a:extLst>
              </a:tr>
            </a:tbl>
          </a:graphicData>
        </a:graphic>
      </p:graphicFrame>
      <p:sp>
        <p:nvSpPr>
          <p:cNvPr id="20566" name="Text Box 163">
            <a:extLst>
              <a:ext uri="{FF2B5EF4-FFF2-40B4-BE49-F238E27FC236}">
                <a16:creationId xmlns:a16="http://schemas.microsoft.com/office/drawing/2014/main" id="{EFB052B6-4A31-4E6B-334F-B42251EEE353}"/>
              </a:ext>
            </a:extLst>
          </p:cNvPr>
          <p:cNvSpPr txBox="1">
            <a:spLocks noChangeArrowheads="1"/>
          </p:cNvSpPr>
          <p:nvPr/>
        </p:nvSpPr>
        <p:spPr bwMode="auto">
          <a:xfrm>
            <a:off x="0" y="188913"/>
            <a:ext cx="775970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89986" tIns="46793" rIns="89986" bIns="46793"/>
          <a:lstStyle>
            <a:lvl1pPr marL="342900" indent="-341313">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1pPr>
            <a:lvl2pPr marL="742950" indent="-28575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2pPr>
            <a:lvl3pPr marL="1143000" indent="-22860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3pPr>
            <a:lvl4pPr marL="1600200" indent="-22860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4pPr>
            <a:lvl5pPr marL="2057400" indent="-22860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9pPr>
          </a:lstStyle>
          <a:p>
            <a:pPr latinLnBrk="0">
              <a:spcBef>
                <a:spcPts val="1125"/>
              </a:spcBef>
            </a:pPr>
            <a:r>
              <a:rPr lang="en-US" altLang="ru-RU" b="1">
                <a:solidFill>
                  <a:srgbClr val="000000"/>
                </a:solidFill>
                <a:latin typeface="Arial" panose="020B0604020202020204" pitchFamily="34" charset="0"/>
                <a:ea typeface="맑은 고딕" panose="020B0503020000020004" pitchFamily="34" charset="-127"/>
                <a:cs typeface="Arial" panose="020B0604020202020204" pitchFamily="34" charset="0"/>
              </a:rPr>
              <a:t>2. Document History</a:t>
            </a:r>
          </a:p>
        </p:txBody>
      </p:sp>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9B154DD8-24DA-C513-80F7-42C38CE1FC7F}"/>
              </a:ext>
            </a:extLst>
          </p:cNvPr>
          <p:cNvSpPr/>
          <p:nvPr/>
        </p:nvSpPr>
        <p:spPr bwMode="auto">
          <a:xfrm>
            <a:off x="9525"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Everything also works with the arrows and OK alone: the Magic Remote has no color or media keys, so each color-key and media-key action also has an on-screen button.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Home, Exit, volume and input keys are handled by the </a:t>
            </a:r>
            <a:r>
              <a:rPr lang="en-US" altLang="ko-KR" sz="900">
                <a:latin typeface="Arial" pitchFamily="34" charset="0"/>
                <a:ea typeface="굴림" panose="020B0600000101010101" pitchFamily="50" charset="-127"/>
                <a:cs typeface="Arial" pitchFamily="34" charset="0"/>
              </a:rPr>
              <a:t>TV.</a:t>
            </a:r>
            <a:endParaRPr lang="en-US" altLang="ko-KR" sz="900" dirty="0">
              <a:latin typeface="Arial" pitchFamily="34" charset="0"/>
              <a:ea typeface="굴림" panose="020B0600000101010101" pitchFamily="50" charset="-127"/>
              <a:cs typeface="Arial" pitchFamily="34" charset="0"/>
            </a:endParaRPr>
          </a:p>
        </p:txBody>
      </p:sp>
      <p:sp>
        <p:nvSpPr>
          <p:cNvPr id="22531" name="TextBox 5">
            <a:extLst>
              <a:ext uri="{FF2B5EF4-FFF2-40B4-BE49-F238E27FC236}">
                <a16:creationId xmlns:a16="http://schemas.microsoft.com/office/drawing/2014/main" id="{364D2282-FED9-993B-F207-9CF85DC49E2C}"/>
              </a:ext>
            </a:extLst>
          </p:cNvPr>
          <p:cNvSpPr txBox="1">
            <a:spLocks noChangeArrowheads="1"/>
          </p:cNvSpPr>
          <p:nvPr/>
        </p:nvSpPr>
        <p:spPr bwMode="auto">
          <a:xfrm>
            <a:off x="166687" y="642938"/>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 Keys used in the app</a:t>
            </a:r>
          </a:p>
        </p:txBody>
      </p:sp>
      <p:sp>
        <p:nvSpPr>
          <p:cNvPr id="17" name="텍스트 개체 틀 16">
            <a:extLst>
              <a:ext uri="{FF2B5EF4-FFF2-40B4-BE49-F238E27FC236}">
                <a16:creationId xmlns:a16="http://schemas.microsoft.com/office/drawing/2014/main" id="{3FDA7AC4-EB81-9E05-96F7-9FF8EE9E4BEE}"/>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3. Remote Control Keys</a:t>
            </a:r>
            <a:endParaRPr>
              <a:latin typeface="Arial" pitchFamily="34" charset="0"/>
              <a:cs typeface="Arial" pitchFamily="34" charset="0"/>
            </a:endParaRPr>
          </a:p>
        </p:txBody>
      </p:sp>
      <p:graphicFrame>
        <p:nvGraphicFramePr>
          <p:cNvPr id="2" name="Table 1">
            <a:extLst>
              <a:ext uri="{FF2B5EF4-FFF2-40B4-BE49-F238E27FC236}">
                <a16:creationId xmlns:a16="http://schemas.microsoft.com/office/drawing/2014/main" id="{8634A29C-0805-B54B-BF8F-137A0931105E}"/>
              </a:ext>
            </a:extLst>
          </p:cNvPr>
          <p:cNvGraphicFramePr>
            <a:graphicFrameLocks noGrp="1"/>
          </p:cNvGraphicFramePr>
          <p:nvPr>
            <p:extLst>
              <p:ext uri="{D42A27DB-BD31-4B8C-83A1-F6EECF244321}">
                <p14:modId xmlns:p14="http://schemas.microsoft.com/office/powerpoint/2010/main" val="2163153515"/>
              </p:ext>
            </p:extLst>
          </p:nvPr>
        </p:nvGraphicFramePr>
        <p:xfrm>
          <a:off x="342900" y="1016000"/>
          <a:ext cx="9220200" cy="1828800"/>
        </p:xfrm>
        <a:graphic>
          <a:graphicData uri="http://schemas.openxmlformats.org/drawingml/2006/table">
            <a:tbl>
              <a:tblPr firstRow="1" bandRow="1">
                <a:tableStyleId>{5940675A-B579-460E-94D1-54222C63F5DA}</a:tableStyleId>
              </a:tblPr>
              <a:tblGrid>
                <a:gridCol w="1651000">
                  <a:extLst>
                    <a:ext uri="{9D8B030D-6E8A-4147-A177-3AD203B41FA5}">
                      <a16:colId xmlns:a16="http://schemas.microsoft.com/office/drawing/2014/main" val="868391101"/>
                    </a:ext>
                  </a:extLst>
                </a:gridCol>
                <a:gridCol w="7569200">
                  <a:extLst>
                    <a:ext uri="{9D8B030D-6E8A-4147-A177-3AD203B41FA5}">
                      <a16:colId xmlns:a16="http://schemas.microsoft.com/office/drawing/2014/main" val="1956058185"/>
                    </a:ext>
                  </a:extLst>
                </a:gridCol>
              </a:tblGrid>
              <a:tr h="127000">
                <a:tc>
                  <a:txBody>
                    <a:bodyPr/>
                    <a:lstStyle/>
                    <a:p>
                      <a:pPr latinLnBrk="0" algn="ctr"/>
                      <a:r>
                        <a:rPr lang="en-US" sz="900" b="1" i="0">
                          <a:solidFill>
                            <a:srgbClr val="FFFFFF"/>
                          </a:solidFill>
                          <a:latin typeface="Arial" panose="020B0604020202020204" pitchFamily="34" charset="0"/>
                        </a:rPr>
                        <a:t>Key</a:t>
                      </a:r>
                      <a:endParaRPr lang="en-US" sz="9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a:txBody>
                    <a:bodyPr/>
                    <a:lstStyle/>
                    <a:p>
                      <a:pPr latinLnBrk="0" algn="ctr"/>
                      <a:r>
                        <a:rPr lang="en-US" sz="900" b="1" i="0" dirty="0">
                          <a:solidFill>
                            <a:srgbClr val="FFFFFF"/>
                          </a:solidFill>
                          <a:latin typeface="Arial" panose="020B0604020202020204" pitchFamily="34" charset="0"/>
                        </a:rPr>
                        <a:t>What </a:t>
                      </a:r>
                      <a:r>
                        <a:rPr lang="en-US" sz="900" b="1" i="0">
                          <a:solidFill>
                            <a:srgbClr val="FFFFFF"/>
                          </a:solidFill>
                          <a:latin typeface="Arial" panose="020B0604020202020204" pitchFamily="34" charset="0"/>
                        </a:rPr>
                        <a:t>it does</a:t>
                      </a:r>
                      <a:endParaRPr lang="en-US" sz="9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extLst>
                  <a:ext uri="{0D108BD9-81ED-4DB2-BD59-A6C34878D82A}">
                    <a16:rowId xmlns:a16="http://schemas.microsoft.com/office/drawing/2014/main" val="1144529765"/>
                  </a:ext>
                </a:extLst>
              </a:tr>
              <a:tr h="127000">
                <a:tc>
                  <a:txBody>
                    <a:bodyPr/>
                    <a:lstStyle/>
                    <a:p>
                      <a:pPr latinLnBrk="0" algn="l"/>
                      <a:r>
                        <a:rPr lang="en-US" sz="900" b="0" i="0">
                          <a:solidFill>
                            <a:srgbClr val="000000"/>
                          </a:solidFill>
                          <a:latin typeface="Arial" panose="020B0604020202020204" pitchFamily="34" charset="0"/>
                        </a:rPr>
                        <a:t>Arrow keys</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Move the focus. In the player: Up/Down change the channel, Left/Right show the info </a:t>
                      </a:r>
                      <a:r>
                        <a:rPr lang="en-US" sz="900" b="0" i="0">
                          <a:solidFill>
                            <a:srgbClr val="000000"/>
                          </a:solidFill>
                          <a:latin typeface="Arial" panose="020B0604020202020204" pitchFamily="34" charset="0"/>
                        </a:rPr>
                        <a:t>bar.</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328855310"/>
                  </a:ext>
                </a:extLst>
              </a:tr>
              <a:tr h="127000">
                <a:tc>
                  <a:txBody>
                    <a:bodyPr/>
                    <a:lstStyle/>
                    <a:p>
                      <a:pPr latinLnBrk="0" algn="l"/>
                      <a:r>
                        <a:rPr lang="en-US" sz="900" b="0" i="0">
                          <a:solidFill>
                            <a:srgbClr val="000000"/>
                          </a:solidFill>
                          <a:latin typeface="Arial" panose="020B0604020202020204" pitchFamily="34" charset="0"/>
                        </a:rPr>
                        <a:t>OK</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Select, or play the focused channel. In the player: open the channel </a:t>
                      </a:r>
                      <a:r>
                        <a:rPr lang="en-US" sz="900" b="0" i="0">
                          <a:solidFill>
                            <a:srgbClr val="000000"/>
                          </a:solidFill>
                          <a:latin typeface="Arial" panose="020B0604020202020204" pitchFamily="34" charset="0"/>
                        </a:rPr>
                        <a:t>list.</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281676382"/>
                  </a:ext>
                </a:extLst>
              </a:tr>
              <a:tr h="127000">
                <a:tc>
                  <a:txBody>
                    <a:bodyPr/>
                    <a:lstStyle/>
                    <a:p>
                      <a:pPr latinLnBrk="0" algn="l"/>
                      <a:r>
                        <a:rPr lang="en-US" sz="900" b="0" i="0" dirty="0">
                          <a:solidFill>
                            <a:srgbClr val="000000"/>
                          </a:solidFill>
                          <a:latin typeface="Arial" panose="020B0604020202020204" pitchFamily="34" charset="0"/>
                        </a:rPr>
                        <a:t>OK (</a:t>
                      </a:r>
                      <a:r>
                        <a:rPr lang="en-US" sz="900" b="0" i="0">
                          <a:solidFill>
                            <a:srgbClr val="000000"/>
                          </a:solidFill>
                          <a:latin typeface="Arial" panose="020B0604020202020204" pitchFamily="34" charset="0"/>
                        </a:rPr>
                        <a:t>hold)</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Channel menu: add to or remove from Favorites; in Favorites also move the </a:t>
                      </a:r>
                      <a:r>
                        <a:rPr lang="en-US" sz="900" b="0" i="0">
                          <a:solidFill>
                            <a:srgbClr val="000000"/>
                          </a:solidFill>
                          <a:latin typeface="Arial" panose="020B0604020202020204" pitchFamily="34" charset="0"/>
                        </a:rPr>
                        <a:t>channel.</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983193589"/>
                  </a:ext>
                </a:extLst>
              </a:tr>
              <a:tr h="127000">
                <a:tc>
                  <a:txBody>
                    <a:bodyPr/>
                    <a:lstStyle/>
                    <a:p>
                      <a:pPr latinLnBrk="0" algn="l"/>
                      <a:r>
                        <a:rPr lang="en-US" sz="900" b="0" i="0">
                          <a:solidFill>
                            <a:srgbClr val="000000"/>
                          </a:solidFill>
                          <a:latin typeface="Arial" panose="020B0604020202020204" pitchFamily="34" charset="0"/>
                        </a:rPr>
                        <a:t>Back</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Close the open bar, menu or list, or go back one screen. On Home: leave the app through the system (exit popup or Home </a:t>
                      </a:r>
                      <a:r>
                        <a:rPr lang="en-US" sz="900" b="0" i="0">
                          <a:solidFill>
                            <a:srgbClr val="000000"/>
                          </a:solidFill>
                          <a:latin typeface="Arial" panose="020B0604020202020204" pitchFamily="34" charset="0"/>
                        </a:rPr>
                        <a:t>screen).</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93660656"/>
                  </a:ext>
                </a:extLst>
              </a:tr>
              <a:tr h="127000">
                <a:tc>
                  <a:txBody>
                    <a:bodyPr/>
                    <a:lstStyle/>
                    <a:p>
                      <a:pPr latinLnBrk="0" algn="l"/>
                      <a:r>
                        <a:rPr lang="en-US" sz="900" b="0" i="0" dirty="0">
                          <a:solidFill>
                            <a:srgbClr val="000000"/>
                          </a:solidFill>
                          <a:latin typeface="Arial" panose="020B0604020202020204" pitchFamily="34" charset="0"/>
                        </a:rPr>
                        <a:t>CH + / </a:t>
                      </a:r>
                      <a:r>
                        <a:rPr lang="en-US" sz="900" b="0" i="0">
                          <a:solidFill>
                            <a:srgbClr val="000000"/>
                          </a:solidFill>
                          <a:latin typeface="Arial" panose="020B0604020202020204" pitchFamily="34" charset="0"/>
                        </a:rPr>
                        <a:t>CH -</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Page up/down in lists. In the player: next/previous </a:t>
                      </a:r>
                      <a:r>
                        <a:rPr lang="en-US" sz="900" b="0" i="0">
                          <a:solidFill>
                            <a:srgbClr val="000000"/>
                          </a:solidFill>
                          <a:latin typeface="Arial" panose="020B0604020202020204" pitchFamily="34" charset="0"/>
                        </a:rPr>
                        <a:t>channel.</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646548215"/>
                  </a:ext>
                </a:extLst>
              </a:tr>
              <a:tr h="127000">
                <a:tc>
                  <a:txBody>
                    <a:bodyPr/>
                    <a:lstStyle/>
                    <a:p>
                      <a:pPr latinLnBrk="0" algn="l"/>
                      <a:r>
                        <a:rPr lang="en-US" sz="900" b="0" i="0">
                          <a:solidFill>
                            <a:srgbClr val="000000"/>
                          </a:solidFill>
                          <a:latin typeface="Arial" panose="020B0604020202020204" pitchFamily="34" charset="0"/>
                        </a:rPr>
                        <a:t>0-9</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go to a channel </a:t>
                      </a:r>
                      <a:r>
                        <a:rPr lang="en-US" sz="900" b="0" i="0">
                          <a:solidFill>
                            <a:srgbClr val="000000"/>
                          </a:solidFill>
                          <a:latin typeface="Arial" panose="020B0604020202020204" pitchFamily="34" charset="0"/>
                        </a:rPr>
                        <a:t>number.</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293210911"/>
                  </a:ext>
                </a:extLst>
              </a:tr>
              <a:tr h="127000">
                <a:tc>
                  <a:txBody>
                    <a:bodyPr/>
                    <a:lstStyle/>
                    <a:p>
                      <a:pPr latinLnBrk="0" algn="l"/>
                      <a:r>
                        <a:rPr lang="en-US" sz="900" b="0" i="0">
                          <a:solidFill>
                            <a:srgbClr val="000000"/>
                          </a:solidFill>
                          <a:latin typeface="Arial" panose="020B0604020202020204" pitchFamily="34" charset="0"/>
                        </a:rPr>
                        <a:t>Red</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Add or remove the focused or playing channel from </a:t>
                      </a:r>
                      <a:r>
                        <a:rPr lang="en-US" sz="900" b="0" i="0">
                          <a:solidFill>
                            <a:srgbClr val="000000"/>
                          </a:solidFill>
                          <a:latin typeface="Arial" panose="020B0604020202020204" pitchFamily="34" charset="0"/>
                        </a:rPr>
                        <a:t>Favorites.</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636762015"/>
                  </a:ext>
                </a:extLst>
              </a:tr>
              <a:tr h="127000">
                <a:tc>
                  <a:txBody>
                    <a:bodyPr/>
                    <a:lstStyle/>
                    <a:p>
                      <a:pPr latinLnBrk="0" algn="l"/>
                      <a:r>
                        <a:rPr lang="en-US" sz="900" b="0" i="0">
                          <a:solidFill>
                            <a:srgbClr val="000000"/>
                          </a:solidFill>
                          <a:latin typeface="Arial" panose="020B0604020202020204" pitchFamily="34" charset="0"/>
                        </a:rPr>
                        <a:t>Yellow</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change the picture mode. In Favorites: move the </a:t>
                      </a:r>
                      <a:r>
                        <a:rPr lang="en-US" sz="900" b="0" i="0">
                          <a:solidFill>
                            <a:srgbClr val="000000"/>
                          </a:solidFill>
                          <a:latin typeface="Arial" panose="020B0604020202020204" pitchFamily="34" charset="0"/>
                        </a:rPr>
                        <a:t>channel.</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174212646"/>
                  </a:ext>
                </a:extLst>
              </a:tr>
              <a:tr h="127000">
                <a:tc>
                  <a:txBody>
                    <a:bodyPr/>
                    <a:lstStyle/>
                    <a:p>
                      <a:pPr latinLnBrk="0" algn="l"/>
                      <a:r>
                        <a:rPr lang="en-US" sz="900" b="0" i="0">
                          <a:solidFill>
                            <a:srgbClr val="000000"/>
                          </a:solidFill>
                          <a:latin typeface="Arial" panose="020B0604020202020204" pitchFamily="34" charset="0"/>
                        </a:rPr>
                        <a:t>Info</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show or hide the info </a:t>
                      </a:r>
                      <a:r>
                        <a:rPr lang="en-US" sz="900" b="0" i="0">
                          <a:solidFill>
                            <a:srgbClr val="000000"/>
                          </a:solidFill>
                          <a:latin typeface="Arial" panose="020B0604020202020204" pitchFamily="34" charset="0"/>
                        </a:rPr>
                        <a:t>bar.</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995465391"/>
                  </a:ext>
                </a:extLst>
              </a:tr>
              <a:tr h="127000">
                <a:tc>
                  <a:txBody>
                    <a:bodyPr/>
                    <a:lstStyle/>
                    <a:p>
                      <a:pPr latinLnBrk="0" algn="l"/>
                      <a:r>
                        <a:rPr lang="en-US" sz="900" b="0" i="0" dirty="0">
                          <a:solidFill>
                            <a:srgbClr val="000000"/>
                          </a:solidFill>
                          <a:latin typeface="Arial" panose="020B0604020202020204" pitchFamily="34" charset="0"/>
                        </a:rPr>
                        <a:t>Play / Pause </a:t>
                      </a:r>
                      <a:r>
                        <a:rPr lang="en-US" sz="900" b="0" i="0">
                          <a:solidFill>
                            <a:srgbClr val="000000"/>
                          </a:solidFill>
                          <a:latin typeface="Arial" panose="020B0604020202020204" pitchFamily="34" charset="0"/>
                        </a:rPr>
                        <a:t>/ Stop</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resume, pause, or return to the previous </a:t>
                      </a:r>
                      <a:r>
                        <a:rPr lang="en-US" sz="900" b="0" i="0">
                          <a:solidFill>
                            <a:srgbClr val="000000"/>
                          </a:solidFill>
                          <a:latin typeface="Arial" panose="020B0604020202020204" pitchFamily="34" charset="0"/>
                        </a:rPr>
                        <a:t>screen.</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733536239"/>
                  </a:ext>
                </a:extLst>
              </a:tr>
              <a:tr h="127000">
                <a:tc>
                  <a:txBody>
                    <a:bodyPr/>
                    <a:lstStyle/>
                    <a:p>
                      <a:pPr latinLnBrk="0" algn="l"/>
                      <a:r>
                        <a:rPr lang="en-US" sz="900" b="0" i="0">
                          <a:solidFill>
                            <a:srgbClr val="000000"/>
                          </a:solidFill>
                          <a:latin typeface="Arial" panose="020B0604020202020204" pitchFamily="34" charset="0"/>
                        </a:rPr>
                        <a:t>Magic Remote</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Point and click any item; the wheel scrolls lists and the TV </a:t>
                      </a:r>
                      <a:r>
                        <a:rPr lang="en-US" sz="900" b="0" i="0">
                          <a:solidFill>
                            <a:srgbClr val="000000"/>
                          </a:solidFill>
                          <a:latin typeface="Arial" panose="020B0604020202020204" pitchFamily="34" charset="0"/>
                        </a:rPr>
                        <a:t>guide.</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233535443"/>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직사각형 15">
            <a:extLst>
              <a:ext uri="{FF2B5EF4-FFF2-40B4-BE49-F238E27FC236}">
                <a16:creationId xmlns:a16="http://schemas.microsoft.com/office/drawing/2014/main" id="{CFAEA140-E5EB-E83F-B3B0-C76F4A26EEA6}"/>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anose="020B0604020202020204" pitchFamily="34" charset="0"/>
                <a:ea typeface="Arial Unicode MS" panose="020B0604020202020204" pitchFamily="50" charset="-127"/>
                <a:cs typeface="Arial" panose="020B0604020202020204" pitchFamily="34" charset="0"/>
              </a:rPr>
              <a:t>Detailed Information</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a:t>
            </a:r>
            <a:r>
              <a:rPr lang="en-US" altLang="ko-KR" sz="900" dirty="0" err="1">
                <a:latin typeface="Arial" panose="020B0604020202020204" pitchFamily="34" charset="0"/>
                <a:ea typeface="Arial Unicode MS" panose="020B0604020202020204" pitchFamily="50" charset="-127"/>
                <a:cs typeface="Arial" panose="020B0604020202020204" pitchFamily="34" charset="0"/>
              </a:rPr>
              <a:t>Zaplist</a:t>
            </a:r>
            <a:r>
              <a:rPr lang="en-US" altLang="ko-KR" sz="900" dirty="0">
                <a:latin typeface="Arial" panose="020B0604020202020204" pitchFamily="34" charset="0"/>
                <a:ea typeface="Arial Unicode MS" panose="020B0604020202020204" pitchFamily="50" charset="-127"/>
                <a:cs typeface="Arial" panose="020B0604020202020204" pitchFamily="34" charset="0"/>
              </a:rPr>
              <a:t> has no sign-in, account or activation, and it includes no channels: users add a playlist from their TV provider.</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To test: on the start page press OK on "Add a playlist", enter any name and the test playlist URL from the table, then press "Check and save". Home opens with 5 channels in 2 categories.</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The </a:t>
            </a:r>
            <a:r>
              <a:rPr lang="en-US" altLang="ko-KR" sz="900" dirty="0" err="1">
                <a:latin typeface="Arial" panose="020B0604020202020204" pitchFamily="34" charset="0"/>
                <a:ea typeface="Arial Unicode MS" panose="020B0604020202020204" pitchFamily="50" charset="-127"/>
                <a:cs typeface="Arial" panose="020B0604020202020204" pitchFamily="34" charset="0"/>
              </a:rPr>
              <a:t>Xtream</a:t>
            </a:r>
            <a:r>
              <a:rPr lang="en-US" altLang="ko-KR" sz="900" dirty="0">
                <a:latin typeface="Arial" panose="020B0604020202020204" pitchFamily="34" charset="0"/>
                <a:ea typeface="Arial Unicode MS" panose="020B0604020202020204" pitchFamily="50" charset="-127"/>
                <a:cs typeface="Arial" panose="020B0604020202020204" pitchFamily="34" charset="0"/>
              </a:rPr>
              <a:t> Codes tab asks for a server address, username and password, and checks the login before saving.</a:t>
            </a:r>
          </a:p>
        </p:txBody>
      </p:sp>
      <p:sp>
        <p:nvSpPr>
          <p:cNvPr id="18" name="텍스트 개체 틀 16">
            <a:extLst>
              <a:ext uri="{FF2B5EF4-FFF2-40B4-BE49-F238E27FC236}">
                <a16:creationId xmlns:a16="http://schemas.microsoft.com/office/drawing/2014/main" id="{5AA7A3CE-852D-F5F1-BA4E-B347D683DDFF}"/>
              </a:ext>
            </a:extLst>
          </p:cNvPr>
          <p:cNvSpPr txBox="1">
            <a:spLocks/>
          </p:cNvSpPr>
          <p:nvPr/>
        </p:nvSpPr>
        <p:spPr bwMode="auto">
          <a:xfrm>
            <a:off x="0" y="188913"/>
            <a:ext cx="7761288" cy="369887"/>
          </a:xfrm>
          <a:prstGeom prst="rect">
            <a:avLst/>
          </a:prstGeom>
          <a:noFill/>
          <a:ln>
            <a:miter lim="800000"/>
            <a:headEnd/>
            <a:tailEnd/>
          </a:ln>
        </p:spPr>
        <p:txBody>
          <a:bodyPr>
            <a:spAutoFit/>
          </a:bodyPr>
          <a:lstStyle/>
          <a:p>
            <a:pPr marL="342900" indent="-342900" latinLnBrk="0">
              <a:spcBef>
                <a:spcPct val="50000"/>
              </a:spcBef>
              <a:defRPr/>
            </a:pPr>
            <a:r>
              <a:rPr kumimoji="1" lang="en-US" altLang="ko-KR" b="1" kern="0">
                <a:latin typeface="Arial" pitchFamily="34" charset="0"/>
                <a:ea typeface="돋움" pitchFamily="50" charset="-127"/>
                <a:cs typeface="Arial" pitchFamily="34" charset="0"/>
              </a:rPr>
              <a:t>4. Detailed Login Information</a:t>
            </a:r>
            <a:endParaRPr kumimoji="1" lang="ko-KR" altLang="en-US" b="1" kern="0" dirty="0">
              <a:latin typeface="Arial" pitchFamily="34" charset="0"/>
              <a:ea typeface="맑은 고딕" pitchFamily="50" charset="-127"/>
              <a:cs typeface="Arial" pitchFamily="34" charset="0"/>
            </a:endParaRPr>
          </a:p>
        </p:txBody>
      </p:sp>
      <p:sp>
        <p:nvSpPr>
          <p:cNvPr id="2" name="TextBox 5">
            <a:extLst>
              <a:ext uri="{FF2B5EF4-FFF2-40B4-BE49-F238E27FC236}">
                <a16:creationId xmlns:a16="http://schemas.microsoft.com/office/drawing/2014/main" id="{815E49A5-6A0E-42DF-164B-AF05C53F171E}"/>
              </a:ext>
            </a:extLst>
          </p:cNvPr>
          <p:cNvSpPr txBox="1"/>
          <p:nvPr/>
        </p:nvSpPr>
        <p:spPr>
          <a:xfrm>
            <a:off x="165100" y="635000"/>
            <a:ext cx="6858000" cy="307777"/>
          </a:xfrm>
          <a:prstGeom prst="rect">
            <a:avLst/>
          </a:prstGeom>
          <a:noFill/>
        </p:spPr>
        <p:txBody>
          <a:bodyPr vert="horz" rtlCol="0">
            <a:spAutoFit/>
          </a:bodyPr>
          <a:lstStyle/>
          <a:p>
            <a:pPr latinLnBrk="0"/>
            <a:r>
              <a:rPr lang="en-US" sz="1400" b="1" dirty="0">
                <a:latin typeface="Arial" panose="020B0604020202020204" pitchFamily="34" charset="0"/>
              </a:rPr>
              <a:t>1. Adding a playlist (the app has no user </a:t>
            </a:r>
            <a:r>
              <a:rPr lang="en-US" sz="1400" b="1">
                <a:latin typeface="Arial" panose="020B0604020202020204" pitchFamily="34" charset="0"/>
              </a:rPr>
              <a:t>accounts)</a:t>
            </a:r>
            <a:endParaRPr lang="en-US" sz="1400" b="1" dirty="0">
              <a:latin typeface="Arial" panose="020B0604020202020204" pitchFamily="34" charset="0"/>
            </a:endParaRPr>
          </a:p>
        </p:txBody>
      </p:sp>
      <p:pic>
        <p:nvPicPr>
          <p:cNvPr id="4" name="Picture 3">
            <a:extLst>
              <a:ext uri="{FF2B5EF4-FFF2-40B4-BE49-F238E27FC236}">
                <a16:creationId xmlns:a16="http://schemas.microsoft.com/office/drawing/2014/main" id="{AAD00185-2699-1BD3-1C5B-FAAABC40C2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5" name="Rectangle 4">
            <a:extLst>
              <a:ext uri="{FF2B5EF4-FFF2-40B4-BE49-F238E27FC236}">
                <a16:creationId xmlns:a16="http://schemas.microsoft.com/office/drawing/2014/main" id="{8224A617-9EA7-7543-9362-89EF6493E3A8}"/>
              </a:ext>
            </a:extLst>
          </p:cNvPr>
          <p:cNvSpPr/>
          <p:nvPr/>
        </p:nvSpPr>
        <p:spPr bwMode="auto">
          <a:xfrm>
            <a:off x="2356941" y="1105396"/>
            <a:ext cx="1778993"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6" name="Oval 5">
            <a:extLst>
              <a:ext uri="{FF2B5EF4-FFF2-40B4-BE49-F238E27FC236}">
                <a16:creationId xmlns:a16="http://schemas.microsoft.com/office/drawing/2014/main" id="{77C68F78-9529-9C5E-5F0C-70B53BBD70BE}"/>
              </a:ext>
            </a:extLst>
          </p:cNvPr>
          <p:cNvSpPr/>
          <p:nvPr/>
        </p:nvSpPr>
        <p:spPr bwMode="auto">
          <a:xfrm>
            <a:off x="2222500" y="977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7" name="Rectangle 6">
            <a:extLst>
              <a:ext uri="{FF2B5EF4-FFF2-40B4-BE49-F238E27FC236}">
                <a16:creationId xmlns:a16="http://schemas.microsoft.com/office/drawing/2014/main" id="{A2177189-44EE-5F23-00A4-6B9FC1EF017A}"/>
              </a:ext>
            </a:extLst>
          </p:cNvPr>
          <p:cNvSpPr/>
          <p:nvPr/>
        </p:nvSpPr>
        <p:spPr bwMode="auto">
          <a:xfrm>
            <a:off x="2373313" y="1460103"/>
            <a:ext cx="3645296" cy="43656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8" name="Oval 7">
            <a:extLst>
              <a:ext uri="{FF2B5EF4-FFF2-40B4-BE49-F238E27FC236}">
                <a16:creationId xmlns:a16="http://schemas.microsoft.com/office/drawing/2014/main" id="{57013266-4873-B6D8-66E5-79E85D3691EF}"/>
              </a:ext>
            </a:extLst>
          </p:cNvPr>
          <p:cNvSpPr/>
          <p:nvPr/>
        </p:nvSpPr>
        <p:spPr bwMode="auto">
          <a:xfrm>
            <a:off x="2235200" y="1333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9" name="Rectangle 8">
            <a:extLst>
              <a:ext uri="{FF2B5EF4-FFF2-40B4-BE49-F238E27FC236}">
                <a16:creationId xmlns:a16="http://schemas.microsoft.com/office/drawing/2014/main" id="{86607675-0086-A69F-33C0-19838F967EA3}"/>
              </a:ext>
            </a:extLst>
          </p:cNvPr>
          <p:cNvSpPr/>
          <p:nvPr/>
        </p:nvSpPr>
        <p:spPr bwMode="auto">
          <a:xfrm>
            <a:off x="2373313" y="1940322"/>
            <a:ext cx="3645296" cy="43656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0" name="Oval 9">
            <a:extLst>
              <a:ext uri="{FF2B5EF4-FFF2-40B4-BE49-F238E27FC236}">
                <a16:creationId xmlns:a16="http://schemas.microsoft.com/office/drawing/2014/main" id="{CC90BE36-1F0D-C08E-3E01-3520659C63D7}"/>
              </a:ext>
            </a:extLst>
          </p:cNvPr>
          <p:cNvSpPr/>
          <p:nvPr/>
        </p:nvSpPr>
        <p:spPr bwMode="auto">
          <a:xfrm>
            <a:off x="2235200" y="1816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1" name="Rectangle 10">
            <a:extLst>
              <a:ext uri="{FF2B5EF4-FFF2-40B4-BE49-F238E27FC236}">
                <a16:creationId xmlns:a16="http://schemas.microsoft.com/office/drawing/2014/main" id="{37AC798B-ADC4-A444-7FEC-2B15A16C931F}"/>
              </a:ext>
            </a:extLst>
          </p:cNvPr>
          <p:cNvSpPr/>
          <p:nvPr/>
        </p:nvSpPr>
        <p:spPr bwMode="auto">
          <a:xfrm>
            <a:off x="2373313" y="2420541"/>
            <a:ext cx="3645296" cy="43656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DA29A5F7-4577-42F1-8E37-87A93696AD9D}"/>
              </a:ext>
            </a:extLst>
          </p:cNvPr>
          <p:cNvSpPr/>
          <p:nvPr/>
        </p:nvSpPr>
        <p:spPr bwMode="auto">
          <a:xfrm>
            <a:off x="2235200" y="2298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4" name="Rectangle 13">
            <a:extLst>
              <a:ext uri="{FF2B5EF4-FFF2-40B4-BE49-F238E27FC236}">
                <a16:creationId xmlns:a16="http://schemas.microsoft.com/office/drawing/2014/main" id="{83E3EB62-11DB-0AAD-08A2-E4C1A7F9FE2F}"/>
              </a:ext>
            </a:extLst>
          </p:cNvPr>
          <p:cNvSpPr/>
          <p:nvPr/>
        </p:nvSpPr>
        <p:spPr bwMode="auto">
          <a:xfrm>
            <a:off x="2373313" y="2906216"/>
            <a:ext cx="993179"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5" name="Oval 14">
            <a:extLst>
              <a:ext uri="{FF2B5EF4-FFF2-40B4-BE49-F238E27FC236}">
                <a16:creationId xmlns:a16="http://schemas.microsoft.com/office/drawing/2014/main" id="{7AF931AD-3984-BA46-A348-A6BA1D99FAE6}"/>
              </a:ext>
            </a:extLst>
          </p:cNvPr>
          <p:cNvSpPr/>
          <p:nvPr/>
        </p:nvSpPr>
        <p:spPr bwMode="auto">
          <a:xfrm>
            <a:off x="2235200" y="2781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graphicFrame>
        <p:nvGraphicFramePr>
          <p:cNvPr id="19" name="Table 18">
            <a:extLst>
              <a:ext uri="{FF2B5EF4-FFF2-40B4-BE49-F238E27FC236}">
                <a16:creationId xmlns:a16="http://schemas.microsoft.com/office/drawing/2014/main" id="{D6402C6A-6B6A-69C6-522B-02568C73D208}"/>
              </a:ext>
            </a:extLst>
          </p:cNvPr>
          <p:cNvGraphicFramePr>
            <a:graphicFrameLocks noGrp="1"/>
          </p:cNvGraphicFramePr>
          <p:nvPr>
            <p:extLst>
              <p:ext uri="{D42A27DB-BD31-4B8C-83A1-F6EECF244321}">
                <p14:modId xmlns:p14="http://schemas.microsoft.com/office/powerpoint/2010/main" val="1220592330"/>
              </p:ext>
            </p:extLst>
          </p:nvPr>
        </p:nvGraphicFramePr>
        <p:xfrm>
          <a:off x="7239000" y="647700"/>
          <a:ext cx="2616200" cy="1828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2709814123"/>
                    </a:ext>
                  </a:extLst>
                </a:gridCol>
                <a:gridCol w="2336800">
                  <a:extLst>
                    <a:ext uri="{9D8B030D-6E8A-4147-A177-3AD203B41FA5}">
                      <a16:colId xmlns:a16="http://schemas.microsoft.com/office/drawing/2014/main" val="3015412169"/>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308596234"/>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Source type: M3U playlist or </a:t>
                      </a:r>
                      <a:r>
                        <a:rPr lang="en-US" sz="800" b="0" i="0" dirty="0" err="1">
                          <a:solidFill>
                            <a:srgbClr val="000000"/>
                          </a:solidFill>
                          <a:latin typeface="Arial" panose="020B0604020202020204" pitchFamily="34" charset="0"/>
                        </a:rPr>
                        <a:t>Xtream</a:t>
                      </a:r>
                      <a:r>
                        <a:rPr lang="en-US" sz="800" b="0" i="0" dirty="0">
                          <a:solidFill>
                            <a:srgbClr val="000000"/>
                          </a:solidFill>
                          <a:latin typeface="Arial" panose="020B0604020202020204" pitchFamily="34" charset="0"/>
                        </a:rPr>
                        <a:t> </a:t>
                      </a:r>
                      <a:r>
                        <a:rPr lang="en-US" sz="800" b="0" i="0">
                          <a:solidFill>
                            <a:srgbClr val="000000"/>
                          </a:solidFill>
                          <a:latin typeface="Arial" panose="020B0604020202020204" pitchFamily="34" charset="0"/>
                        </a:rPr>
                        <a:t>Codes login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558017153"/>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Name shown in the </a:t>
                      </a:r>
                      <a:r>
                        <a:rPr lang="en-US" sz="800" b="0" i="0">
                          <a:solidFill>
                            <a:srgbClr val="000000"/>
                          </a:solidFill>
                          <a:latin typeface="Arial" panose="020B0604020202020204" pitchFamily="34" charset="0"/>
                        </a:rPr>
                        <a:t>source 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623407376"/>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Playlist URL (M3U/</a:t>
                      </a:r>
                      <a:r>
                        <a:rPr lang="en-US" sz="800" b="0" i="0">
                          <a:solidFill>
                            <a:srgbClr val="000000"/>
                          </a:solidFill>
                          <a:latin typeface="Arial" panose="020B0604020202020204" pitchFamily="34" charset="0"/>
                        </a:rPr>
                        <a:t>M3U8)</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774283776"/>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TV guide (XMLTV) URL</a:t>
                      </a:r>
                      <a:r>
                        <a:rPr lang="en-US" sz="800" b="0" i="0">
                          <a:solidFill>
                            <a:srgbClr val="000000"/>
                          </a:solidFill>
                          <a:latin typeface="Arial" panose="020B0604020202020204" pitchFamily="34" charset="0"/>
                        </a:rPr>
                        <a:t>, optional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390677235"/>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Check and save: downloads the playlist and </a:t>
                      </a:r>
                      <a:r>
                        <a:rPr lang="en-US" sz="800" b="0" i="0">
                          <a:solidFill>
                            <a:srgbClr val="000000"/>
                          </a:solidFill>
                          <a:latin typeface="Arial" panose="020B0604020202020204" pitchFamily="34" charset="0"/>
                        </a:rPr>
                        <a:t>saves it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752497433"/>
                  </a:ext>
                </a:extLst>
              </a:tr>
              <a:tr h="127000">
                <a:tc gridSpan="2">
                  <a:txBody>
                    <a:bodyPr/>
                    <a:lstStyle/>
                    <a:p>
                      <a:pPr latinLnBrk="0" algn="ctr"/>
                      <a:r>
                        <a:rPr lang="en-US" sz="800" b="1" i="0" dirty="0">
                          <a:solidFill>
                            <a:srgbClr val="000000"/>
                          </a:solidFill>
                          <a:latin typeface="Arial" panose="020B0604020202020204" pitchFamily="34" charset="0"/>
                        </a:rPr>
                        <a:t>Test playlist (no account </a:t>
                      </a:r>
                      <a:r>
                        <a:rPr lang="en-US" sz="800" b="1" i="0">
                          <a:solidFill>
                            <a:srgbClr val="000000"/>
                          </a:solidFill>
                          <a:latin typeface="Arial" panose="020B0604020202020204" pitchFamily="34" charset="0"/>
                        </a:rPr>
                        <a:t>needed)</a:t>
                      </a:r>
                      <a:endParaRPr lang="en-US" sz="800" b="1"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D9D9D9"/>
                    </a:solidFill>
                  </a:tcPr>
                </a:tc>
                <a:tc hMerge="1">
                  <a:txBody>
                    <a:bodyPr/>
                    <a:lstStyle/>
                    <a:p>
                      <a:pPr latinLnBrk="0"/>
                      <a:endParaRPr lang="en-AE"/>
                    </a:p>
                  </a:txBody>
                  <a:tcPr>
                    <a:lnT w="6350" cmpd="sng">
                      <a:solidFill>
                        <a:srgbClr val="A6A6A6"/>
                      </a:solidFill>
                    </a:lnT>
                  </a:tcPr>
                </a:tc>
                <a:extLst>
                  <a:ext uri="{0D108BD9-81ED-4DB2-BD59-A6C34878D82A}">
                    <a16:rowId xmlns:a16="http://schemas.microsoft.com/office/drawing/2014/main" val="198663199"/>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https://raw.githubusercontent.com/dazzling-no-more/zaplist/main/store/test-playlist</a:t>
                      </a:r>
                      <a:r>
                        <a:rPr lang="en-US" sz="800" b="0" i="0">
                          <a:solidFill>
                            <a:srgbClr val="000000"/>
                          </a:solidFill>
                          <a:latin typeface="Arial" panose="020B0604020202020204" pitchFamily="34" charset="0"/>
                        </a:rPr>
                        <a:t>.m3u</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688479478"/>
                  </a:ext>
                </a:extLst>
              </a:tr>
              <a:tr h="127000">
                <a:tc gridSpan="2">
                  <a:txBody>
                    <a:bodyPr/>
                    <a:lstStyle/>
                    <a:p>
                      <a:pPr latinLnBrk="0" algn="ctr"/>
                      <a:r>
                        <a:rPr lang="en-US" sz="800" b="1" i="0" dirty="0" err="1">
                          <a:solidFill>
                            <a:srgbClr val="000000"/>
                          </a:solidFill>
                          <a:latin typeface="Arial" panose="020B0604020202020204" pitchFamily="34" charset="0"/>
                        </a:rPr>
                        <a:t>Xtream</a:t>
                      </a:r>
                      <a:r>
                        <a:rPr lang="en-US" sz="800" b="1" i="0" dirty="0">
                          <a:solidFill>
                            <a:srgbClr val="000000"/>
                          </a:solidFill>
                          <a:latin typeface="Arial" panose="020B0604020202020204" pitchFamily="34" charset="0"/>
                        </a:rPr>
                        <a:t> Codes </a:t>
                      </a:r>
                      <a:r>
                        <a:rPr lang="en-US" sz="800" b="1" i="0">
                          <a:solidFill>
                            <a:srgbClr val="000000"/>
                          </a:solidFill>
                          <a:latin typeface="Arial" panose="020B0604020202020204" pitchFamily="34" charset="0"/>
                        </a:rPr>
                        <a:t>test account</a:t>
                      </a:r>
                      <a:endParaRPr lang="en-US" sz="800" b="1"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D9D9D9"/>
                    </a:solidFill>
                  </a:tcPr>
                </a:tc>
                <a:tc hMerge="1">
                  <a:txBody>
                    <a:bodyPr/>
                    <a:lstStyle/>
                    <a:p>
                      <a:pPr latinLnBrk="0"/>
                      <a:endParaRPr lang="en-AE"/>
                    </a:p>
                  </a:txBody>
                  <a:tcPr>
                    <a:lnT w="6350" cmpd="sng">
                      <a:solidFill>
                        <a:srgbClr val="A6A6A6"/>
                      </a:solidFill>
                    </a:lnT>
                  </a:tcPr>
                </a:tc>
                <a:extLst>
                  <a:ext uri="{0D108BD9-81ED-4DB2-BD59-A6C34878D82A}">
                    <a16:rowId xmlns:a16="http://schemas.microsoft.com/office/drawing/2014/main" val="2736588701"/>
                  </a:ext>
                </a:extLst>
              </a:tr>
              <a:tr h="127000">
                <a:tc>
                  <a:txBody>
                    <a:bodyPr/>
                    <a:lstStyle/>
                    <a:p>
                      <a:pPr latinLnBrk="0" algn="ctr"/>
                      <a:r>
                        <a:rPr lang="en-US" sz="800" b="0" i="0">
                          <a:solidFill>
                            <a:srgbClr val="000000"/>
                          </a:solidFill>
                          <a:latin typeface="Arial" panose="020B0604020202020204" pitchFamily="34" charset="0"/>
                        </a:rPr>
                        <a: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Needs an account from an IPTV provider; not supplied. The M3U path covers the same </a:t>
                      </a:r>
                      <a:r>
                        <a:rPr lang="en-US" sz="800" b="0" i="0">
                          <a:solidFill>
                            <a:srgbClr val="000000"/>
                          </a:solidFill>
                          <a:latin typeface="Arial" panose="020B0604020202020204" pitchFamily="34" charset="0"/>
                        </a:rPr>
                        <a:t>screens.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67801104"/>
                  </a:ext>
                </a:extLst>
              </a:tr>
              <a:tr h="127000">
                <a:tc gridSpan="2">
                  <a:txBody>
                    <a:bodyPr/>
                    <a:lstStyle/>
                    <a:p>
                      <a:pPr latinLnBrk="0" algn="ctr"/>
                      <a:r>
                        <a:rPr lang="en-US" sz="800" b="1" i="0">
                          <a:solidFill>
                            <a:srgbClr val="000000"/>
                          </a:solidFill>
                          <a:latin typeface="Arial" panose="020B0604020202020204" pitchFamily="34" charset="0"/>
                        </a:rPr>
                        <a:t>Activation codes</a:t>
                      </a:r>
                      <a:endParaRPr lang="en-US" sz="800" b="1"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D9D9D9"/>
                    </a:solidFill>
                  </a:tcPr>
                </a:tc>
                <a:tc hMerge="1">
                  <a:txBody>
                    <a:bodyPr/>
                    <a:lstStyle/>
                    <a:p>
                      <a:pPr latinLnBrk="0"/>
                      <a:endParaRPr lang="en-AE"/>
                    </a:p>
                  </a:txBody>
                  <a:tcPr>
                    <a:lnT w="6350" cmpd="sng">
                      <a:solidFill>
                        <a:srgbClr val="A6A6A6"/>
                      </a:solidFill>
                    </a:lnT>
                  </a:tcPr>
                </a:tc>
                <a:extLst>
                  <a:ext uri="{0D108BD9-81ED-4DB2-BD59-A6C34878D82A}">
                    <a16:rowId xmlns:a16="http://schemas.microsoft.com/office/drawing/2014/main" val="1307004247"/>
                  </a:ext>
                </a:extLst>
              </a:tr>
              <a:tr h="127000">
                <a:tc>
                  <a:txBody>
                    <a:bodyPr/>
                    <a:lstStyle/>
                    <a:p>
                      <a:pPr latinLnBrk="0" algn="ctr"/>
                      <a:r>
                        <a:rPr lang="en-US" sz="800" b="0" i="0">
                          <a:solidFill>
                            <a:srgbClr val="000000"/>
                          </a:solidFill>
                          <a:latin typeface="Arial" panose="020B0604020202020204" pitchFamily="34" charset="0"/>
                        </a:rPr>
                        <a: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Not applicable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531998215"/>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FE38993A-5355-D92E-D1E1-8F7BC20DF082}"/>
              </a:ext>
            </a:extLst>
          </p:cNvPr>
          <p:cNvSpPr/>
          <p:nvPr/>
        </p:nvSpPr>
        <p:spPr bwMode="auto">
          <a:xfrm>
            <a:off x="0" y="4927599"/>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Shown while no playlist has been added. After the playlist is saved, Home opens.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leaves the app through the system (exit popup or Home screen, depending on the webOS </a:t>
            </a:r>
            <a:r>
              <a:rPr lang="en-US" altLang="ko-KR" sz="900">
                <a:latin typeface="Arial" pitchFamily="34" charset="0"/>
                <a:ea typeface="굴림" panose="020B0600000101010101" pitchFamily="50" charset="-127"/>
                <a:cs typeface="Arial" pitchFamily="34" charset="0"/>
              </a:rPr>
              <a:t>version).</a:t>
            </a:r>
            <a:endParaRPr lang="en-US" altLang="ko-KR" sz="900" dirty="0">
              <a:latin typeface="Arial" pitchFamily="34" charset="0"/>
              <a:ea typeface="굴림" panose="020B0600000101010101" pitchFamily="50" charset="-127"/>
              <a:cs typeface="Arial" pitchFamily="34" charset="0"/>
            </a:endParaRPr>
          </a:p>
        </p:txBody>
      </p:sp>
      <p:sp>
        <p:nvSpPr>
          <p:cNvPr id="26628" name="TextBox 5">
            <a:extLst>
              <a:ext uri="{FF2B5EF4-FFF2-40B4-BE49-F238E27FC236}">
                <a16:creationId xmlns:a16="http://schemas.microsoft.com/office/drawing/2014/main" id="{75A9C6E6-6752-84F2-C624-F0BA94EA9BFB}"/>
              </a:ext>
            </a:extLst>
          </p:cNvPr>
          <p:cNvSpPr txBox="1">
            <a:spLocks noChangeArrowheads="1"/>
          </p:cNvSpPr>
          <p:nvPr/>
        </p:nvSpPr>
        <p:spPr bwMode="auto">
          <a:xfrm>
            <a:off x="166687" y="642938"/>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 Start page (first launch)</a:t>
            </a:r>
          </a:p>
        </p:txBody>
      </p:sp>
      <p:sp>
        <p:nvSpPr>
          <p:cNvPr id="17" name="텍스트 개체 틀 16">
            <a:extLst>
              <a:ext uri="{FF2B5EF4-FFF2-40B4-BE49-F238E27FC236}">
                <a16:creationId xmlns:a16="http://schemas.microsoft.com/office/drawing/2014/main" id="{DD3EFB99-F55A-046E-D28F-50E923C5121D}"/>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5. Main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2DCB57DA-A12C-2651-59CB-D03F9AE315F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4B1DCF7A-EEDF-49CC-D929-615C181B7090}"/>
              </a:ext>
            </a:extLst>
          </p:cNvPr>
          <p:cNvSpPr/>
          <p:nvPr/>
        </p:nvSpPr>
        <p:spPr bwMode="auto">
          <a:xfrm>
            <a:off x="3355578" y="1803896"/>
            <a:ext cx="654844" cy="84584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439E8BB7-751D-4C82-01BA-E412D9F4B859}"/>
              </a:ext>
            </a:extLst>
          </p:cNvPr>
          <p:cNvSpPr/>
          <p:nvPr/>
        </p:nvSpPr>
        <p:spPr bwMode="auto">
          <a:xfrm>
            <a:off x="3213100" y="1676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89DCEF65-8066-7C19-CDC7-63EF47220417}"/>
              </a:ext>
            </a:extLst>
          </p:cNvPr>
          <p:cNvSpPr/>
          <p:nvPr/>
        </p:nvSpPr>
        <p:spPr bwMode="auto">
          <a:xfrm>
            <a:off x="2073176" y="3004443"/>
            <a:ext cx="3219648" cy="27285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F73BCB1D-607F-B3B3-422A-50884015E276}"/>
              </a:ext>
            </a:extLst>
          </p:cNvPr>
          <p:cNvSpPr/>
          <p:nvPr/>
        </p:nvSpPr>
        <p:spPr bwMode="auto">
          <a:xfrm>
            <a:off x="1930400" y="2882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790BEEED-EA88-AD17-9D2D-B87CF1FF89F7}"/>
              </a:ext>
            </a:extLst>
          </p:cNvPr>
          <p:cNvSpPr/>
          <p:nvPr/>
        </p:nvSpPr>
        <p:spPr bwMode="auto">
          <a:xfrm>
            <a:off x="3224609" y="3408263"/>
            <a:ext cx="916782" cy="31650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90F791C9-A639-AFAC-5610-0A9F5B5457F6}"/>
              </a:ext>
            </a:extLst>
          </p:cNvPr>
          <p:cNvSpPr/>
          <p:nvPr/>
        </p:nvSpPr>
        <p:spPr bwMode="auto">
          <a:xfrm>
            <a:off x="3086100" y="3276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5E054FEA-1716-7941-9385-50A274A9AFA2}"/>
              </a:ext>
            </a:extLst>
          </p:cNvPr>
          <p:cNvGraphicFramePr>
            <a:graphicFrameLocks noGrp="1"/>
          </p:cNvGraphicFramePr>
          <p:nvPr>
            <p:extLst>
              <p:ext uri="{D42A27DB-BD31-4B8C-83A1-F6EECF244321}">
                <p14:modId xmlns:p14="http://schemas.microsoft.com/office/powerpoint/2010/main" val="4091261"/>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257884989"/>
                    </a:ext>
                  </a:extLst>
                </a:gridCol>
                <a:gridCol w="2336800">
                  <a:extLst>
                    <a:ext uri="{9D8B030D-6E8A-4147-A177-3AD203B41FA5}">
                      <a16:colId xmlns:a16="http://schemas.microsoft.com/office/drawing/2014/main" val="2503307946"/>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911710905"/>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App icon </a:t>
                      </a:r>
                      <a:r>
                        <a:rPr lang="en-US" sz="800" b="0" i="0">
                          <a:solidFill>
                            <a:srgbClr val="000000"/>
                          </a:solidFill>
                          <a:latin typeface="Arial" panose="020B0604020202020204" pitchFamily="34" charset="0"/>
                        </a:rPr>
                        <a:t>and title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815051849"/>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Notice: the app includes </a:t>
                      </a:r>
                      <a:r>
                        <a:rPr lang="en-US" sz="800" b="0" i="0">
                          <a:solidFill>
                            <a:srgbClr val="000000"/>
                          </a:solidFill>
                          <a:latin typeface="Arial" panose="020B0604020202020204" pitchFamily="34" charset="0"/>
                        </a:rPr>
                        <a:t>no channels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593690728"/>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a playlist: opens the playlist form (see </a:t>
                      </a: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605428648"/>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67CA3915-0AC7-47DA-832A-3729DFF47D2A}"/>
              </a:ext>
            </a:extLst>
          </p:cNvPr>
          <p:cNvSpPr/>
          <p:nvPr/>
        </p:nvSpPr>
        <p:spPr bwMode="auto">
          <a:xfrm>
            <a:off x="0" y="4927599"/>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Up/Down move through the sidebar or the channel list; Right/Left move between them; CH +/- page through the list.</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Hold OK on a channel for its menu (see 6-5). The red key adds or removes a favorite.</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on Home leaves the app through the </a:t>
            </a:r>
            <a:r>
              <a:rPr lang="en-US" altLang="ko-KR" sz="900">
                <a:latin typeface="Arial" pitchFamily="34" charset="0"/>
                <a:ea typeface="굴림" panose="020B0600000101010101" pitchFamily="50" charset="-127"/>
                <a:cs typeface="Arial" pitchFamily="34" charset="0"/>
              </a:rPr>
              <a:t>system.</a:t>
            </a:r>
            <a:endParaRPr lang="en-US" altLang="ko-KR" sz="900" dirty="0">
              <a:latin typeface="Arial" pitchFamily="34" charset="0"/>
              <a:ea typeface="굴림" panose="020B0600000101010101" pitchFamily="50" charset="-127"/>
              <a:cs typeface="Arial" pitchFamily="34" charset="0"/>
            </a:endParaRPr>
          </a:p>
        </p:txBody>
      </p:sp>
      <p:sp>
        <p:nvSpPr>
          <p:cNvPr id="28676" name="TextBox 5">
            <a:extLst>
              <a:ext uri="{FF2B5EF4-FFF2-40B4-BE49-F238E27FC236}">
                <a16:creationId xmlns:a16="http://schemas.microsoft.com/office/drawing/2014/main" id="{F0F97E78-2472-5A70-D908-E562A2890EBA}"/>
              </a:ext>
            </a:extLst>
          </p:cNvPr>
          <p:cNvSpPr txBox="1">
            <a:spLocks noChangeArrowheads="1"/>
          </p:cNvSpPr>
          <p:nvPr/>
        </p:nvSpPr>
        <p:spPr bwMode="auto">
          <a:xfrm>
            <a:off x="166687" y="642938"/>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2. Home</a:t>
            </a:r>
          </a:p>
        </p:txBody>
      </p:sp>
      <p:sp>
        <p:nvSpPr>
          <p:cNvPr id="17" name="텍스트 개체 틀 16">
            <a:extLst>
              <a:ext uri="{FF2B5EF4-FFF2-40B4-BE49-F238E27FC236}">
                <a16:creationId xmlns:a16="http://schemas.microsoft.com/office/drawing/2014/main" id="{9F936959-87C8-D291-91D9-753ABD086581}"/>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5. Main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CD7BBE32-EC3D-1896-BEC7-E4B46771FDE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C8542C1E-B18F-9874-1E24-3474CB163B5C}"/>
              </a:ext>
            </a:extLst>
          </p:cNvPr>
          <p:cNvSpPr/>
          <p:nvPr/>
        </p:nvSpPr>
        <p:spPr bwMode="auto">
          <a:xfrm>
            <a:off x="627063" y="1492845"/>
            <a:ext cx="1527968"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FD48CA34-7C15-2832-0417-8FEEE68E0CB5}"/>
              </a:ext>
            </a:extLst>
          </p:cNvPr>
          <p:cNvSpPr/>
          <p:nvPr/>
        </p:nvSpPr>
        <p:spPr bwMode="auto">
          <a:xfrm>
            <a:off x="482600" y="1371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0437712B-9142-77E4-7C56-45CF0D4B30B3}"/>
              </a:ext>
            </a:extLst>
          </p:cNvPr>
          <p:cNvSpPr/>
          <p:nvPr/>
        </p:nvSpPr>
        <p:spPr bwMode="auto">
          <a:xfrm>
            <a:off x="627063" y="1754783"/>
            <a:ext cx="1527968"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03997FAF-1D1D-396A-A86B-570DF62F7332}"/>
              </a:ext>
            </a:extLst>
          </p:cNvPr>
          <p:cNvSpPr/>
          <p:nvPr/>
        </p:nvSpPr>
        <p:spPr bwMode="auto">
          <a:xfrm>
            <a:off x="482600" y="1625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5941CD52-519B-D01A-C526-A5FCC88F386E}"/>
              </a:ext>
            </a:extLst>
          </p:cNvPr>
          <p:cNvSpPr/>
          <p:nvPr/>
        </p:nvSpPr>
        <p:spPr bwMode="auto">
          <a:xfrm>
            <a:off x="627063" y="2016720"/>
            <a:ext cx="1527968"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AE1A6AC7-8D17-FA03-C2E8-B9D4F130C917}"/>
              </a:ext>
            </a:extLst>
          </p:cNvPr>
          <p:cNvSpPr/>
          <p:nvPr/>
        </p:nvSpPr>
        <p:spPr bwMode="auto">
          <a:xfrm>
            <a:off x="482600" y="1892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DD877B6F-4346-1F08-E683-DEC7AD6BA383}"/>
              </a:ext>
            </a:extLst>
          </p:cNvPr>
          <p:cNvSpPr/>
          <p:nvPr/>
        </p:nvSpPr>
        <p:spPr bwMode="auto">
          <a:xfrm>
            <a:off x="627063" y="2344142"/>
            <a:ext cx="1429742" cy="61118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AE68C931-415F-B477-A059-173E9377425E}"/>
              </a:ext>
            </a:extLst>
          </p:cNvPr>
          <p:cNvSpPr/>
          <p:nvPr/>
        </p:nvSpPr>
        <p:spPr bwMode="auto">
          <a:xfrm>
            <a:off x="482600" y="2222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15BF9D87-D118-DD50-823C-D67156C12AE9}"/>
              </a:ext>
            </a:extLst>
          </p:cNvPr>
          <p:cNvSpPr/>
          <p:nvPr/>
        </p:nvSpPr>
        <p:spPr bwMode="auto">
          <a:xfrm>
            <a:off x="627063" y="2988072"/>
            <a:ext cx="1429742" cy="152796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1DEC851D-423A-A256-507A-C8F5A24D6384}"/>
              </a:ext>
            </a:extLst>
          </p:cNvPr>
          <p:cNvSpPr/>
          <p:nvPr/>
        </p:nvSpPr>
        <p:spPr bwMode="auto">
          <a:xfrm>
            <a:off x="482600" y="285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055A98EE-9524-A152-C012-458EE3AA9466}"/>
              </a:ext>
            </a:extLst>
          </p:cNvPr>
          <p:cNvSpPr/>
          <p:nvPr/>
        </p:nvSpPr>
        <p:spPr bwMode="auto">
          <a:xfrm>
            <a:off x="2395141" y="1640185"/>
            <a:ext cx="4409281" cy="26193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41A8334A-A451-0A2F-D4B0-EFEC4481C3B9}"/>
              </a:ext>
            </a:extLst>
          </p:cNvPr>
          <p:cNvSpPr/>
          <p:nvPr/>
        </p:nvSpPr>
        <p:spPr bwMode="auto">
          <a:xfrm>
            <a:off x="2260600" y="1511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sp>
        <p:nvSpPr>
          <p:cNvPr id="19" name="Rectangle 18">
            <a:extLst>
              <a:ext uri="{FF2B5EF4-FFF2-40B4-BE49-F238E27FC236}">
                <a16:creationId xmlns:a16="http://schemas.microsoft.com/office/drawing/2014/main" id="{4874A6F5-BCF2-896E-078F-D44E56A6001C}"/>
              </a:ext>
            </a:extLst>
          </p:cNvPr>
          <p:cNvSpPr/>
          <p:nvPr/>
        </p:nvSpPr>
        <p:spPr bwMode="auto">
          <a:xfrm>
            <a:off x="6509742" y="1645642"/>
            <a:ext cx="240110" cy="24011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0" name="Oval 19">
            <a:extLst>
              <a:ext uri="{FF2B5EF4-FFF2-40B4-BE49-F238E27FC236}">
                <a16:creationId xmlns:a16="http://schemas.microsoft.com/office/drawing/2014/main" id="{11F1CD62-2243-84A1-BBF4-16386D6D2A98}"/>
              </a:ext>
            </a:extLst>
          </p:cNvPr>
          <p:cNvSpPr/>
          <p:nvPr/>
        </p:nvSpPr>
        <p:spPr bwMode="auto">
          <a:xfrm>
            <a:off x="6375400" y="1524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7</a:t>
            </a:r>
          </a:p>
        </p:txBody>
      </p:sp>
      <p:sp>
        <p:nvSpPr>
          <p:cNvPr id="21" name="Rectangle 20">
            <a:extLst>
              <a:ext uri="{FF2B5EF4-FFF2-40B4-BE49-F238E27FC236}">
                <a16:creationId xmlns:a16="http://schemas.microsoft.com/office/drawing/2014/main" id="{54E49A04-984E-9C6A-193B-AC1548DC4CAC}"/>
              </a:ext>
            </a:extLst>
          </p:cNvPr>
          <p:cNvSpPr/>
          <p:nvPr/>
        </p:nvSpPr>
        <p:spPr bwMode="auto">
          <a:xfrm>
            <a:off x="6138664" y="1132681"/>
            <a:ext cx="654844"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2" name="Oval 21">
            <a:extLst>
              <a:ext uri="{FF2B5EF4-FFF2-40B4-BE49-F238E27FC236}">
                <a16:creationId xmlns:a16="http://schemas.microsoft.com/office/drawing/2014/main" id="{52010612-14C0-4CC8-BFD7-82FFA7D1C4FD}"/>
              </a:ext>
            </a:extLst>
          </p:cNvPr>
          <p:cNvSpPr/>
          <p:nvPr/>
        </p:nvSpPr>
        <p:spPr bwMode="auto">
          <a:xfrm>
            <a:off x="5994400" y="1003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8</a:t>
            </a:r>
          </a:p>
        </p:txBody>
      </p:sp>
      <p:sp>
        <p:nvSpPr>
          <p:cNvPr id="23" name="Rectangle 22">
            <a:extLst>
              <a:ext uri="{FF2B5EF4-FFF2-40B4-BE49-F238E27FC236}">
                <a16:creationId xmlns:a16="http://schemas.microsoft.com/office/drawing/2014/main" id="{44A88D97-FDFF-3796-9456-95E6CBEC6947}"/>
              </a:ext>
            </a:extLst>
          </p:cNvPr>
          <p:cNvSpPr/>
          <p:nvPr/>
        </p:nvSpPr>
        <p:spPr bwMode="auto">
          <a:xfrm>
            <a:off x="2362398" y="4488755"/>
            <a:ext cx="1964532"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4" name="Oval 23">
            <a:extLst>
              <a:ext uri="{FF2B5EF4-FFF2-40B4-BE49-F238E27FC236}">
                <a16:creationId xmlns:a16="http://schemas.microsoft.com/office/drawing/2014/main" id="{A6F304EF-885C-085F-EC36-EC5592F77311}"/>
              </a:ext>
            </a:extLst>
          </p:cNvPr>
          <p:cNvSpPr/>
          <p:nvPr/>
        </p:nvSpPr>
        <p:spPr bwMode="auto">
          <a:xfrm>
            <a:off x="2222500" y="4356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9</a:t>
            </a:r>
          </a:p>
        </p:txBody>
      </p:sp>
      <p:graphicFrame>
        <p:nvGraphicFramePr>
          <p:cNvPr id="25" name="Table 24">
            <a:extLst>
              <a:ext uri="{FF2B5EF4-FFF2-40B4-BE49-F238E27FC236}">
                <a16:creationId xmlns:a16="http://schemas.microsoft.com/office/drawing/2014/main" id="{D43D3FB0-231D-B41D-FE65-664604F46724}"/>
              </a:ext>
            </a:extLst>
          </p:cNvPr>
          <p:cNvGraphicFramePr>
            <a:graphicFrameLocks noGrp="1"/>
          </p:cNvGraphicFramePr>
          <p:nvPr>
            <p:extLst>
              <p:ext uri="{D42A27DB-BD31-4B8C-83A1-F6EECF244321}">
                <p14:modId xmlns:p14="http://schemas.microsoft.com/office/powerpoint/2010/main" val="248109864"/>
              </p:ext>
            </p:extLst>
          </p:nvPr>
        </p:nvGraphicFramePr>
        <p:xfrm>
          <a:off x="7239000" y="647700"/>
          <a:ext cx="2616200" cy="1524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884177029"/>
                    </a:ext>
                  </a:extLst>
                </a:gridCol>
                <a:gridCol w="2336800">
                  <a:extLst>
                    <a:ext uri="{9D8B030D-6E8A-4147-A177-3AD203B41FA5}">
                      <a16:colId xmlns:a16="http://schemas.microsoft.com/office/drawing/2014/main" val="2372923213"/>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3944622963"/>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Search: find channels </a:t>
                      </a:r>
                      <a:r>
                        <a:rPr lang="en-US" sz="800" b="0" i="0">
                          <a:solidFill>
                            <a:srgbClr val="000000"/>
                          </a:solidFill>
                          <a:latin typeface="Arial" panose="020B0604020202020204" pitchFamily="34" charset="0"/>
                        </a:rPr>
                        <a:t>by name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529702168"/>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TV guide: </a:t>
                      </a:r>
                      <a:r>
                        <a:rPr lang="en-US" sz="800" b="0" i="0" err="1">
                          <a:solidFill>
                            <a:srgbClr val="000000"/>
                          </a:solidFill>
                          <a:latin typeface="Arial" panose="020B0604020202020204" pitchFamily="34" charset="0"/>
                        </a:rPr>
                        <a:t>programme</a:t>
                      </a:r>
                      <a:r>
                        <a:rPr lang="en-US" sz="800" b="0" i="0">
                          <a:solidFill>
                            <a:srgbClr val="000000"/>
                          </a:solidFill>
                          <a:latin typeface="Arial" panose="020B0604020202020204" pitchFamily="34" charset="0"/>
                        </a:rPr>
                        <a:t> grid</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315417027"/>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Settings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031314618"/>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Favorites, Recent and All channels, with </a:t>
                      </a:r>
                      <a:r>
                        <a:rPr lang="en-US" sz="800" b="0" i="0">
                          <a:solidFill>
                            <a:srgbClr val="000000"/>
                          </a:solidFill>
                          <a:latin typeface="Arial" panose="020B0604020202020204" pitchFamily="34" charset="0"/>
                        </a:rPr>
                        <a:t>channel counts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77381392"/>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Playlist categories; the list on the right follows </a:t>
                      </a:r>
                      <a:r>
                        <a:rPr lang="en-US" sz="800" b="0" i="0">
                          <a:solidFill>
                            <a:srgbClr val="000000"/>
                          </a:solidFill>
                          <a:latin typeface="Arial" panose="020B0604020202020204" pitchFamily="34" charset="0"/>
                        </a:rPr>
                        <a:t>the focus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206512734"/>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 number, logo, name and </a:t>
                      </a:r>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on now. OK </a:t>
                      </a:r>
                      <a:r>
                        <a:rPr lang="en-US" sz="800" b="0" i="0">
                          <a:solidFill>
                            <a:srgbClr val="000000"/>
                          </a:solidFill>
                          <a:latin typeface="Arial" panose="020B0604020202020204" pitchFamily="34" charset="0"/>
                        </a:rPr>
                        <a:t>plays it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247235083"/>
                  </a:ext>
                </a:extLst>
              </a:tr>
              <a:tr h="127000">
                <a:tc>
                  <a:txBody>
                    <a:bodyPr/>
                    <a:lstStyle/>
                    <a:p>
                      <a:pPr latinLnBrk="0" algn="ctr"/>
                      <a:r>
                        <a:rPr lang="en-US" sz="800" b="0" i="0">
                          <a:solidFill>
                            <a:srgbClr val="000000"/>
                          </a:solidFill>
                          <a:latin typeface="Arial" panose="020B0604020202020204" pitchFamily="34" charset="0"/>
                        </a:rPr>
                        <a:t>7</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 star: Right, then OK (or </a:t>
                      </a:r>
                      <a:r>
                        <a:rPr lang="en-US" sz="800" b="0" i="0">
                          <a:solidFill>
                            <a:srgbClr val="000000"/>
                          </a:solidFill>
                          <a:latin typeface="Arial" panose="020B0604020202020204" pitchFamily="34" charset="0"/>
                        </a:rPr>
                        <a:t>click)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32575509"/>
                  </a:ext>
                </a:extLst>
              </a:tr>
              <a:tr h="127000">
                <a:tc>
                  <a:txBody>
                    <a:bodyPr/>
                    <a:lstStyle/>
                    <a:p>
                      <a:pPr latinLnBrk="0" algn="ctr"/>
                      <a:r>
                        <a:rPr lang="en-US" sz="800" b="0" i="0">
                          <a:solidFill>
                            <a:srgbClr val="000000"/>
                          </a:solidFill>
                          <a:latin typeface="Arial" panose="020B0604020202020204" pitchFamily="34" charset="0"/>
                        </a:rPr>
                        <a:t>8</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Number of channels in </a:t>
                      </a:r>
                      <a:r>
                        <a:rPr lang="en-US" sz="800" b="0" i="0">
                          <a:solidFill>
                            <a:srgbClr val="000000"/>
                          </a:solidFill>
                          <a:latin typeface="Arial" panose="020B0604020202020204" pitchFamily="34" charset="0"/>
                        </a:rPr>
                        <a:t>the category</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879366715"/>
                  </a:ext>
                </a:extLst>
              </a:tr>
              <a:tr h="127000">
                <a:tc>
                  <a:txBody>
                    <a:bodyPr/>
                    <a:lstStyle/>
                    <a:p>
                      <a:pPr latinLnBrk="0" algn="ctr"/>
                      <a:r>
                        <a:rPr lang="en-US" sz="800" b="0" i="0">
                          <a:solidFill>
                            <a:srgbClr val="000000"/>
                          </a:solidFill>
                          <a:latin typeface="Arial" panose="020B0604020202020204" pitchFamily="34" charset="0"/>
                        </a:rPr>
                        <a:t>9</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Key hints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89625524"/>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D301B01D-B49D-641B-13F2-2CCB192E664F}"/>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 info bar shows when the channel changes and hides after 5 seconds; Left/Right or Info show it with its buttons.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Up/Down or CH +/- change the channel; number keys go to a channel; OK opens the channel list.</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hides the bar, then returns to Home. If the network drops, a message shows and playback resumes by </a:t>
            </a:r>
            <a:r>
              <a:rPr lang="en-US" altLang="ko-KR" sz="900">
                <a:latin typeface="Arial" pitchFamily="34" charset="0"/>
                <a:ea typeface="굴림" panose="020B0600000101010101" pitchFamily="50" charset="-127"/>
                <a:cs typeface="Arial" pitchFamily="34" charset="0"/>
              </a:rPr>
              <a:t>itself.</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322C26E8-C2E7-8BC5-67EE-92C7D9286BF0}"/>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 Player</a:t>
            </a:r>
          </a:p>
        </p:txBody>
      </p:sp>
      <p:sp>
        <p:nvSpPr>
          <p:cNvPr id="17" name="텍스트 개체 틀 16">
            <a:extLst>
              <a:ext uri="{FF2B5EF4-FFF2-40B4-BE49-F238E27FC236}">
                <a16:creationId xmlns:a16="http://schemas.microsoft.com/office/drawing/2014/main" id="{CE605D40-0B61-F2A0-6EC7-5D6A53838E42}"/>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F2BD1D06-E2FB-945F-A8BB-9CBE8EAA726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6DD0A932-9579-FC11-327A-7ACA1BAAF37A}"/>
              </a:ext>
            </a:extLst>
          </p:cNvPr>
          <p:cNvSpPr/>
          <p:nvPr/>
        </p:nvSpPr>
        <p:spPr bwMode="auto">
          <a:xfrm>
            <a:off x="790773" y="3670201"/>
            <a:ext cx="2510235" cy="51841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0D55DB6D-386F-2727-3F59-6EC64B246913}"/>
              </a:ext>
            </a:extLst>
          </p:cNvPr>
          <p:cNvSpPr/>
          <p:nvPr/>
        </p:nvSpPr>
        <p:spPr bwMode="auto">
          <a:xfrm>
            <a:off x="647700" y="3543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CB36BD96-3733-FA25-925D-9D47FB8DDF41}"/>
              </a:ext>
            </a:extLst>
          </p:cNvPr>
          <p:cNvSpPr/>
          <p:nvPr/>
        </p:nvSpPr>
        <p:spPr bwMode="auto">
          <a:xfrm>
            <a:off x="5511105" y="3817541"/>
            <a:ext cx="1255118" cy="24010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6C524DD1-085C-D984-5FC9-C6F0D6D7455A}"/>
              </a:ext>
            </a:extLst>
          </p:cNvPr>
          <p:cNvSpPr/>
          <p:nvPr/>
        </p:nvSpPr>
        <p:spPr bwMode="auto">
          <a:xfrm>
            <a:off x="5372100" y="3695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120DBDD1-AF81-B654-AC67-40BA5D9ED708}"/>
              </a:ext>
            </a:extLst>
          </p:cNvPr>
          <p:cNvSpPr/>
          <p:nvPr/>
        </p:nvSpPr>
        <p:spPr bwMode="auto">
          <a:xfrm>
            <a:off x="648891" y="4254103"/>
            <a:ext cx="709414"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1BCBF42A-4051-967D-97A5-D4EA941075D8}"/>
              </a:ext>
            </a:extLst>
          </p:cNvPr>
          <p:cNvSpPr/>
          <p:nvPr/>
        </p:nvSpPr>
        <p:spPr bwMode="auto">
          <a:xfrm>
            <a:off x="5080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80629B53-FC95-A113-0398-2957CDCBFD67}"/>
              </a:ext>
            </a:extLst>
          </p:cNvPr>
          <p:cNvSpPr/>
          <p:nvPr/>
        </p:nvSpPr>
        <p:spPr bwMode="auto">
          <a:xfrm>
            <a:off x="1369219" y="4254103"/>
            <a:ext cx="1004094"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55D067CB-4183-63FF-3CB3-04B769043393}"/>
              </a:ext>
            </a:extLst>
          </p:cNvPr>
          <p:cNvSpPr/>
          <p:nvPr/>
        </p:nvSpPr>
        <p:spPr bwMode="auto">
          <a:xfrm>
            <a:off x="12319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4731CA9A-5DDB-5734-1626-FA49DD88CAED}"/>
              </a:ext>
            </a:extLst>
          </p:cNvPr>
          <p:cNvSpPr/>
          <p:nvPr/>
        </p:nvSpPr>
        <p:spPr bwMode="auto">
          <a:xfrm>
            <a:off x="2395141" y="4254103"/>
            <a:ext cx="1495226"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74AC0D7E-AC5F-8CA5-7D9F-5AE8C44FF26A}"/>
              </a:ext>
            </a:extLst>
          </p:cNvPr>
          <p:cNvSpPr/>
          <p:nvPr/>
        </p:nvSpPr>
        <p:spPr bwMode="auto">
          <a:xfrm>
            <a:off x="22606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342C4A3F-99A1-46E1-EDEF-3A0C114B5DB2}"/>
              </a:ext>
            </a:extLst>
          </p:cNvPr>
          <p:cNvSpPr/>
          <p:nvPr/>
        </p:nvSpPr>
        <p:spPr bwMode="auto">
          <a:xfrm>
            <a:off x="3923109" y="4254103"/>
            <a:ext cx="676672"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D2E8FEF1-C6DB-9350-8FBB-53593C8C1137}"/>
              </a:ext>
            </a:extLst>
          </p:cNvPr>
          <p:cNvSpPr/>
          <p:nvPr/>
        </p:nvSpPr>
        <p:spPr bwMode="auto">
          <a:xfrm>
            <a:off x="37846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sp>
        <p:nvSpPr>
          <p:cNvPr id="19" name="Rectangle 18">
            <a:extLst>
              <a:ext uri="{FF2B5EF4-FFF2-40B4-BE49-F238E27FC236}">
                <a16:creationId xmlns:a16="http://schemas.microsoft.com/office/drawing/2014/main" id="{A3234997-BB68-4F40-DA36-A35E019DBFE0}"/>
              </a:ext>
            </a:extLst>
          </p:cNvPr>
          <p:cNvSpPr/>
          <p:nvPr/>
        </p:nvSpPr>
        <p:spPr bwMode="auto">
          <a:xfrm>
            <a:off x="4632523" y="4254103"/>
            <a:ext cx="829469"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0" name="Oval 19">
            <a:extLst>
              <a:ext uri="{FF2B5EF4-FFF2-40B4-BE49-F238E27FC236}">
                <a16:creationId xmlns:a16="http://schemas.microsoft.com/office/drawing/2014/main" id="{20BA4C10-48D1-617C-DB5F-668FFB1C63FF}"/>
              </a:ext>
            </a:extLst>
          </p:cNvPr>
          <p:cNvSpPr/>
          <p:nvPr/>
        </p:nvSpPr>
        <p:spPr bwMode="auto">
          <a:xfrm>
            <a:off x="44958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7</a:t>
            </a:r>
          </a:p>
        </p:txBody>
      </p:sp>
      <p:sp>
        <p:nvSpPr>
          <p:cNvPr id="21" name="Rectangle 20">
            <a:extLst>
              <a:ext uri="{FF2B5EF4-FFF2-40B4-BE49-F238E27FC236}">
                <a16:creationId xmlns:a16="http://schemas.microsoft.com/office/drawing/2014/main" id="{47CF7580-87F5-603D-52CC-AE557B84320C}"/>
              </a:ext>
            </a:extLst>
          </p:cNvPr>
          <p:cNvSpPr/>
          <p:nvPr/>
        </p:nvSpPr>
        <p:spPr bwMode="auto">
          <a:xfrm>
            <a:off x="5483820" y="4254103"/>
            <a:ext cx="916782"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2" name="Oval 21">
            <a:extLst>
              <a:ext uri="{FF2B5EF4-FFF2-40B4-BE49-F238E27FC236}">
                <a16:creationId xmlns:a16="http://schemas.microsoft.com/office/drawing/2014/main" id="{835B3255-D2CC-B1B7-8765-4A78C34A2A0D}"/>
              </a:ext>
            </a:extLst>
          </p:cNvPr>
          <p:cNvSpPr/>
          <p:nvPr/>
        </p:nvSpPr>
        <p:spPr bwMode="auto">
          <a:xfrm>
            <a:off x="53467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8</a:t>
            </a:r>
          </a:p>
        </p:txBody>
      </p:sp>
      <p:graphicFrame>
        <p:nvGraphicFramePr>
          <p:cNvPr id="23" name="Table 22">
            <a:extLst>
              <a:ext uri="{FF2B5EF4-FFF2-40B4-BE49-F238E27FC236}">
                <a16:creationId xmlns:a16="http://schemas.microsoft.com/office/drawing/2014/main" id="{26C06C79-7D61-EDC2-BC88-8BAF5AF28782}"/>
              </a:ext>
            </a:extLst>
          </p:cNvPr>
          <p:cNvGraphicFramePr>
            <a:graphicFrameLocks noGrp="1"/>
          </p:cNvGraphicFramePr>
          <p:nvPr>
            <p:extLst>
              <p:ext uri="{D42A27DB-BD31-4B8C-83A1-F6EECF244321}">
                <p14:modId xmlns:p14="http://schemas.microsoft.com/office/powerpoint/2010/main" val="2188605879"/>
              </p:ext>
            </p:extLst>
          </p:nvPr>
        </p:nvGraphicFramePr>
        <p:xfrm>
          <a:off x="7239000" y="647700"/>
          <a:ext cx="2616200" cy="1371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007183066"/>
                    </a:ext>
                  </a:extLst>
                </a:gridCol>
                <a:gridCol w="2336800">
                  <a:extLst>
                    <a:ext uri="{9D8B030D-6E8A-4147-A177-3AD203B41FA5}">
                      <a16:colId xmlns:a16="http://schemas.microsoft.com/office/drawing/2014/main" val="1948702123"/>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3754426428"/>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 number, logo, name, </a:t>
                      </a:r>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now </a:t>
                      </a:r>
                      <a:r>
                        <a:rPr lang="en-US" sz="800" b="0" i="0">
                          <a:solidFill>
                            <a:srgbClr val="000000"/>
                          </a:solidFill>
                          <a:latin typeface="Arial" panose="020B0604020202020204" pitchFamily="34" charset="0"/>
                        </a:rPr>
                        <a:t>and next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50653623"/>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progress </a:t>
                      </a:r>
                      <a:r>
                        <a:rPr lang="en-US" sz="800" b="0" i="0">
                          <a:solidFill>
                            <a:srgbClr val="000000"/>
                          </a:solidFill>
                          <a:latin typeface="Arial" panose="020B0604020202020204" pitchFamily="34" charset="0"/>
                        </a:rPr>
                        <a:t>and clock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256388892"/>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 </a:t>
                      </a:r>
                      <a:r>
                        <a:rPr lang="en-US" sz="800" b="0" i="0">
                          <a:solidFill>
                            <a:srgbClr val="000000"/>
                          </a:solidFill>
                          <a:latin typeface="Arial" panose="020B0604020202020204" pitchFamily="34" charset="0"/>
                        </a:rPr>
                        <a:t>/ Pause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62538776"/>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 list (see </a:t>
                      </a:r>
                      <a:r>
                        <a:rPr lang="en-US" sz="800" b="0" i="0">
                          <a:solidFill>
                            <a:srgbClr val="000000"/>
                          </a:solidFill>
                          <a:latin typeface="Arial" panose="020B0604020202020204" pitchFamily="34" charset="0"/>
                        </a:rPr>
                        <a:t>6-2)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075907152"/>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to / remove </a:t>
                      </a:r>
                      <a:r>
                        <a:rPr lang="en-US" sz="800" b="0" i="0">
                          <a:solidFill>
                            <a:srgbClr val="000000"/>
                          </a:solidFill>
                          <a:latin typeface="Arial" panose="020B0604020202020204" pitchFamily="34" charset="0"/>
                        </a:rPr>
                        <a:t>from Favorites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980616834"/>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Audio track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348792966"/>
                  </a:ext>
                </a:extLst>
              </a:tr>
              <a:tr h="127000">
                <a:tc>
                  <a:txBody>
                    <a:bodyPr/>
                    <a:lstStyle/>
                    <a:p>
                      <a:pPr latinLnBrk="0" algn="ctr"/>
                      <a:r>
                        <a:rPr lang="en-US" sz="800" b="0" i="0">
                          <a:solidFill>
                            <a:srgbClr val="000000"/>
                          </a:solidFill>
                          <a:latin typeface="Arial" panose="020B0604020202020204" pitchFamily="34" charset="0"/>
                        </a:rPr>
                        <a:t>7</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Subtitles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244965190"/>
                  </a:ext>
                </a:extLst>
              </a:tr>
              <a:tr h="127000">
                <a:tc>
                  <a:txBody>
                    <a:bodyPr/>
                    <a:lstStyle/>
                    <a:p>
                      <a:pPr latinLnBrk="0" algn="ctr"/>
                      <a:r>
                        <a:rPr lang="en-US" sz="800" b="0" i="0">
                          <a:solidFill>
                            <a:srgbClr val="000000"/>
                          </a:solidFill>
                          <a:latin typeface="Arial" panose="020B0604020202020204" pitchFamily="34" charset="0"/>
                        </a:rPr>
                        <a:t>8</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Picture mode: Fit, Zoom, Fill, 16:9</a:t>
                      </a:r>
                      <a:r>
                        <a:rPr lang="en-US" sz="800" b="0" i="0">
                          <a:solidFill>
                            <a:srgbClr val="000000"/>
                          </a:solidFill>
                          <a:latin typeface="Arial" panose="020B0604020202020204" pitchFamily="34" charset="0"/>
                        </a:rPr>
                        <a:t>, 4:3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98709131"/>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D301B01D-B49D-641B-13F2-2CCB192E664F}"/>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Opens over the video on the current channel. Left/Right move between categories and channels.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OK on a channel switches to it and closes the list. Back closes the </a:t>
            </a:r>
            <a:r>
              <a:rPr lang="en-US" altLang="ko-KR" sz="900">
                <a:latin typeface="Arial" pitchFamily="34" charset="0"/>
                <a:ea typeface="굴림" panose="020B0600000101010101" pitchFamily="50" charset="-127"/>
                <a:cs typeface="Arial" pitchFamily="34" charset="0"/>
              </a:rPr>
              <a:t>list.</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322C26E8-C2E7-8BC5-67EE-92C7D9286BF0}"/>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2. Channel list (OK in the player)</a:t>
            </a:r>
          </a:p>
        </p:txBody>
      </p:sp>
      <p:sp>
        <p:nvSpPr>
          <p:cNvPr id="17" name="텍스트 개체 틀 16">
            <a:extLst>
              <a:ext uri="{FF2B5EF4-FFF2-40B4-BE49-F238E27FC236}">
                <a16:creationId xmlns:a16="http://schemas.microsoft.com/office/drawing/2014/main" id="{CE605D40-0B61-F2A0-6EC7-5D6A53838E42}"/>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B7F0A55F-B9A6-9ED5-8252-2DC489440C9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E9A7922A-4478-A8A9-F5CA-8423239D7AED}"/>
              </a:ext>
            </a:extLst>
          </p:cNvPr>
          <p:cNvSpPr/>
          <p:nvPr/>
        </p:nvSpPr>
        <p:spPr bwMode="auto">
          <a:xfrm>
            <a:off x="599777" y="1176338"/>
            <a:ext cx="791270" cy="18553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56C0C8F4-E97C-EDB5-47F5-8993EA80FB28}"/>
              </a:ext>
            </a:extLst>
          </p:cNvPr>
          <p:cNvSpPr/>
          <p:nvPr/>
        </p:nvSpPr>
        <p:spPr bwMode="auto">
          <a:xfrm>
            <a:off x="457200" y="1054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BBDC4A95-529B-9A6A-AE73-B2A70020A4E8}"/>
              </a:ext>
            </a:extLst>
          </p:cNvPr>
          <p:cNvSpPr/>
          <p:nvPr/>
        </p:nvSpPr>
        <p:spPr bwMode="auto">
          <a:xfrm>
            <a:off x="1412875" y="1176338"/>
            <a:ext cx="802184" cy="18553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71D57804-6CEF-4D17-8EFD-B9129A8B8DA5}"/>
              </a:ext>
            </a:extLst>
          </p:cNvPr>
          <p:cNvSpPr/>
          <p:nvPr/>
        </p:nvSpPr>
        <p:spPr bwMode="auto">
          <a:xfrm>
            <a:off x="1270000" y="1054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AA01C0F7-5169-DFD2-DAF7-2A91966D652F}"/>
              </a:ext>
            </a:extLst>
          </p:cNvPr>
          <p:cNvSpPr/>
          <p:nvPr/>
        </p:nvSpPr>
        <p:spPr bwMode="auto">
          <a:xfrm>
            <a:off x="616148" y="1394619"/>
            <a:ext cx="1582540" cy="264666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B7031870-A5D4-5C81-E285-6C41CB250918}"/>
              </a:ext>
            </a:extLst>
          </p:cNvPr>
          <p:cNvSpPr/>
          <p:nvPr/>
        </p:nvSpPr>
        <p:spPr bwMode="auto">
          <a:xfrm>
            <a:off x="482600" y="1270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106DB564-E0E1-609B-92EB-93458E0FC636}"/>
              </a:ext>
            </a:extLst>
          </p:cNvPr>
          <p:cNvSpPr/>
          <p:nvPr/>
        </p:nvSpPr>
        <p:spPr bwMode="auto">
          <a:xfrm>
            <a:off x="2362398" y="1165423"/>
            <a:ext cx="3175993" cy="18554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95373FCD-0C75-3777-8756-2BB76D87AB4D}"/>
              </a:ext>
            </a:extLst>
          </p:cNvPr>
          <p:cNvSpPr/>
          <p:nvPr/>
        </p:nvSpPr>
        <p:spPr bwMode="auto">
          <a:xfrm>
            <a:off x="2222500" y="1041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AC045DB1-9FA0-A9C5-0F77-2F1B9A70E36F}"/>
              </a:ext>
            </a:extLst>
          </p:cNvPr>
          <p:cNvSpPr/>
          <p:nvPr/>
        </p:nvSpPr>
        <p:spPr bwMode="auto">
          <a:xfrm>
            <a:off x="2335113" y="1383705"/>
            <a:ext cx="3230563" cy="321964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4F935297-6C35-F540-B6E7-6DEAFCCD0C0F}"/>
              </a:ext>
            </a:extLst>
          </p:cNvPr>
          <p:cNvSpPr/>
          <p:nvPr/>
        </p:nvSpPr>
        <p:spPr bwMode="auto">
          <a:xfrm>
            <a:off x="21971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4C5FBA14-7C6D-D62F-0435-F910A3DBE2BF}"/>
              </a:ext>
            </a:extLst>
          </p:cNvPr>
          <p:cNvSpPr/>
          <p:nvPr/>
        </p:nvSpPr>
        <p:spPr bwMode="auto">
          <a:xfrm>
            <a:off x="5254625" y="1678384"/>
            <a:ext cx="240109" cy="21828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A0C07CF5-D349-7E2C-CAE8-89E2A7F8EDDE}"/>
              </a:ext>
            </a:extLst>
          </p:cNvPr>
          <p:cNvSpPr/>
          <p:nvPr/>
        </p:nvSpPr>
        <p:spPr bwMode="auto">
          <a:xfrm>
            <a:off x="5118100" y="1549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276A88FC-2F6D-2E3A-7001-7BA21D5A1483}"/>
              </a:ext>
            </a:extLst>
          </p:cNvPr>
          <p:cNvGraphicFramePr>
            <a:graphicFrameLocks noGrp="1"/>
          </p:cNvGraphicFramePr>
          <p:nvPr>
            <p:extLst>
              <p:ext uri="{D42A27DB-BD31-4B8C-83A1-F6EECF244321}">
                <p14:modId xmlns:p14="http://schemas.microsoft.com/office/powerpoint/2010/main" val="1633412273"/>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2019561126"/>
                    </a:ext>
                  </a:extLst>
                </a:gridCol>
                <a:gridCol w="2336800">
                  <a:extLst>
                    <a:ext uri="{9D8B030D-6E8A-4147-A177-3AD203B41FA5}">
                      <a16:colId xmlns:a16="http://schemas.microsoft.com/office/drawing/2014/main" val="2363063627"/>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944644066"/>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Search</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80892968"/>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TV guide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510789085"/>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Categories with </a:t>
                      </a:r>
                      <a:r>
                        <a:rPr lang="en-US" sz="800" b="0" i="0">
                          <a:solidFill>
                            <a:srgbClr val="000000"/>
                          </a:solidFill>
                          <a:latin typeface="Arial" panose="020B0604020202020204" pitchFamily="34" charset="0"/>
                        </a:rPr>
                        <a:t>channel counts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990598779"/>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Category and position in </a:t>
                      </a:r>
                      <a:r>
                        <a:rPr lang="en-US" sz="800" b="0" i="0">
                          <a:solidFill>
                            <a:srgbClr val="000000"/>
                          </a:solidFill>
                          <a:latin typeface="Arial" panose="020B0604020202020204" pitchFamily="34" charset="0"/>
                        </a:rPr>
                        <a:t>the 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368223294"/>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Channels; the blue mark shows the channel </a:t>
                      </a:r>
                      <a:r>
                        <a:rPr lang="en-US" sz="800" b="0" i="0">
                          <a:solidFill>
                            <a:srgbClr val="000000"/>
                          </a:solidFill>
                          <a:latin typeface="Arial" panose="020B0604020202020204" pitchFamily="34" charset="0"/>
                        </a:rPr>
                        <a:t>playing now</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61149455"/>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 star: Right, </a:t>
                      </a:r>
                      <a:r>
                        <a:rPr lang="en-US" sz="800" b="0" i="0">
                          <a:solidFill>
                            <a:srgbClr val="000000"/>
                          </a:solidFill>
                          <a:latin typeface="Arial" panose="020B0604020202020204" pitchFamily="34" charset="0"/>
                        </a:rPr>
                        <a:t>then OK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498711822"/>
                  </a:ext>
                </a:extLst>
              </a:tr>
            </a:tbl>
          </a:graphicData>
        </a:graphic>
      </p:graphicFrame>
    </p:spTree>
    <p:extLst>
      <p:ext uri="{BB962C8B-B14F-4D97-AF65-F5344CB8AC3E}">
        <p14:creationId xmlns:p14="http://schemas.microsoft.com/office/powerpoint/2010/main" val="17260273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D301B01D-B49D-641B-13F2-2CCB192E664F}"/>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Arrow keys move through </a:t>
            </a:r>
            <a:r>
              <a:rPr lang="en-US" altLang="ko-KR" sz="900" dirty="0" err="1">
                <a:latin typeface="Arial" pitchFamily="34" charset="0"/>
                <a:ea typeface="굴림" panose="020B0600000101010101" pitchFamily="50" charset="-127"/>
                <a:cs typeface="Arial" pitchFamily="34" charset="0"/>
              </a:rPr>
              <a:t>programmes</a:t>
            </a:r>
            <a:r>
              <a:rPr lang="en-US" altLang="ko-KR" sz="900" dirty="0">
                <a:latin typeface="Arial" pitchFamily="34" charset="0"/>
                <a:ea typeface="굴림" panose="020B0600000101010101" pitchFamily="50" charset="-127"/>
                <a:cs typeface="Arial" pitchFamily="34" charset="0"/>
              </a:rPr>
              <a:t> and channels; CH +/- page; the wheel scrolls. OK on a </a:t>
            </a:r>
            <a:r>
              <a:rPr lang="en-US" altLang="ko-KR" sz="900" dirty="0" err="1">
                <a:latin typeface="Arial" pitchFamily="34" charset="0"/>
                <a:ea typeface="굴림" panose="020B0600000101010101" pitchFamily="50" charset="-127"/>
                <a:cs typeface="Arial" pitchFamily="34" charset="0"/>
              </a:rPr>
              <a:t>programme</a:t>
            </a:r>
            <a:r>
              <a:rPr lang="en-US" altLang="ko-KR" sz="900" dirty="0">
                <a:latin typeface="Arial" pitchFamily="34" charset="0"/>
                <a:ea typeface="굴림" panose="020B0600000101010101" pitchFamily="50" charset="-127"/>
                <a:cs typeface="Arial" pitchFamily="34" charset="0"/>
              </a:rPr>
              <a:t> on air plays its channel.</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Guide data comes from XMLTV named in the playlist, in Settings, or by the </a:t>
            </a:r>
            <a:r>
              <a:rPr lang="en-US" altLang="ko-KR" sz="900" dirty="0" err="1">
                <a:latin typeface="Arial" pitchFamily="34" charset="0"/>
                <a:ea typeface="굴림" panose="020B0600000101010101" pitchFamily="50" charset="-127"/>
                <a:cs typeface="Arial" pitchFamily="34" charset="0"/>
              </a:rPr>
              <a:t>Xtream</a:t>
            </a:r>
            <a:r>
              <a:rPr lang="en-US" altLang="ko-KR" sz="900" dirty="0">
                <a:latin typeface="Arial" pitchFamily="34" charset="0"/>
                <a:ea typeface="굴림" panose="020B0600000101010101" pitchFamily="50" charset="-127"/>
                <a:cs typeface="Arial" pitchFamily="34" charset="0"/>
              </a:rPr>
              <a:t> server.</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 test playlist has no guide data, so its rows read "No </a:t>
            </a:r>
            <a:r>
              <a:rPr lang="en-US" altLang="ko-KR" sz="900" dirty="0" err="1">
                <a:latin typeface="Arial" pitchFamily="34" charset="0"/>
                <a:ea typeface="굴림" panose="020B0600000101010101" pitchFamily="50" charset="-127"/>
                <a:cs typeface="Arial" pitchFamily="34" charset="0"/>
              </a:rPr>
              <a:t>programme</a:t>
            </a:r>
            <a:r>
              <a:rPr lang="en-US" altLang="ko-KR" sz="900" dirty="0">
                <a:latin typeface="Arial" pitchFamily="34" charset="0"/>
                <a:ea typeface="굴림" panose="020B0600000101010101" pitchFamily="50" charset="-127"/>
                <a:cs typeface="Arial" pitchFamily="34" charset="0"/>
              </a:rPr>
              <a:t> </a:t>
            </a:r>
            <a:r>
              <a:rPr lang="en-US" altLang="ko-KR" sz="900">
                <a:latin typeface="Arial" pitchFamily="34" charset="0"/>
                <a:ea typeface="굴림" panose="020B0600000101010101" pitchFamily="50" charset="-127"/>
                <a:cs typeface="Arial" pitchFamily="34" charset="0"/>
              </a:rPr>
              <a:t>information".</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322C26E8-C2E7-8BC5-67EE-92C7D9286BF0}"/>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3. TV guide</a:t>
            </a:r>
          </a:p>
        </p:txBody>
      </p:sp>
      <p:sp>
        <p:nvSpPr>
          <p:cNvPr id="17" name="텍스트 개체 틀 16">
            <a:extLst>
              <a:ext uri="{FF2B5EF4-FFF2-40B4-BE49-F238E27FC236}">
                <a16:creationId xmlns:a16="http://schemas.microsoft.com/office/drawing/2014/main" id="{CE605D40-0B61-F2A0-6EC7-5D6A53838E42}"/>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DC3A3007-EAE2-E06E-9737-67F2DEDF88A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6F16BDAC-5629-2388-6D86-AC57A8EE5BBD}"/>
              </a:ext>
            </a:extLst>
          </p:cNvPr>
          <p:cNvSpPr/>
          <p:nvPr/>
        </p:nvSpPr>
        <p:spPr bwMode="auto">
          <a:xfrm>
            <a:off x="517922" y="1105396"/>
            <a:ext cx="2837656" cy="51841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2511296C-5257-FE08-E481-977E155BAE1A}"/>
              </a:ext>
            </a:extLst>
          </p:cNvPr>
          <p:cNvSpPr/>
          <p:nvPr/>
        </p:nvSpPr>
        <p:spPr bwMode="auto">
          <a:xfrm>
            <a:off x="381000" y="977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67C3B742-AAF0-2F24-B8E6-592A66CF6163}"/>
              </a:ext>
            </a:extLst>
          </p:cNvPr>
          <p:cNvSpPr/>
          <p:nvPr/>
        </p:nvSpPr>
        <p:spPr bwMode="auto">
          <a:xfrm>
            <a:off x="1827609" y="1732955"/>
            <a:ext cx="4993184" cy="15279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5844EBE4-5F72-14ED-D30C-8E9E64A2A8F0}"/>
              </a:ext>
            </a:extLst>
          </p:cNvPr>
          <p:cNvSpPr/>
          <p:nvPr/>
        </p:nvSpPr>
        <p:spPr bwMode="auto">
          <a:xfrm>
            <a:off x="1689100" y="1600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5D26CDB4-D80F-C0B3-407A-08B6A70510E2}"/>
              </a:ext>
            </a:extLst>
          </p:cNvPr>
          <p:cNvSpPr/>
          <p:nvPr/>
        </p:nvSpPr>
        <p:spPr bwMode="auto">
          <a:xfrm>
            <a:off x="517922" y="1951236"/>
            <a:ext cx="1309687" cy="24010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23DCD5A3-913A-949D-A537-43A92EC9C7BB}"/>
              </a:ext>
            </a:extLst>
          </p:cNvPr>
          <p:cNvSpPr/>
          <p:nvPr/>
        </p:nvSpPr>
        <p:spPr bwMode="auto">
          <a:xfrm>
            <a:off x="381000" y="1828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55F7A652-D96C-0062-B6D7-14F066FDBEDA}"/>
              </a:ext>
            </a:extLst>
          </p:cNvPr>
          <p:cNvSpPr/>
          <p:nvPr/>
        </p:nvSpPr>
        <p:spPr bwMode="auto">
          <a:xfrm>
            <a:off x="1827609" y="1907580"/>
            <a:ext cx="4993184" cy="244475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A603FB78-A4BA-73D7-17B8-A14BF3F0A0CA}"/>
              </a:ext>
            </a:extLst>
          </p:cNvPr>
          <p:cNvSpPr/>
          <p:nvPr/>
        </p:nvSpPr>
        <p:spPr bwMode="auto">
          <a:xfrm>
            <a:off x="1689100" y="1778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D9BF263B-16A3-C604-42BE-B4481E295115}"/>
              </a:ext>
            </a:extLst>
          </p:cNvPr>
          <p:cNvSpPr/>
          <p:nvPr/>
        </p:nvSpPr>
        <p:spPr bwMode="auto">
          <a:xfrm>
            <a:off x="2389684" y="2213173"/>
            <a:ext cx="1669851"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B4F8490A-01B4-987E-7470-F9CC3EF63E71}"/>
              </a:ext>
            </a:extLst>
          </p:cNvPr>
          <p:cNvSpPr/>
          <p:nvPr/>
        </p:nvSpPr>
        <p:spPr bwMode="auto">
          <a:xfrm>
            <a:off x="2247900" y="2082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4A0DC0B7-2784-0AE1-9ACB-4DE03071F3D7}"/>
              </a:ext>
            </a:extLst>
          </p:cNvPr>
          <p:cNvSpPr/>
          <p:nvPr/>
        </p:nvSpPr>
        <p:spPr bwMode="auto">
          <a:xfrm>
            <a:off x="517922" y="4385072"/>
            <a:ext cx="2673945" cy="14188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4A2DC52D-DDFA-8373-45BF-3BDE62E43944}"/>
              </a:ext>
            </a:extLst>
          </p:cNvPr>
          <p:cNvSpPr/>
          <p:nvPr/>
        </p:nvSpPr>
        <p:spPr bwMode="auto">
          <a:xfrm>
            <a:off x="381000" y="4254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ADDE8066-F72A-AB38-2196-99BC10337154}"/>
              </a:ext>
            </a:extLst>
          </p:cNvPr>
          <p:cNvGraphicFramePr>
            <a:graphicFrameLocks noGrp="1"/>
          </p:cNvGraphicFramePr>
          <p:nvPr>
            <p:extLst>
              <p:ext uri="{D42A27DB-BD31-4B8C-83A1-F6EECF244321}">
                <p14:modId xmlns:p14="http://schemas.microsoft.com/office/powerpoint/2010/main" val="1124474417"/>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4251088686"/>
                    </a:ext>
                  </a:extLst>
                </a:gridCol>
                <a:gridCol w="2336800">
                  <a:extLst>
                    <a:ext uri="{9D8B030D-6E8A-4147-A177-3AD203B41FA5}">
                      <a16:colId xmlns:a16="http://schemas.microsoft.com/office/drawing/2014/main" val="1885448"/>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644162116"/>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Focused </a:t>
                      </a:r>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channel, time, title</a:t>
                      </a:r>
                      <a:r>
                        <a:rPr lang="en-US" sz="800" b="0" i="0">
                          <a:solidFill>
                            <a:srgbClr val="000000"/>
                          </a:solidFill>
                          <a:latin typeface="Arial" panose="020B0604020202020204" pitchFamily="34" charset="0"/>
                        </a:rPr>
                        <a:t>, description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33558148"/>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Date and </a:t>
                      </a:r>
                      <a:r>
                        <a:rPr lang="en-US" sz="800" b="0" i="0">
                          <a:solidFill>
                            <a:srgbClr val="000000"/>
                          </a:solidFill>
                          <a:latin typeface="Arial" panose="020B0604020202020204" pitchFamily="34" charset="0"/>
                        </a:rPr>
                        <a:t>time scale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64768235"/>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Channels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419394091"/>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err="1">
                          <a:solidFill>
                            <a:srgbClr val="000000"/>
                          </a:solidFill>
                          <a:latin typeface="Arial" panose="020B0604020202020204" pitchFamily="34" charset="0"/>
                        </a:rPr>
                        <a:t>Programmes</a:t>
                      </a:r>
                      <a:r>
                        <a:rPr lang="en-US" sz="800" b="0" i="0" dirty="0">
                          <a:solidFill>
                            <a:srgbClr val="000000"/>
                          </a:solidFill>
                          <a:latin typeface="Arial" panose="020B0604020202020204" pitchFamily="34" charset="0"/>
                        </a:rPr>
                        <a:t>; the red line marks the </a:t>
                      </a:r>
                      <a:r>
                        <a:rPr lang="en-US" sz="800" b="0" i="0">
                          <a:solidFill>
                            <a:srgbClr val="000000"/>
                          </a:solidFill>
                          <a:latin typeface="Arial" panose="020B0604020202020204" pitchFamily="34" charset="0"/>
                        </a:rPr>
                        <a:t>current time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69812639"/>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Focused programme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94696977"/>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Key hints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633008532"/>
                  </a:ext>
                </a:extLst>
              </a:tr>
            </a:tbl>
          </a:graphicData>
        </a:graphic>
      </p:graphicFrame>
    </p:spTree>
    <p:extLst>
      <p:ext uri="{BB962C8B-B14F-4D97-AF65-F5344CB8AC3E}">
        <p14:creationId xmlns:p14="http://schemas.microsoft.com/office/powerpoint/2010/main" val="29057111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D301B01D-B49D-641B-13F2-2CCB192E664F}"/>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Search ignores case and accents and matches any part of a channel name.</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Down moves from the field to the results. Back closes the keyboard, then the </a:t>
            </a:r>
            <a:r>
              <a:rPr lang="en-US" altLang="ko-KR" sz="900">
                <a:latin typeface="Arial" pitchFamily="34" charset="0"/>
                <a:ea typeface="굴림" panose="020B0600000101010101" pitchFamily="50" charset="-127"/>
                <a:cs typeface="Arial" pitchFamily="34" charset="0"/>
              </a:rPr>
              <a:t>screen.</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322C26E8-C2E7-8BC5-67EE-92C7D9286BF0}"/>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4. Search</a:t>
            </a:r>
          </a:p>
        </p:txBody>
      </p:sp>
      <p:sp>
        <p:nvSpPr>
          <p:cNvPr id="17" name="텍스트 개체 틀 16">
            <a:extLst>
              <a:ext uri="{FF2B5EF4-FFF2-40B4-BE49-F238E27FC236}">
                <a16:creationId xmlns:a16="http://schemas.microsoft.com/office/drawing/2014/main" id="{CE605D40-0B61-F2A0-6EC7-5D6A53838E42}"/>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3F89CD0B-C53C-8669-0D2C-1626B621550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D94DFC8B-8C36-B6C3-A110-ECD002BF1F5E}"/>
              </a:ext>
            </a:extLst>
          </p:cNvPr>
          <p:cNvSpPr/>
          <p:nvPr/>
        </p:nvSpPr>
        <p:spPr bwMode="auto">
          <a:xfrm>
            <a:off x="2373313" y="1110853"/>
            <a:ext cx="4452937" cy="43656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331ABA2A-72D0-F383-3506-FEF1A5E77E40}"/>
              </a:ext>
            </a:extLst>
          </p:cNvPr>
          <p:cNvSpPr/>
          <p:nvPr/>
        </p:nvSpPr>
        <p:spPr bwMode="auto">
          <a:xfrm>
            <a:off x="2235200" y="977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75EC28B6-7A79-E14C-A7D7-72534865E699}"/>
              </a:ext>
            </a:extLst>
          </p:cNvPr>
          <p:cNvSpPr/>
          <p:nvPr/>
        </p:nvSpPr>
        <p:spPr bwMode="auto">
          <a:xfrm>
            <a:off x="2340570" y="1574701"/>
            <a:ext cx="545703" cy="15279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F77A3C69-08D5-FFE6-869A-4E333926572B}"/>
              </a:ext>
            </a:extLst>
          </p:cNvPr>
          <p:cNvSpPr/>
          <p:nvPr/>
        </p:nvSpPr>
        <p:spPr bwMode="auto">
          <a:xfrm>
            <a:off x="2197100" y="1447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EF17F27B-2E22-25FB-E80C-343BD0908BCA}"/>
              </a:ext>
            </a:extLst>
          </p:cNvPr>
          <p:cNvSpPr/>
          <p:nvPr/>
        </p:nvSpPr>
        <p:spPr bwMode="auto">
          <a:xfrm>
            <a:off x="2395141" y="1831181"/>
            <a:ext cx="4409281" cy="180082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DA94193B-2C67-F0DF-717B-D1456134828B}"/>
              </a:ext>
            </a:extLst>
          </p:cNvPr>
          <p:cNvSpPr/>
          <p:nvPr/>
        </p:nvSpPr>
        <p:spPr bwMode="auto">
          <a:xfrm>
            <a:off x="2260600" y="1701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DBE971EA-2830-75B7-2AED-269054AB93B9}"/>
              </a:ext>
            </a:extLst>
          </p:cNvPr>
          <p:cNvSpPr/>
          <p:nvPr/>
        </p:nvSpPr>
        <p:spPr bwMode="auto">
          <a:xfrm>
            <a:off x="6509742" y="1874838"/>
            <a:ext cx="240110" cy="21828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150BA14B-F9AF-56D2-6293-0EBD05366C68}"/>
              </a:ext>
            </a:extLst>
          </p:cNvPr>
          <p:cNvSpPr/>
          <p:nvPr/>
        </p:nvSpPr>
        <p:spPr bwMode="auto">
          <a:xfrm>
            <a:off x="6375400" y="1752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graphicFrame>
        <p:nvGraphicFramePr>
          <p:cNvPr id="12" name="Table 11">
            <a:extLst>
              <a:ext uri="{FF2B5EF4-FFF2-40B4-BE49-F238E27FC236}">
                <a16:creationId xmlns:a16="http://schemas.microsoft.com/office/drawing/2014/main" id="{E2D06F39-BE5E-4016-0D11-226CD8A57AA9}"/>
              </a:ext>
            </a:extLst>
          </p:cNvPr>
          <p:cNvGraphicFramePr>
            <a:graphicFrameLocks noGrp="1"/>
          </p:cNvGraphicFramePr>
          <p:nvPr>
            <p:extLst>
              <p:ext uri="{D42A27DB-BD31-4B8C-83A1-F6EECF244321}">
                <p14:modId xmlns:p14="http://schemas.microsoft.com/office/powerpoint/2010/main" val="220660581"/>
              </p:ext>
            </p:extLst>
          </p:nvPr>
        </p:nvGraphicFramePr>
        <p:xfrm>
          <a:off x="7239000" y="647700"/>
          <a:ext cx="2616200" cy="762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10347795"/>
                    </a:ext>
                  </a:extLst>
                </a:gridCol>
                <a:gridCol w="2336800">
                  <a:extLst>
                    <a:ext uri="{9D8B030D-6E8A-4147-A177-3AD203B41FA5}">
                      <a16:colId xmlns:a16="http://schemas.microsoft.com/office/drawing/2014/main" val="2690441333"/>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3822400213"/>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Search field: OK opens the </a:t>
                      </a:r>
                      <a:r>
                        <a:rPr lang="en-US" sz="800" b="0" i="0">
                          <a:solidFill>
                            <a:srgbClr val="000000"/>
                          </a:solidFill>
                          <a:latin typeface="Arial" panose="020B0604020202020204" pitchFamily="34" charset="0"/>
                        </a:rPr>
                        <a:t>LG keyboard</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02856882"/>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Number </a:t>
                      </a:r>
                      <a:r>
                        <a:rPr lang="en-US" sz="800" b="0" i="0">
                          <a:solidFill>
                            <a:srgbClr val="000000"/>
                          </a:solidFill>
                          <a:latin typeface="Arial" panose="020B0604020202020204" pitchFamily="34" charset="0"/>
                        </a:rPr>
                        <a:t>of results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857949331"/>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Results update while typing. OK plays </a:t>
                      </a:r>
                      <a:r>
                        <a:rPr lang="en-US" sz="800" b="0" i="0">
                          <a:solidFill>
                            <a:srgbClr val="000000"/>
                          </a:solidFill>
                          <a:latin typeface="Arial" panose="020B0604020202020204" pitchFamily="34" charset="0"/>
                        </a:rPr>
                        <a:t>the channel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945661266"/>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 star: Right, </a:t>
                      </a:r>
                      <a:r>
                        <a:rPr lang="en-US" sz="800" b="0" i="0">
                          <a:solidFill>
                            <a:srgbClr val="000000"/>
                          </a:solidFill>
                          <a:latin typeface="Arial" panose="020B0604020202020204" pitchFamily="34" charset="0"/>
                        </a:rPr>
                        <a:t>then OK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570264739"/>
                  </a:ext>
                </a:extLst>
              </a:tr>
            </a:tbl>
          </a:graphicData>
        </a:graphic>
      </p:graphicFrame>
    </p:spTree>
    <p:extLst>
      <p:ext uri="{BB962C8B-B14F-4D97-AF65-F5344CB8AC3E}">
        <p14:creationId xmlns:p14="http://schemas.microsoft.com/office/powerpoint/2010/main" val="18346486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D301B01D-B49D-641B-13F2-2CCB192E664F}"/>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In Favorites the menu also offers Move: Up/Down reorder the channel and OK finishes.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closes the </a:t>
            </a:r>
            <a:r>
              <a:rPr lang="en-US" altLang="ko-KR" sz="900">
                <a:latin typeface="Arial" pitchFamily="34" charset="0"/>
                <a:ea typeface="굴림" panose="020B0600000101010101" pitchFamily="50" charset="-127"/>
                <a:cs typeface="Arial" pitchFamily="34" charset="0"/>
              </a:rPr>
              <a:t>menu.</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322C26E8-C2E7-8BC5-67EE-92C7D9286BF0}"/>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5. Channel menu (hold OK on a channel)</a:t>
            </a:r>
          </a:p>
        </p:txBody>
      </p:sp>
      <p:sp>
        <p:nvSpPr>
          <p:cNvPr id="17" name="텍스트 개체 틀 16">
            <a:extLst>
              <a:ext uri="{FF2B5EF4-FFF2-40B4-BE49-F238E27FC236}">
                <a16:creationId xmlns:a16="http://schemas.microsoft.com/office/drawing/2014/main" id="{CE605D40-0B61-F2A0-6EC7-5D6A53838E42}"/>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29604A73-562D-C9EA-E61B-EBD87EB5C7B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F5FFB444-BA85-D842-7EDC-3A70432ED5D4}"/>
              </a:ext>
            </a:extLst>
          </p:cNvPr>
          <p:cNvSpPr/>
          <p:nvPr/>
        </p:nvSpPr>
        <p:spPr bwMode="auto">
          <a:xfrm>
            <a:off x="2127746" y="2431455"/>
            <a:ext cx="3110508" cy="90041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6A256569-6D9A-FAC0-0802-EA219B5BE495}"/>
              </a:ext>
            </a:extLst>
          </p:cNvPr>
          <p:cNvSpPr/>
          <p:nvPr/>
        </p:nvSpPr>
        <p:spPr bwMode="auto">
          <a:xfrm>
            <a:off x="1993900" y="2298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A5743383-0A71-46FC-F41F-EA3400EC5119}"/>
              </a:ext>
            </a:extLst>
          </p:cNvPr>
          <p:cNvSpPr/>
          <p:nvPr/>
        </p:nvSpPr>
        <p:spPr bwMode="auto">
          <a:xfrm>
            <a:off x="2275086" y="2868017"/>
            <a:ext cx="1407914"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4B3A237A-380D-72E5-7E80-3DBB76FF46E7}"/>
              </a:ext>
            </a:extLst>
          </p:cNvPr>
          <p:cNvSpPr/>
          <p:nvPr/>
        </p:nvSpPr>
        <p:spPr bwMode="auto">
          <a:xfrm>
            <a:off x="2133600" y="2743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B0B45A65-B573-13E5-3A51-630C4EAC77E2}"/>
              </a:ext>
            </a:extLst>
          </p:cNvPr>
          <p:cNvSpPr/>
          <p:nvPr/>
        </p:nvSpPr>
        <p:spPr bwMode="auto">
          <a:xfrm>
            <a:off x="3693914" y="2868017"/>
            <a:ext cx="1375172"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07314250-4C6F-D537-69CF-61E9C9632BF0}"/>
              </a:ext>
            </a:extLst>
          </p:cNvPr>
          <p:cNvSpPr/>
          <p:nvPr/>
        </p:nvSpPr>
        <p:spPr bwMode="auto">
          <a:xfrm>
            <a:off x="3556000" y="2743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CA30CD2C-B2EB-099A-95FD-77745462BB12}"/>
              </a:ext>
            </a:extLst>
          </p:cNvPr>
          <p:cNvGraphicFramePr>
            <a:graphicFrameLocks noGrp="1"/>
          </p:cNvGraphicFramePr>
          <p:nvPr>
            <p:extLst>
              <p:ext uri="{D42A27DB-BD31-4B8C-83A1-F6EECF244321}">
                <p14:modId xmlns:p14="http://schemas.microsoft.com/office/powerpoint/2010/main" val="1690945786"/>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688000329"/>
                    </a:ext>
                  </a:extLst>
                </a:gridCol>
                <a:gridCol w="2336800">
                  <a:extLst>
                    <a:ext uri="{9D8B030D-6E8A-4147-A177-3AD203B41FA5}">
                      <a16:colId xmlns:a16="http://schemas.microsoft.com/office/drawing/2014/main" val="1202820371"/>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895000488"/>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Channel menu</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253446897"/>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to / remove </a:t>
                      </a:r>
                      <a:r>
                        <a:rPr lang="en-US" sz="800" b="0" i="0">
                          <a:solidFill>
                            <a:srgbClr val="000000"/>
                          </a:solidFill>
                          <a:latin typeface="Arial" panose="020B0604020202020204" pitchFamily="34" charset="0"/>
                        </a:rPr>
                        <a:t>from Favorites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67378191"/>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Cancel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472826105"/>
                  </a:ext>
                </a:extLst>
              </a:tr>
            </a:tbl>
          </a:graphicData>
        </a:graphic>
      </p:graphicFrame>
    </p:spTree>
    <p:extLst>
      <p:ext uri="{BB962C8B-B14F-4D97-AF65-F5344CB8AC3E}">
        <p14:creationId xmlns:p14="http://schemas.microsoft.com/office/powerpoint/2010/main" val="30768491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D301B01D-B49D-641B-13F2-2CCB192E664F}"/>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a:t>
            </a:r>
            <a:r>
              <a:rPr lang="en-US" altLang="ko-KR" sz="900" dirty="0" err="1">
                <a:latin typeface="Arial" pitchFamily="34" charset="0"/>
                <a:ea typeface="굴림" panose="020B0600000101010101" pitchFamily="50" charset="-127"/>
                <a:cs typeface="Arial" pitchFamily="34" charset="0"/>
              </a:rPr>
              <a:t>Xtream</a:t>
            </a:r>
            <a:r>
              <a:rPr lang="en-US" altLang="ko-KR" sz="900" dirty="0">
                <a:latin typeface="Arial" pitchFamily="34" charset="0"/>
                <a:ea typeface="굴림" panose="020B0600000101010101" pitchFamily="50" charset="-127"/>
                <a:cs typeface="Arial" pitchFamily="34" charset="0"/>
              </a:rPr>
              <a:t> Codes sources also show the account's expiry date and connection </a:t>
            </a:r>
            <a:r>
              <a:rPr lang="en-US" altLang="ko-KR" sz="900">
                <a:latin typeface="Arial" pitchFamily="34" charset="0"/>
                <a:ea typeface="굴림" panose="020B0600000101010101" pitchFamily="50" charset="-127"/>
                <a:cs typeface="Arial" pitchFamily="34" charset="0"/>
              </a:rPr>
              <a:t>limit.</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322C26E8-C2E7-8BC5-67EE-92C7D9286BF0}"/>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6. Settings: Sources</a:t>
            </a:r>
          </a:p>
        </p:txBody>
      </p:sp>
      <p:sp>
        <p:nvSpPr>
          <p:cNvPr id="17" name="텍스트 개체 틀 16">
            <a:extLst>
              <a:ext uri="{FF2B5EF4-FFF2-40B4-BE49-F238E27FC236}">
                <a16:creationId xmlns:a16="http://schemas.microsoft.com/office/drawing/2014/main" id="{CE605D40-0B61-F2A0-6EC7-5D6A53838E42}"/>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8A7B08D8-51D5-5FAA-F06E-BA39D138F9C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EA0BFC6F-7F15-A08E-C88D-99C840C4AB3E}"/>
              </a:ext>
            </a:extLst>
          </p:cNvPr>
          <p:cNvSpPr/>
          <p:nvPr/>
        </p:nvSpPr>
        <p:spPr bwMode="auto">
          <a:xfrm>
            <a:off x="507008" y="1460103"/>
            <a:ext cx="1669851" cy="126603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D694F71E-E086-0BEB-A42E-2A715C5937D8}"/>
              </a:ext>
            </a:extLst>
          </p:cNvPr>
          <p:cNvSpPr/>
          <p:nvPr/>
        </p:nvSpPr>
        <p:spPr bwMode="auto">
          <a:xfrm>
            <a:off x="368300" y="1333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50C3CE39-096C-1E31-F890-9875AE3012EE}"/>
              </a:ext>
            </a:extLst>
          </p:cNvPr>
          <p:cNvSpPr/>
          <p:nvPr/>
        </p:nvSpPr>
        <p:spPr bwMode="auto">
          <a:xfrm>
            <a:off x="2373313" y="1383705"/>
            <a:ext cx="4452937" cy="40382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6E305047-8391-CCA7-11CD-B5FF5960A371}"/>
              </a:ext>
            </a:extLst>
          </p:cNvPr>
          <p:cNvSpPr/>
          <p:nvPr/>
        </p:nvSpPr>
        <p:spPr bwMode="auto">
          <a:xfrm>
            <a:off x="22352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FF7B7093-A6E8-E050-AB57-06E9E72F2647}"/>
              </a:ext>
            </a:extLst>
          </p:cNvPr>
          <p:cNvSpPr/>
          <p:nvPr/>
        </p:nvSpPr>
        <p:spPr bwMode="auto">
          <a:xfrm>
            <a:off x="5167313" y="1438275"/>
            <a:ext cx="589359"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04BF8862-CDF0-26CF-1180-FCF84D288969}"/>
              </a:ext>
            </a:extLst>
          </p:cNvPr>
          <p:cNvSpPr/>
          <p:nvPr/>
        </p:nvSpPr>
        <p:spPr bwMode="auto">
          <a:xfrm>
            <a:off x="5029200" y="1308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434C7E0F-D2AE-11BF-5A9A-7EF83121EF7D}"/>
              </a:ext>
            </a:extLst>
          </p:cNvPr>
          <p:cNvSpPr/>
          <p:nvPr/>
        </p:nvSpPr>
        <p:spPr bwMode="auto">
          <a:xfrm>
            <a:off x="5800328" y="1438275"/>
            <a:ext cx="392906"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5D377658-064C-7796-F93C-3371A355D4A7}"/>
              </a:ext>
            </a:extLst>
          </p:cNvPr>
          <p:cNvSpPr/>
          <p:nvPr/>
        </p:nvSpPr>
        <p:spPr bwMode="auto">
          <a:xfrm>
            <a:off x="5664200" y="1308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D70BF28A-34F1-CAEF-2480-C01F7381B507}"/>
              </a:ext>
            </a:extLst>
          </p:cNvPr>
          <p:cNvSpPr/>
          <p:nvPr/>
        </p:nvSpPr>
        <p:spPr bwMode="auto">
          <a:xfrm>
            <a:off x="6236891" y="1438275"/>
            <a:ext cx="523875"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96481D2C-72EE-4B9E-FCC4-76AB95F8012E}"/>
              </a:ext>
            </a:extLst>
          </p:cNvPr>
          <p:cNvSpPr/>
          <p:nvPr/>
        </p:nvSpPr>
        <p:spPr bwMode="auto">
          <a:xfrm>
            <a:off x="6096000" y="1308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F96B9CC9-79E8-3E26-4B79-0883DD260A4A}"/>
              </a:ext>
            </a:extLst>
          </p:cNvPr>
          <p:cNvSpPr/>
          <p:nvPr/>
        </p:nvSpPr>
        <p:spPr bwMode="auto">
          <a:xfrm>
            <a:off x="2373313" y="1853009"/>
            <a:ext cx="851296"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8FEFA46A-7D04-6F52-BFB9-1DB1D689B2D0}"/>
              </a:ext>
            </a:extLst>
          </p:cNvPr>
          <p:cNvSpPr/>
          <p:nvPr/>
        </p:nvSpPr>
        <p:spPr bwMode="auto">
          <a:xfrm>
            <a:off x="2235200" y="1727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052CC692-CDF6-A6A2-1655-6250150FE9B3}"/>
              </a:ext>
            </a:extLst>
          </p:cNvPr>
          <p:cNvGraphicFramePr>
            <a:graphicFrameLocks noGrp="1"/>
          </p:cNvGraphicFramePr>
          <p:nvPr>
            <p:extLst>
              <p:ext uri="{D42A27DB-BD31-4B8C-83A1-F6EECF244321}">
                <p14:modId xmlns:p14="http://schemas.microsoft.com/office/powerpoint/2010/main" val="4232681665"/>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2448735540"/>
                    </a:ext>
                  </a:extLst>
                </a:gridCol>
                <a:gridCol w="2336800">
                  <a:extLst>
                    <a:ext uri="{9D8B030D-6E8A-4147-A177-3AD203B41FA5}">
                      <a16:colId xmlns:a16="http://schemas.microsoft.com/office/drawing/2014/main" val="308418961"/>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3227222981"/>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Settings sections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132356058"/>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Playlist: type, channels, </a:t>
                      </a:r>
                      <a:r>
                        <a:rPr lang="en-US" sz="800" b="0" i="0">
                          <a:solidFill>
                            <a:srgbClr val="000000"/>
                          </a:solidFill>
                          <a:latin typeface="Arial" panose="020B0604020202020204" pitchFamily="34" charset="0"/>
                        </a:rPr>
                        <a:t>last update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923884817"/>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Refresh: download the </a:t>
                      </a:r>
                      <a:r>
                        <a:rPr lang="en-US" sz="800" b="0" i="0">
                          <a:solidFill>
                            <a:srgbClr val="000000"/>
                          </a:solidFill>
                          <a:latin typeface="Arial" panose="020B0604020202020204" pitchFamily="34" charset="0"/>
                        </a:rPr>
                        <a:t>playlist again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193243453"/>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Edit </a:t>
                      </a:r>
                      <a:r>
                        <a:rPr lang="en-US" sz="800" b="0" i="0">
                          <a:solidFill>
                            <a:srgbClr val="000000"/>
                          </a:solidFill>
                          <a:latin typeface="Arial" panose="020B0604020202020204" pitchFamily="34" charset="0"/>
                        </a:rPr>
                        <a:t>the playlist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118404796"/>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Delete (asks for </a:t>
                      </a:r>
                      <a:r>
                        <a:rPr lang="en-US" sz="800" b="0" i="0">
                          <a:solidFill>
                            <a:srgbClr val="000000"/>
                          </a:solidFill>
                          <a:latin typeface="Arial" panose="020B0604020202020204" pitchFamily="34" charset="0"/>
                        </a:rPr>
                        <a:t>confirmation)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808675147"/>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another playlist (see </a:t>
                      </a: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67433367"/>
                  </a:ext>
                </a:extLst>
              </a:tr>
            </a:tbl>
          </a:graphicData>
        </a:graphic>
      </p:graphicFrame>
    </p:spTree>
    <p:extLst>
      <p:ext uri="{BB962C8B-B14F-4D97-AF65-F5344CB8AC3E}">
        <p14:creationId xmlns:p14="http://schemas.microsoft.com/office/powerpoint/2010/main" val="34070062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D301B01D-B49D-641B-13F2-2CCB192E664F}"/>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 guide also refreshes by itself at the chosen </a:t>
            </a:r>
            <a:r>
              <a:rPr lang="en-US" altLang="ko-KR" sz="900">
                <a:latin typeface="Arial" pitchFamily="34" charset="0"/>
                <a:ea typeface="굴림" panose="020B0600000101010101" pitchFamily="50" charset="-127"/>
                <a:cs typeface="Arial" pitchFamily="34" charset="0"/>
              </a:rPr>
              <a:t>interval.</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322C26E8-C2E7-8BC5-67EE-92C7D9286BF0}"/>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7. Settings: TV guide</a:t>
            </a:r>
          </a:p>
        </p:txBody>
      </p:sp>
      <p:sp>
        <p:nvSpPr>
          <p:cNvPr id="17" name="텍스트 개체 틀 16">
            <a:extLst>
              <a:ext uri="{FF2B5EF4-FFF2-40B4-BE49-F238E27FC236}">
                <a16:creationId xmlns:a16="http://schemas.microsoft.com/office/drawing/2014/main" id="{CE605D40-0B61-F2A0-6EC7-5D6A53838E42}"/>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9EFE9EE9-1514-4A1B-2EB5-9AB875A83BE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E7A6EC52-CA1A-0C21-B303-E28BC07F5F0B}"/>
              </a:ext>
            </a:extLst>
          </p:cNvPr>
          <p:cNvSpPr/>
          <p:nvPr/>
        </p:nvSpPr>
        <p:spPr bwMode="auto">
          <a:xfrm>
            <a:off x="2362398" y="1378248"/>
            <a:ext cx="2564805" cy="53478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EDAAD98D-1316-79F5-E546-F57F99B5B1E1}"/>
              </a:ext>
            </a:extLst>
          </p:cNvPr>
          <p:cNvSpPr/>
          <p:nvPr/>
        </p:nvSpPr>
        <p:spPr bwMode="auto">
          <a:xfrm>
            <a:off x="22225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132FB675-AE8C-7088-D664-904557D35566}"/>
              </a:ext>
            </a:extLst>
          </p:cNvPr>
          <p:cNvSpPr/>
          <p:nvPr/>
        </p:nvSpPr>
        <p:spPr bwMode="auto">
          <a:xfrm>
            <a:off x="2373313" y="2033091"/>
            <a:ext cx="3645296" cy="64393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4D0EF44B-B721-693D-C4AD-4A7265BD4DE0}"/>
              </a:ext>
            </a:extLst>
          </p:cNvPr>
          <p:cNvSpPr/>
          <p:nvPr/>
        </p:nvSpPr>
        <p:spPr bwMode="auto">
          <a:xfrm>
            <a:off x="2235200" y="1905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DA9CB396-E145-66EB-11F2-EA5DE5382DED}"/>
              </a:ext>
            </a:extLst>
          </p:cNvPr>
          <p:cNvSpPr/>
          <p:nvPr/>
        </p:nvSpPr>
        <p:spPr bwMode="auto">
          <a:xfrm>
            <a:off x="2373313" y="2747963"/>
            <a:ext cx="1833562" cy="50204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EA0C082E-4BDF-A13B-B6FC-3B79E4156CC7}"/>
              </a:ext>
            </a:extLst>
          </p:cNvPr>
          <p:cNvSpPr/>
          <p:nvPr/>
        </p:nvSpPr>
        <p:spPr bwMode="auto">
          <a:xfrm>
            <a:off x="2235200" y="2616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FA895304-878C-524A-3DFD-C38F9F0FDEFE}"/>
              </a:ext>
            </a:extLst>
          </p:cNvPr>
          <p:cNvSpPr/>
          <p:nvPr/>
        </p:nvSpPr>
        <p:spPr bwMode="auto">
          <a:xfrm>
            <a:off x="2373313" y="3359150"/>
            <a:ext cx="1953617" cy="50204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1458EFDF-F9C3-1790-4E50-0812C249DCDD}"/>
              </a:ext>
            </a:extLst>
          </p:cNvPr>
          <p:cNvSpPr/>
          <p:nvPr/>
        </p:nvSpPr>
        <p:spPr bwMode="auto">
          <a:xfrm>
            <a:off x="2235200" y="3225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graphicFrame>
        <p:nvGraphicFramePr>
          <p:cNvPr id="12" name="Table 11">
            <a:extLst>
              <a:ext uri="{FF2B5EF4-FFF2-40B4-BE49-F238E27FC236}">
                <a16:creationId xmlns:a16="http://schemas.microsoft.com/office/drawing/2014/main" id="{33CB8C39-7FB0-D02F-6F54-721E6B0268CE}"/>
              </a:ext>
            </a:extLst>
          </p:cNvPr>
          <p:cNvGraphicFramePr>
            <a:graphicFrameLocks noGrp="1"/>
          </p:cNvGraphicFramePr>
          <p:nvPr>
            <p:extLst>
              <p:ext uri="{D42A27DB-BD31-4B8C-83A1-F6EECF244321}">
                <p14:modId xmlns:p14="http://schemas.microsoft.com/office/powerpoint/2010/main" val="3619465224"/>
              </p:ext>
            </p:extLst>
          </p:nvPr>
        </p:nvGraphicFramePr>
        <p:xfrm>
          <a:off x="7239000" y="647700"/>
          <a:ext cx="2616200" cy="762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723751678"/>
                    </a:ext>
                  </a:extLst>
                </a:gridCol>
                <a:gridCol w="2336800">
                  <a:extLst>
                    <a:ext uri="{9D8B030D-6E8A-4147-A177-3AD203B41FA5}">
                      <a16:colId xmlns:a16="http://schemas.microsoft.com/office/drawing/2014/main" val="3894884412"/>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831042346"/>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Guide status and Refresh </a:t>
                      </a:r>
                      <a:r>
                        <a:rPr lang="en-US" sz="800" b="0" i="0">
                          <a:solidFill>
                            <a:srgbClr val="000000"/>
                          </a:solidFill>
                          <a:latin typeface="Arial" panose="020B0604020202020204" pitchFamily="34" charset="0"/>
                        </a:rPr>
                        <a:t>guide now</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461437224"/>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Extra XMLTV guide address for all sources (</a:t>
                      </a:r>
                      <a:r>
                        <a:rPr lang="en-US" sz="800" b="0" i="0">
                          <a:solidFill>
                            <a:srgbClr val="000000"/>
                          </a:solidFill>
                          <a:latin typeface="Arial" panose="020B0604020202020204" pitchFamily="34" charset="0"/>
                        </a:rPr>
                        <a:t>optional)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485349362"/>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Time offset for </a:t>
                      </a:r>
                      <a:r>
                        <a:rPr lang="en-US" sz="800" b="0" i="0">
                          <a:solidFill>
                            <a:srgbClr val="000000"/>
                          </a:solidFill>
                          <a:latin typeface="Arial" panose="020B0604020202020204" pitchFamily="34" charset="0"/>
                        </a:rPr>
                        <a:t>guide times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017280226"/>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Automatic </a:t>
                      </a:r>
                      <a:r>
                        <a:rPr lang="en-US" sz="800" b="0" i="0">
                          <a:solidFill>
                            <a:srgbClr val="000000"/>
                          </a:solidFill>
                          <a:latin typeface="Arial" panose="020B0604020202020204" pitchFamily="34" charset="0"/>
                        </a:rPr>
                        <a:t>refresh interval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682021174"/>
                  </a:ext>
                </a:extLst>
              </a:tr>
            </a:tbl>
          </a:graphicData>
        </a:graphic>
      </p:graphicFrame>
    </p:spTree>
    <p:extLst>
      <p:ext uri="{BB962C8B-B14F-4D97-AF65-F5344CB8AC3E}">
        <p14:creationId xmlns:p14="http://schemas.microsoft.com/office/powerpoint/2010/main" val="19714458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D301B01D-B49D-641B-13F2-2CCB192E664F}"/>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Setting a 4-digit PIN turns parental control on. The PIN is asked for before these settings can be changed.</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This is how users protect adult content in their own playlists; the app has no content of its </a:t>
            </a:r>
            <a:r>
              <a:rPr lang="en-US" altLang="ko-KR" sz="900">
                <a:latin typeface="Arial" pitchFamily="34" charset="0"/>
                <a:ea typeface="굴림" panose="020B0600000101010101" pitchFamily="50" charset="-127"/>
                <a:cs typeface="Arial" pitchFamily="34" charset="0"/>
              </a:rPr>
              <a:t>own.</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322C26E8-C2E7-8BC5-67EE-92C7D9286BF0}"/>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8. Settings: Parental control</a:t>
            </a:r>
          </a:p>
        </p:txBody>
      </p:sp>
      <p:sp>
        <p:nvSpPr>
          <p:cNvPr id="17" name="텍스트 개체 틀 16">
            <a:extLst>
              <a:ext uri="{FF2B5EF4-FFF2-40B4-BE49-F238E27FC236}">
                <a16:creationId xmlns:a16="http://schemas.microsoft.com/office/drawing/2014/main" id="{CE605D40-0B61-F2A0-6EC7-5D6A53838E42}"/>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863BF585-76D5-2643-F371-5F4573D0CEF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897AF885-C23A-5D21-3F91-E618756A75EC}"/>
              </a:ext>
            </a:extLst>
          </p:cNvPr>
          <p:cNvSpPr/>
          <p:nvPr/>
        </p:nvSpPr>
        <p:spPr bwMode="auto">
          <a:xfrm>
            <a:off x="2373313" y="1383705"/>
            <a:ext cx="1440656" cy="28376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D8F44533-917C-3A10-20FA-D70F56FAF370}"/>
              </a:ext>
            </a:extLst>
          </p:cNvPr>
          <p:cNvSpPr/>
          <p:nvPr/>
        </p:nvSpPr>
        <p:spPr bwMode="auto">
          <a:xfrm>
            <a:off x="22352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06F42B0A-DD55-16C6-94DE-40E35C2EE7D9}"/>
              </a:ext>
            </a:extLst>
          </p:cNvPr>
          <p:cNvSpPr/>
          <p:nvPr/>
        </p:nvSpPr>
        <p:spPr bwMode="auto">
          <a:xfrm>
            <a:off x="2373313" y="1787525"/>
            <a:ext cx="2139156"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FD09CBAD-043E-D78F-E9BA-9C4CB744E467}"/>
              </a:ext>
            </a:extLst>
          </p:cNvPr>
          <p:cNvSpPr/>
          <p:nvPr/>
        </p:nvSpPr>
        <p:spPr bwMode="auto">
          <a:xfrm>
            <a:off x="2235200" y="1663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EB38EFBB-B56A-A7E2-A475-71E56A175855}"/>
              </a:ext>
            </a:extLst>
          </p:cNvPr>
          <p:cNvSpPr/>
          <p:nvPr/>
        </p:nvSpPr>
        <p:spPr bwMode="auto">
          <a:xfrm>
            <a:off x="2395141" y="2256830"/>
            <a:ext cx="4409281" cy="22919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E5746CEF-E679-DDBB-B624-CF73C055874D}"/>
              </a:ext>
            </a:extLst>
          </p:cNvPr>
          <p:cNvSpPr/>
          <p:nvPr/>
        </p:nvSpPr>
        <p:spPr bwMode="auto">
          <a:xfrm>
            <a:off x="2260600" y="2133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FD3D09AA-7EC7-D825-26C2-A924B52381F7}"/>
              </a:ext>
            </a:extLst>
          </p:cNvPr>
          <p:cNvGraphicFramePr>
            <a:graphicFrameLocks noGrp="1"/>
          </p:cNvGraphicFramePr>
          <p:nvPr>
            <p:extLst>
              <p:ext uri="{D42A27DB-BD31-4B8C-83A1-F6EECF244321}">
                <p14:modId xmlns:p14="http://schemas.microsoft.com/office/powerpoint/2010/main" val="2766127615"/>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2448147656"/>
                    </a:ext>
                  </a:extLst>
                </a:gridCol>
                <a:gridCol w="2336800">
                  <a:extLst>
                    <a:ext uri="{9D8B030D-6E8A-4147-A177-3AD203B41FA5}">
                      <a16:colId xmlns:a16="http://schemas.microsoft.com/office/drawing/2014/main" val="3855373883"/>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874581199"/>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Change PIN / </a:t>
                      </a:r>
                      <a:r>
                        <a:rPr lang="en-US" sz="800" b="0" i="0">
                          <a:solidFill>
                            <a:srgbClr val="000000"/>
                          </a:solidFill>
                          <a:latin typeface="Arial" panose="020B0604020202020204" pitchFamily="34" charset="0"/>
                        </a:rPr>
                        <a:t>Turn off</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098100400"/>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Locked categories: OK locks </a:t>
                      </a:r>
                      <a:r>
                        <a:rPr lang="en-US" sz="800" b="0" i="0">
                          <a:solidFill>
                            <a:srgbClr val="000000"/>
                          </a:solidFill>
                          <a:latin typeface="Arial" panose="020B0604020202020204" pitchFamily="34" charset="0"/>
                        </a:rPr>
                        <a:t>or unlocks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678468255"/>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 </a:t>
                      </a:r>
                      <a:r>
                        <a:rPr lang="en-US" sz="800" b="0" i="0">
                          <a:solidFill>
                            <a:srgbClr val="000000"/>
                          </a:solidFill>
                          <a:latin typeface="Arial" panose="020B0604020202020204" pitchFamily="34" charset="0"/>
                        </a:rPr>
                        <a:t>locked category</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096728070"/>
                  </a:ext>
                </a:extLst>
              </a:tr>
            </a:tbl>
          </a:graphicData>
        </a:graphic>
      </p:graphicFrame>
    </p:spTree>
    <p:extLst>
      <p:ext uri="{BB962C8B-B14F-4D97-AF65-F5344CB8AC3E}">
        <p14:creationId xmlns:p14="http://schemas.microsoft.com/office/powerpoint/2010/main" val="31193173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D301B01D-B49D-641B-13F2-2CCB192E664F}"/>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Channels of locked categories are hidden everywhere (All channels, Favorites, Recent, Search) until the PIN is entered.</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They lock again when the app </a:t>
            </a:r>
            <a:r>
              <a:rPr lang="en-US" altLang="ko-KR" sz="900">
                <a:latin typeface="Arial" pitchFamily="34" charset="0"/>
                <a:ea typeface="굴림" panose="020B0600000101010101" pitchFamily="50" charset="-127"/>
                <a:cs typeface="Arial" pitchFamily="34" charset="0"/>
              </a:rPr>
              <a:t>restarts.</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322C26E8-C2E7-8BC5-67EE-92C7D9286BF0}"/>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9. Locked category</a:t>
            </a:r>
          </a:p>
        </p:txBody>
      </p:sp>
      <p:sp>
        <p:nvSpPr>
          <p:cNvPr id="17" name="텍스트 개체 틀 16">
            <a:extLst>
              <a:ext uri="{FF2B5EF4-FFF2-40B4-BE49-F238E27FC236}">
                <a16:creationId xmlns:a16="http://schemas.microsoft.com/office/drawing/2014/main" id="{CE605D40-0B61-F2A0-6EC7-5D6A53838E42}"/>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860E35C8-8B5E-1F37-CC6F-58C238AD934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30F85BB3-E888-2081-6EC5-EC7D6CC9879C}"/>
              </a:ext>
            </a:extLst>
          </p:cNvPr>
          <p:cNvSpPr/>
          <p:nvPr/>
        </p:nvSpPr>
        <p:spPr bwMode="auto">
          <a:xfrm>
            <a:off x="627063" y="3206353"/>
            <a:ext cx="1429742"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16B2907F-C495-EB1B-5424-6CF3B3D9E3B9}"/>
              </a:ext>
            </a:extLst>
          </p:cNvPr>
          <p:cNvSpPr/>
          <p:nvPr/>
        </p:nvSpPr>
        <p:spPr bwMode="auto">
          <a:xfrm>
            <a:off x="482600" y="3073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3E86980F-8D77-2527-FD15-943F51F49400}"/>
              </a:ext>
            </a:extLst>
          </p:cNvPr>
          <p:cNvSpPr/>
          <p:nvPr/>
        </p:nvSpPr>
        <p:spPr bwMode="auto">
          <a:xfrm>
            <a:off x="2362398" y="1416447"/>
            <a:ext cx="1145977" cy="55661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8245356F-6F9A-4D1A-9DC9-C288D8DD2E6C}"/>
              </a:ext>
            </a:extLst>
          </p:cNvPr>
          <p:cNvSpPr/>
          <p:nvPr/>
        </p:nvSpPr>
        <p:spPr bwMode="auto">
          <a:xfrm>
            <a:off x="2222500" y="1295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graphicFrame>
        <p:nvGraphicFramePr>
          <p:cNvPr id="8" name="Table 7">
            <a:extLst>
              <a:ext uri="{FF2B5EF4-FFF2-40B4-BE49-F238E27FC236}">
                <a16:creationId xmlns:a16="http://schemas.microsoft.com/office/drawing/2014/main" id="{EBEBEA29-875B-3706-09E5-532BB26BBAF4}"/>
              </a:ext>
            </a:extLst>
          </p:cNvPr>
          <p:cNvGraphicFramePr>
            <a:graphicFrameLocks noGrp="1"/>
          </p:cNvGraphicFramePr>
          <p:nvPr>
            <p:extLst>
              <p:ext uri="{D42A27DB-BD31-4B8C-83A1-F6EECF244321}">
                <p14:modId xmlns:p14="http://schemas.microsoft.com/office/powerpoint/2010/main" val="3571711608"/>
              </p:ext>
            </p:extLst>
          </p:nvPr>
        </p:nvGraphicFramePr>
        <p:xfrm>
          <a:off x="7239000" y="647700"/>
          <a:ext cx="2616200" cy="4572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739464827"/>
                    </a:ext>
                  </a:extLst>
                </a:gridCol>
                <a:gridCol w="2336800">
                  <a:extLst>
                    <a:ext uri="{9D8B030D-6E8A-4147-A177-3AD203B41FA5}">
                      <a16:colId xmlns:a16="http://schemas.microsoft.com/office/drawing/2014/main" val="1572463563"/>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845646140"/>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Locked category: lock icon, </a:t>
                      </a:r>
                      <a:r>
                        <a:rPr lang="en-US" sz="800" b="0" i="0">
                          <a:solidFill>
                            <a:srgbClr val="000000"/>
                          </a:solidFill>
                          <a:latin typeface="Arial" panose="020B0604020202020204" pitchFamily="34" charset="0"/>
                        </a:rPr>
                        <a:t>no count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087283275"/>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Unlock: asks for the PIN (see </a:t>
                      </a:r>
                      <a:r>
                        <a:rPr lang="en-US" sz="800" b="0" i="0">
                          <a:solidFill>
                            <a:srgbClr val="000000"/>
                          </a:solidFill>
                          <a:latin typeface="Arial" panose="020B0604020202020204" pitchFamily="34" charset="0"/>
                        </a:rPr>
                        <a:t>6-10)</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864459444"/>
                  </a:ext>
                </a:extLst>
              </a:tr>
            </a:tbl>
          </a:graphicData>
        </a:graphic>
      </p:graphicFrame>
    </p:spTree>
    <p:extLst>
      <p:ext uri="{BB962C8B-B14F-4D97-AF65-F5344CB8AC3E}">
        <p14:creationId xmlns:p14="http://schemas.microsoft.com/office/powerpoint/2010/main" val="18222034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D301B01D-B49D-641B-13F2-2CCB192E664F}"/>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A wrong PIN shows "Wrong PIN. Try again." Back </a:t>
            </a:r>
            <a:r>
              <a:rPr lang="en-US" altLang="ko-KR" sz="900">
                <a:latin typeface="Arial" pitchFamily="34" charset="0"/>
                <a:ea typeface="굴림" panose="020B0600000101010101" pitchFamily="50" charset="-127"/>
                <a:cs typeface="Arial" pitchFamily="34" charset="0"/>
              </a:rPr>
              <a:t>cancels.</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322C26E8-C2E7-8BC5-67EE-92C7D9286BF0}"/>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10. PIN entry</a:t>
            </a:r>
          </a:p>
        </p:txBody>
      </p:sp>
      <p:sp>
        <p:nvSpPr>
          <p:cNvPr id="17" name="텍스트 개체 틀 16">
            <a:extLst>
              <a:ext uri="{FF2B5EF4-FFF2-40B4-BE49-F238E27FC236}">
                <a16:creationId xmlns:a16="http://schemas.microsoft.com/office/drawing/2014/main" id="{CE605D40-0B61-F2A0-6EC7-5D6A53838E42}"/>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16DE6867-D503-11D5-1896-3C45AC02DA4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9FC7C53A-DFA0-5DC9-14B2-9A801F3B3A25}"/>
              </a:ext>
            </a:extLst>
          </p:cNvPr>
          <p:cNvSpPr/>
          <p:nvPr/>
        </p:nvSpPr>
        <p:spPr bwMode="auto">
          <a:xfrm>
            <a:off x="3273723" y="2093119"/>
            <a:ext cx="818554"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F4FA4806-5EA9-DA5A-F3A6-58219309C9F8}"/>
              </a:ext>
            </a:extLst>
          </p:cNvPr>
          <p:cNvSpPr/>
          <p:nvPr/>
        </p:nvSpPr>
        <p:spPr bwMode="auto">
          <a:xfrm>
            <a:off x="3136900" y="1968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99FEC448-8B3C-4367-8A57-91BC7591E991}"/>
              </a:ext>
            </a:extLst>
          </p:cNvPr>
          <p:cNvSpPr/>
          <p:nvPr/>
        </p:nvSpPr>
        <p:spPr bwMode="auto">
          <a:xfrm>
            <a:off x="2673449" y="2305943"/>
            <a:ext cx="2019102" cy="126603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11F6FD60-E847-4498-C7B1-E36456B4F540}"/>
              </a:ext>
            </a:extLst>
          </p:cNvPr>
          <p:cNvSpPr/>
          <p:nvPr/>
        </p:nvSpPr>
        <p:spPr bwMode="auto">
          <a:xfrm>
            <a:off x="2540000" y="2184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CF107A92-F845-7387-C516-B53B2C603009}"/>
              </a:ext>
            </a:extLst>
          </p:cNvPr>
          <p:cNvSpPr/>
          <p:nvPr/>
        </p:nvSpPr>
        <p:spPr bwMode="auto">
          <a:xfrm>
            <a:off x="2657078" y="3632002"/>
            <a:ext cx="2051844" cy="30559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8FDAA686-56A7-748A-3872-F6E9D7D5B06B}"/>
              </a:ext>
            </a:extLst>
          </p:cNvPr>
          <p:cNvSpPr/>
          <p:nvPr/>
        </p:nvSpPr>
        <p:spPr bwMode="auto">
          <a:xfrm>
            <a:off x="2514600" y="3505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DF271253-1ED8-94AF-A00F-40E90F0B0E9A}"/>
              </a:ext>
            </a:extLst>
          </p:cNvPr>
          <p:cNvGraphicFramePr>
            <a:graphicFrameLocks noGrp="1"/>
          </p:cNvGraphicFramePr>
          <p:nvPr>
            <p:extLst>
              <p:ext uri="{D42A27DB-BD31-4B8C-83A1-F6EECF244321}">
                <p14:modId xmlns:p14="http://schemas.microsoft.com/office/powerpoint/2010/main" val="3308994489"/>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909670865"/>
                    </a:ext>
                  </a:extLst>
                </a:gridCol>
                <a:gridCol w="2336800">
                  <a:extLst>
                    <a:ext uri="{9D8B030D-6E8A-4147-A177-3AD203B41FA5}">
                      <a16:colId xmlns:a16="http://schemas.microsoft.com/office/drawing/2014/main" val="3107919416"/>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653967739"/>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Digits entered</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983596308"/>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Keypad; the number keys on the remote </a:t>
                      </a:r>
                      <a:r>
                        <a:rPr lang="en-US" sz="800" b="0" i="0">
                          <a:solidFill>
                            <a:srgbClr val="000000"/>
                          </a:solidFill>
                          <a:latin typeface="Arial" panose="020B0604020202020204" pitchFamily="34" charset="0"/>
                        </a:rPr>
                        <a:t>also work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623619254"/>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Cancel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800726605"/>
                  </a:ext>
                </a:extLst>
              </a:tr>
            </a:tbl>
          </a:graphicData>
        </a:graphic>
      </p:graphicFrame>
    </p:spTree>
    <p:extLst>
      <p:ext uri="{BB962C8B-B14F-4D97-AF65-F5344CB8AC3E}">
        <p14:creationId xmlns:p14="http://schemas.microsoft.com/office/powerpoint/2010/main" val="13253746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D301B01D-B49D-641B-13F2-2CCB192E664F}"/>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Clear cache keeps playlists, favorites and </a:t>
            </a:r>
            <a:r>
              <a:rPr lang="en-US" altLang="ko-KR" sz="900">
                <a:latin typeface="Arial" pitchFamily="34" charset="0"/>
                <a:ea typeface="굴림" panose="020B0600000101010101" pitchFamily="50" charset="-127"/>
                <a:cs typeface="Arial" pitchFamily="34" charset="0"/>
              </a:rPr>
              <a:t>settings.</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322C26E8-C2E7-8BC5-67EE-92C7D9286BF0}"/>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11. Settings: About</a:t>
            </a:r>
          </a:p>
        </p:txBody>
      </p:sp>
      <p:sp>
        <p:nvSpPr>
          <p:cNvPr id="17" name="텍스트 개체 틀 16">
            <a:extLst>
              <a:ext uri="{FF2B5EF4-FFF2-40B4-BE49-F238E27FC236}">
                <a16:creationId xmlns:a16="http://schemas.microsoft.com/office/drawing/2014/main" id="{CE605D40-0B61-F2A0-6EC7-5D6A53838E42}"/>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0986780F-D3A4-68AA-D571-9FB1FB42170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454EE8BF-0AB1-C441-F3B0-61930338E719}"/>
              </a:ext>
            </a:extLst>
          </p:cNvPr>
          <p:cNvSpPr/>
          <p:nvPr/>
        </p:nvSpPr>
        <p:spPr bwMode="auto">
          <a:xfrm>
            <a:off x="2362398" y="1416447"/>
            <a:ext cx="1637110" cy="12005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CA38C0CC-6D30-E095-63B0-5172A6B2BEB6}"/>
              </a:ext>
            </a:extLst>
          </p:cNvPr>
          <p:cNvSpPr/>
          <p:nvPr/>
        </p:nvSpPr>
        <p:spPr bwMode="auto">
          <a:xfrm>
            <a:off x="2222500" y="1295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E7E3FFA8-1767-CC38-1167-6FA36DAC1A48}"/>
              </a:ext>
            </a:extLst>
          </p:cNvPr>
          <p:cNvSpPr/>
          <p:nvPr/>
        </p:nvSpPr>
        <p:spPr bwMode="auto">
          <a:xfrm>
            <a:off x="2362398" y="1580158"/>
            <a:ext cx="1637110"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3825F437-558E-9BC6-8AC7-CF6C1109DB60}"/>
              </a:ext>
            </a:extLst>
          </p:cNvPr>
          <p:cNvSpPr/>
          <p:nvPr/>
        </p:nvSpPr>
        <p:spPr bwMode="auto">
          <a:xfrm>
            <a:off x="2222500" y="1447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93A198F8-B1C9-717B-459C-BA9A6DD84D99}"/>
              </a:ext>
            </a:extLst>
          </p:cNvPr>
          <p:cNvSpPr/>
          <p:nvPr/>
        </p:nvSpPr>
        <p:spPr bwMode="auto">
          <a:xfrm>
            <a:off x="2362398" y="1918494"/>
            <a:ext cx="2291954" cy="63301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F1B60084-2DD5-2FD7-DBD5-F1D98EF352A3}"/>
              </a:ext>
            </a:extLst>
          </p:cNvPr>
          <p:cNvSpPr/>
          <p:nvPr/>
        </p:nvSpPr>
        <p:spPr bwMode="auto">
          <a:xfrm>
            <a:off x="2222500" y="1790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0B38E977-C04E-1C6B-615B-09DC831D10AD}"/>
              </a:ext>
            </a:extLst>
          </p:cNvPr>
          <p:cNvSpPr/>
          <p:nvPr/>
        </p:nvSpPr>
        <p:spPr bwMode="auto">
          <a:xfrm>
            <a:off x="2362398" y="2606080"/>
            <a:ext cx="2837657" cy="13096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234A9E3C-879A-E346-589E-BEE4618FEA56}"/>
              </a:ext>
            </a:extLst>
          </p:cNvPr>
          <p:cNvSpPr/>
          <p:nvPr/>
        </p:nvSpPr>
        <p:spPr bwMode="auto">
          <a:xfrm>
            <a:off x="2222500" y="2476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D15FF4FA-94D5-1CA8-6A7C-034EC8EB189F}"/>
              </a:ext>
            </a:extLst>
          </p:cNvPr>
          <p:cNvSpPr/>
          <p:nvPr/>
        </p:nvSpPr>
        <p:spPr bwMode="auto">
          <a:xfrm>
            <a:off x="2373313" y="3271838"/>
            <a:ext cx="796726" cy="29467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7049F151-C454-0148-1C1F-E79F04D5F711}"/>
              </a:ext>
            </a:extLst>
          </p:cNvPr>
          <p:cNvSpPr/>
          <p:nvPr/>
        </p:nvSpPr>
        <p:spPr bwMode="auto">
          <a:xfrm>
            <a:off x="2235200" y="3149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0283B442-BAC9-7DB8-5424-537CF1A52237}"/>
              </a:ext>
            </a:extLst>
          </p:cNvPr>
          <p:cNvSpPr/>
          <p:nvPr/>
        </p:nvSpPr>
        <p:spPr bwMode="auto">
          <a:xfrm>
            <a:off x="2362398" y="3708400"/>
            <a:ext cx="3819922" cy="13096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BDC72D4A-A0CB-41F3-1515-8708ED5B1FF6}"/>
              </a:ext>
            </a:extLst>
          </p:cNvPr>
          <p:cNvSpPr/>
          <p:nvPr/>
        </p:nvSpPr>
        <p:spPr bwMode="auto">
          <a:xfrm>
            <a:off x="2222500" y="3581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9DC9E53E-3C58-3A6A-FBA7-72FE760E172F}"/>
              </a:ext>
            </a:extLst>
          </p:cNvPr>
          <p:cNvGraphicFramePr>
            <a:graphicFrameLocks noGrp="1"/>
          </p:cNvGraphicFramePr>
          <p:nvPr>
            <p:extLst>
              <p:ext uri="{D42A27DB-BD31-4B8C-83A1-F6EECF244321}">
                <p14:modId xmlns:p14="http://schemas.microsoft.com/office/powerpoint/2010/main" val="3990529687"/>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4178201606"/>
                    </a:ext>
                  </a:extLst>
                </a:gridCol>
                <a:gridCol w="2336800">
                  <a:extLst>
                    <a:ext uri="{9D8B030D-6E8A-4147-A177-3AD203B41FA5}">
                      <a16:colId xmlns:a16="http://schemas.microsoft.com/office/drawing/2014/main" val="1522513147"/>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549485985"/>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App name </a:t>
                      </a:r>
                      <a:r>
                        <a:rPr lang="en-US" sz="800" b="0" i="0">
                          <a:solidFill>
                            <a:srgbClr val="000000"/>
                          </a:solidFill>
                          <a:latin typeface="Arial" panose="020B0604020202020204" pitchFamily="34" charset="0"/>
                        </a:rPr>
                        <a:t>and version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579141408"/>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TV model and </a:t>
                      </a:r>
                      <a:r>
                        <a:rPr lang="en-US" sz="800" b="0" i="0">
                          <a:solidFill>
                            <a:srgbClr val="000000"/>
                          </a:solidFill>
                          <a:latin typeface="Arial" panose="020B0604020202020204" pitchFamily="34" charset="0"/>
                        </a:rPr>
                        <a:t>webOS version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16992911"/>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Playback diagnostics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737731217"/>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Stored data</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680089129"/>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Clear cache: downloads channel lists and </a:t>
                      </a:r>
                      <a:r>
                        <a:rPr lang="en-US" sz="800" b="0" i="0">
                          <a:solidFill>
                            <a:srgbClr val="000000"/>
                          </a:solidFill>
                          <a:latin typeface="Arial" panose="020B0604020202020204" pitchFamily="34" charset="0"/>
                        </a:rPr>
                        <a:t>guide again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12020637"/>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License and </a:t>
                      </a:r>
                      <a:r>
                        <a:rPr lang="en-US" sz="800" b="0" i="0">
                          <a:solidFill>
                            <a:srgbClr val="000000"/>
                          </a:solidFill>
                          <a:latin typeface="Arial" panose="020B0604020202020204" pitchFamily="34" charset="0"/>
                        </a:rPr>
                        <a:t>content notice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686472737"/>
                  </a:ext>
                </a:extLst>
              </a:tr>
            </a:tbl>
          </a:graphicData>
        </a:graphic>
      </p:graphicFrame>
    </p:spTree>
    <p:extLst>
      <p:ext uri="{BB962C8B-B14F-4D97-AF65-F5344CB8AC3E}">
        <p14:creationId xmlns:p14="http://schemas.microsoft.com/office/powerpoint/2010/main" val="4856517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8194A2A3-A273-5C8E-B93D-6515E1466DAD}"/>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anose="020B0604020202020204" pitchFamily="34" charset="0"/>
                <a:ea typeface="Arial Unicode MS" panose="020B0604020202020204" pitchFamily="50" charset="-127"/>
                <a:cs typeface="Arial" panose="020B0604020202020204" pitchFamily="34" charset="0"/>
              </a:rPr>
              <a:t>Detailed Information</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No test credit cards or voucher codes are needed.</a:t>
            </a:r>
          </a:p>
        </p:txBody>
      </p:sp>
      <p:sp>
        <p:nvSpPr>
          <p:cNvPr id="17" name="텍스트 개체 틀 16">
            <a:extLst>
              <a:ext uri="{FF2B5EF4-FFF2-40B4-BE49-F238E27FC236}">
                <a16:creationId xmlns:a16="http://schemas.microsoft.com/office/drawing/2014/main" id="{10E2FB85-C5DA-820C-FDF6-2D9A46B655C0}"/>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7. Paid Content</a:t>
            </a:r>
            <a:endParaRPr>
              <a:latin typeface="Arial" pitchFamily="34" charset="0"/>
              <a:cs typeface="Arial" pitchFamily="34" charset="0"/>
            </a:endParaRPr>
          </a:p>
        </p:txBody>
      </p:sp>
      <p:sp>
        <p:nvSpPr>
          <p:cNvPr id="2" name="TextBox 5">
            <a:extLst>
              <a:ext uri="{FF2B5EF4-FFF2-40B4-BE49-F238E27FC236}">
                <a16:creationId xmlns:a16="http://schemas.microsoft.com/office/drawing/2014/main" id="{632B8BFD-E267-642E-8DA0-B30D76A7D19F}"/>
              </a:ext>
            </a:extLst>
          </p:cNvPr>
          <p:cNvSpPr txBox="1"/>
          <p:nvPr/>
        </p:nvSpPr>
        <p:spPr>
          <a:xfrm>
            <a:off x="165100" y="635000"/>
            <a:ext cx="6858000" cy="307777"/>
          </a:xfrm>
          <a:prstGeom prst="rect">
            <a:avLst/>
          </a:prstGeom>
          <a:noFill/>
        </p:spPr>
        <p:txBody>
          <a:bodyPr vert="horz" rtlCol="0">
            <a:spAutoFit/>
          </a:bodyPr>
          <a:lstStyle/>
          <a:p>
            <a:pPr latinLnBrk="0"/>
            <a:r>
              <a:rPr lang="en-US" sz="1400" b="1" dirty="0">
                <a:latin typeface="Arial" panose="020B0604020202020204" pitchFamily="34" charset="0"/>
              </a:rPr>
              <a:t>1. </a:t>
            </a:r>
            <a:r>
              <a:rPr lang="en-US" sz="1400" b="1">
                <a:latin typeface="Arial" panose="020B0604020202020204" pitchFamily="34" charset="0"/>
              </a:rPr>
              <a:t>Payment methods</a:t>
            </a:r>
            <a:endParaRPr lang="en-US" sz="1400" b="1" dirty="0">
              <a:latin typeface="Arial" panose="020B0604020202020204" pitchFamily="34" charset="0"/>
            </a:endParaRPr>
          </a:p>
        </p:txBody>
      </p:sp>
      <p:sp>
        <p:nvSpPr>
          <p:cNvPr id="3" name="TextBox 2">
            <a:extLst>
              <a:ext uri="{FF2B5EF4-FFF2-40B4-BE49-F238E27FC236}">
                <a16:creationId xmlns:a16="http://schemas.microsoft.com/office/drawing/2014/main" id="{E10C5815-01BF-50CF-EDE2-E0BB6185E02C}"/>
              </a:ext>
            </a:extLst>
          </p:cNvPr>
          <p:cNvSpPr txBox="1"/>
          <p:nvPr/>
        </p:nvSpPr>
        <p:spPr>
          <a:xfrm>
            <a:off x="508000" y="1905000"/>
            <a:ext cx="8890000" cy="1015663"/>
          </a:xfrm>
          <a:prstGeom prst="rect">
            <a:avLst/>
          </a:prstGeom>
          <a:noFill/>
        </p:spPr>
        <p:txBody>
          <a:bodyPr vert="horz" rtlCol="0">
            <a:spAutoFit/>
          </a:bodyPr>
          <a:lstStyle/>
          <a:p>
            <a:pPr latinLnBrk="0"/>
            <a:r>
              <a:rPr lang="en-US" sz="2800" b="1" dirty="0">
                <a:latin typeface="Arial" panose="020B0604020202020204" pitchFamily="34" charset="0"/>
              </a:rPr>
              <a:t>Not applicable</a:t>
            </a:r>
          </a:p>
          <a:p>
            <a:pPr latinLnBrk="0"/>
            <a:r>
              <a:rPr lang="en-US" sz="1600" dirty="0" err="1">
                <a:latin typeface="Arial" panose="020B0604020202020204" pitchFamily="34" charset="0"/>
              </a:rPr>
              <a:t>Zaplist</a:t>
            </a:r>
            <a:r>
              <a:rPr lang="en-US" sz="1600" dirty="0">
                <a:latin typeface="Arial" panose="020B0604020202020204" pitchFamily="34" charset="0"/>
              </a:rPr>
              <a:t> is free. There are no purchases, subscriptions or payments of any kind, inside or outside the </a:t>
            </a:r>
            <a:r>
              <a:rPr lang="en-US" sz="1600">
                <a:latin typeface="Arial" panose="020B0604020202020204" pitchFamily="34" charset="0"/>
              </a:rPr>
              <a:t>app.</a:t>
            </a:r>
            <a:endParaRPr lang="en-US" sz="1600" dirty="0">
              <a:latin typeface="Arial" panose="020B0604020202020204" pitchFamily="34"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F5561BC7-D06C-FF29-AC8E-DAC66330029E}"/>
              </a:ext>
            </a:extLst>
          </p:cNvPr>
          <p:cNvSpPr/>
          <p:nvPr/>
        </p:nvSpPr>
        <p:spPr bwMode="auto">
          <a:xfrm>
            <a:off x="0" y="4927599"/>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No ad network or ad content is included.</a:t>
            </a:r>
          </a:p>
        </p:txBody>
      </p:sp>
      <p:sp>
        <p:nvSpPr>
          <p:cNvPr id="38916" name="TextBox 5">
            <a:extLst>
              <a:ext uri="{FF2B5EF4-FFF2-40B4-BE49-F238E27FC236}">
                <a16:creationId xmlns:a16="http://schemas.microsoft.com/office/drawing/2014/main" id="{C9AD5FCE-9CC2-FA25-FF83-090CBCC96797}"/>
              </a:ext>
            </a:extLst>
          </p:cNvPr>
          <p:cNvSpPr txBox="1">
            <a:spLocks noChangeArrowheads="1"/>
          </p:cNvSpPr>
          <p:nvPr/>
        </p:nvSpPr>
        <p:spPr bwMode="auto">
          <a:xfrm>
            <a:off x="144463" y="620713"/>
            <a:ext cx="68580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rPr>
              <a:t>1. Ad information</a:t>
            </a:r>
          </a:p>
        </p:txBody>
      </p:sp>
      <p:sp>
        <p:nvSpPr>
          <p:cNvPr id="38955" name="텍스트 개체 틀 16">
            <a:extLst>
              <a:ext uri="{FF2B5EF4-FFF2-40B4-BE49-F238E27FC236}">
                <a16:creationId xmlns:a16="http://schemas.microsoft.com/office/drawing/2014/main" id="{79357FD9-E72E-6FC3-425D-A71B10E461DB}"/>
              </a:ext>
            </a:extLst>
          </p:cNvPr>
          <p:cNvSpPr>
            <a:spLocks noGrp="1"/>
          </p:cNvSpPr>
          <p:nvPr>
            <p:ph type="body" sz="quarter" idx="4294967295"/>
          </p:nvPr>
        </p:nvSpPr>
        <p:spPr bwMode="auto">
          <a:xfrm>
            <a:off x="0" y="176213"/>
            <a:ext cx="7761288" cy="369887"/>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atinLnBrk="0">
              <a:spcBef>
                <a:spcPct val="50000"/>
              </a:spcBef>
              <a:buFontTx/>
              <a:buNone/>
            </a:pPr>
            <a:r>
              <a:rPr lang="en-US" altLang="ko-KR" sz="1800" b="1">
                <a:latin typeface="Arial" panose="020B0604020202020204" pitchFamily="34" charset="0"/>
                <a:ea typeface="돋움" panose="020B0600000101010101" pitchFamily="34" charset="-127"/>
                <a:cs typeface="Arial" panose="020B0604020202020204" pitchFamily="34" charset="0"/>
              </a:rPr>
              <a:t>8. In-App Ad</a:t>
            </a:r>
            <a:endParaRPr lang="ko-KR" altLang="en-US" sz="1800" b="1">
              <a:latin typeface="Arial" panose="020B0604020202020204" pitchFamily="34" charset="0"/>
              <a:ea typeface="맑은 고딕" panose="020B0503020000020004" pitchFamily="34" charset="-127"/>
              <a:cs typeface="Arial" panose="020B0604020202020204" pitchFamily="34" charset="0"/>
            </a:endParaRPr>
          </a:p>
        </p:txBody>
      </p:sp>
      <p:sp>
        <p:nvSpPr>
          <p:cNvPr id="2" name="TextBox 1">
            <a:extLst>
              <a:ext uri="{FF2B5EF4-FFF2-40B4-BE49-F238E27FC236}">
                <a16:creationId xmlns:a16="http://schemas.microsoft.com/office/drawing/2014/main" id="{20CF574E-3552-922E-4C32-132F098E4DCC}"/>
              </a:ext>
            </a:extLst>
          </p:cNvPr>
          <p:cNvSpPr txBox="1"/>
          <p:nvPr/>
        </p:nvSpPr>
        <p:spPr>
          <a:xfrm>
            <a:off x="508000" y="1905000"/>
            <a:ext cx="8890000" cy="769441"/>
          </a:xfrm>
          <a:prstGeom prst="rect">
            <a:avLst/>
          </a:prstGeom>
          <a:noFill/>
        </p:spPr>
        <p:txBody>
          <a:bodyPr vert="horz" rtlCol="0">
            <a:spAutoFit/>
          </a:bodyPr>
          <a:lstStyle/>
          <a:p>
            <a:pPr latinLnBrk="0"/>
            <a:r>
              <a:rPr lang="en-US" sz="2800" b="1" dirty="0">
                <a:latin typeface="Arial" panose="020B0604020202020204" pitchFamily="34" charset="0"/>
              </a:rPr>
              <a:t>Not applicable</a:t>
            </a:r>
          </a:p>
          <a:p>
            <a:pPr latinLnBrk="0"/>
            <a:r>
              <a:rPr lang="en-US" sz="1600" dirty="0" err="1">
                <a:latin typeface="Arial" panose="020B0604020202020204" pitchFamily="34" charset="0"/>
              </a:rPr>
              <a:t>Zaplist</a:t>
            </a:r>
            <a:r>
              <a:rPr lang="en-US" sz="1600" dirty="0">
                <a:latin typeface="Arial" panose="020B0604020202020204" pitchFamily="34" charset="0"/>
              </a:rPr>
              <a:t> shows no advertising of any </a:t>
            </a:r>
            <a:r>
              <a:rPr lang="en-US" sz="1600">
                <a:latin typeface="Arial" panose="020B0604020202020204" pitchFamily="34" charset="0"/>
              </a:rPr>
              <a:t>kind.</a:t>
            </a:r>
            <a:endParaRPr lang="en-US" sz="1600" dirty="0">
              <a:latin typeface="Arial" panose="020B06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TextBox 5">
            <a:extLst>
              <a:ext uri="{FF2B5EF4-FFF2-40B4-BE49-F238E27FC236}">
                <a16:creationId xmlns:a16="http://schemas.microsoft.com/office/drawing/2014/main" id="{386267C6-FEDF-EDEF-CC08-2EEFCE5CD9FE}"/>
              </a:ext>
            </a:extLst>
          </p:cNvPr>
          <p:cNvSpPr txBox="1">
            <a:spLocks noChangeArrowheads="1"/>
          </p:cNvSpPr>
          <p:nvPr/>
        </p:nvSpPr>
        <p:spPr bwMode="auto">
          <a:xfrm>
            <a:off x="381000" y="1000125"/>
            <a:ext cx="9109075" cy="2308324"/>
          </a:xfrm>
          <a:prstGeom prst="rect">
            <a:avLst/>
          </a:prstGeom>
          <a:noFill/>
          <a:ln>
            <a:noFill/>
          </a:ln>
        </p:spPr>
        <p:txBody>
          <a:bodyPr>
            <a:spAutoFit/>
          </a:bodyPr>
          <a:lstStyle>
            <a:lvl1pPr marL="355600" indent="-355600">
              <a:defRPr>
                <a:solidFill>
                  <a:schemeClr val="tx1"/>
                </a:solidFill>
                <a:latin typeface="Wingdings 2" pitchFamily="18" charset="2"/>
                <a:ea typeface="굴림" pitchFamily="50" charset="-127"/>
              </a:defRPr>
            </a:lvl1pPr>
            <a:lvl2pPr marL="742950" indent="-285750">
              <a:defRPr>
                <a:solidFill>
                  <a:schemeClr val="tx1"/>
                </a:solidFill>
                <a:latin typeface="Wingdings 2" pitchFamily="18" charset="2"/>
                <a:ea typeface="굴림" pitchFamily="50" charset="-127"/>
              </a:defRPr>
            </a:lvl2pPr>
            <a:lvl3pPr marL="1143000" indent="-228600">
              <a:defRPr>
                <a:solidFill>
                  <a:schemeClr val="tx1"/>
                </a:solidFill>
                <a:latin typeface="Wingdings 2" pitchFamily="18" charset="2"/>
                <a:ea typeface="굴림" pitchFamily="50" charset="-127"/>
              </a:defRPr>
            </a:lvl3pPr>
            <a:lvl4pPr marL="1600200" indent="-228600">
              <a:defRPr>
                <a:solidFill>
                  <a:schemeClr val="tx1"/>
                </a:solidFill>
                <a:latin typeface="Wingdings 2" pitchFamily="18" charset="2"/>
                <a:ea typeface="굴림" pitchFamily="50" charset="-127"/>
              </a:defRPr>
            </a:lvl4pPr>
            <a:lvl5pPr marL="2057400" indent="-228600">
              <a:defRPr>
                <a:solidFill>
                  <a:schemeClr val="tx1"/>
                </a:solidFill>
                <a:latin typeface="Wingdings 2" pitchFamily="18" charset="2"/>
                <a:ea typeface="굴림" pitchFamily="50" charset="-127"/>
              </a:defRPr>
            </a:lvl5pPr>
            <a:lvl6pPr marL="2514600" indent="-228600" eaLnBrk="0" fontAlgn="base" hangingPunct="0">
              <a:spcBef>
                <a:spcPct val="0"/>
              </a:spcBef>
              <a:spcAft>
                <a:spcPct val="0"/>
              </a:spcAft>
              <a:defRPr>
                <a:solidFill>
                  <a:schemeClr val="tx1"/>
                </a:solidFill>
                <a:latin typeface="Wingdings 2" pitchFamily="18" charset="2"/>
                <a:ea typeface="굴림" pitchFamily="50" charset="-127"/>
              </a:defRPr>
            </a:lvl6pPr>
            <a:lvl7pPr marL="2971800" indent="-228600" eaLnBrk="0" fontAlgn="base" hangingPunct="0">
              <a:spcBef>
                <a:spcPct val="0"/>
              </a:spcBef>
              <a:spcAft>
                <a:spcPct val="0"/>
              </a:spcAft>
              <a:defRPr>
                <a:solidFill>
                  <a:schemeClr val="tx1"/>
                </a:solidFill>
                <a:latin typeface="Wingdings 2" pitchFamily="18" charset="2"/>
                <a:ea typeface="굴림" pitchFamily="50" charset="-127"/>
              </a:defRPr>
            </a:lvl7pPr>
            <a:lvl8pPr marL="3429000" indent="-228600" eaLnBrk="0" fontAlgn="base" hangingPunct="0">
              <a:spcBef>
                <a:spcPct val="0"/>
              </a:spcBef>
              <a:spcAft>
                <a:spcPct val="0"/>
              </a:spcAft>
              <a:defRPr>
                <a:solidFill>
                  <a:schemeClr val="tx1"/>
                </a:solidFill>
                <a:latin typeface="Wingdings 2" pitchFamily="18" charset="2"/>
                <a:ea typeface="굴림" pitchFamily="50" charset="-127"/>
              </a:defRPr>
            </a:lvl8pPr>
            <a:lvl9pPr marL="3886200" indent="-228600" eaLnBrk="0" fontAlgn="base" hangingPunct="0">
              <a:spcBef>
                <a:spcPct val="0"/>
              </a:spcBef>
              <a:spcAft>
                <a:spcPct val="0"/>
              </a:spcAft>
              <a:defRPr>
                <a:solidFill>
                  <a:schemeClr val="tx1"/>
                </a:solidFill>
                <a:latin typeface="Wingdings 2" pitchFamily="18" charset="2"/>
                <a:ea typeface="굴림" pitchFamily="50" charset="-127"/>
              </a:defRPr>
            </a:lvl9pPr>
          </a:lstStyle>
          <a:p>
            <a:pPr latinLnBrk="0" marL="0" indent="0">
              <a:defRPr/>
            </a:pPr>
            <a:r>
              <a:rPr lang="en-US" altLang="ko-KR" sz="1200" dirty="0">
                <a:latin typeface="Arial" pitchFamily="34" charset="0"/>
                <a:ea typeface="맑은 고딕" pitchFamily="50" charset="-127"/>
              </a:rPr>
              <a:t>If you have anything to let the LG QA Management know, please comment here. Any detailed references will be welcome.</a:t>
            </a:r>
          </a:p>
          <a:p>
            <a:pPr latinLnBrk="0" marL="0" indent="0">
              <a:defRPr/>
            </a:pPr>
            <a:endParaRPr lang="en-US" altLang="ko-KR" sz="1200" dirty="0">
              <a:latin typeface="Arial" pitchFamily="34" charset="0"/>
              <a:ea typeface="맑은 고딕" pitchFamily="50" charset="-127"/>
            </a:endParaRPr>
          </a:p>
          <a:p>
            <a:pPr latinLnBrk="0" marL="0" indent="0">
              <a:defRPr/>
            </a:pPr>
            <a:r>
              <a:rPr lang="en-US" altLang="ko-KR" sz="1200" dirty="0">
                <a:latin typeface="Arial" pitchFamily="34" charset="0"/>
                <a:ea typeface="맑은 고딕" pitchFamily="50" charset="-127"/>
              </a:rPr>
              <a:t>1. </a:t>
            </a:r>
            <a:r>
              <a:rPr lang="en-US" altLang="ko-KR" sz="1200" dirty="0" err="1">
                <a:latin typeface="Arial" pitchFamily="34" charset="0"/>
                <a:ea typeface="맑은 고딕" pitchFamily="50" charset="-127"/>
              </a:rPr>
              <a:t>Zaplist</a:t>
            </a:r>
            <a:r>
              <a:rPr lang="en-US" altLang="ko-KR" sz="1200" dirty="0">
                <a:latin typeface="Arial" pitchFamily="34" charset="0"/>
                <a:ea typeface="맑은 고딕" pitchFamily="50" charset="-127"/>
              </a:rPr>
              <a:t> includes no channels. Add the test playlist from 4 to test playback; it uses public test streams (Blender Foundation open movies, Apple and Google test streams).</a:t>
            </a:r>
          </a:p>
          <a:p>
            <a:pPr latinLnBrk="0" marL="0" indent="0">
              <a:defRPr/>
            </a:pPr>
            <a:r>
              <a:rPr lang="en-US" altLang="ko-KR" sz="1200" dirty="0">
                <a:latin typeface="Arial" pitchFamily="34" charset="0"/>
                <a:ea typeface="맑은 고딕" pitchFamily="50" charset="-127"/>
              </a:rPr>
              <a:t>2. </a:t>
            </a:r>
            <a:r>
              <a:rPr lang="en-US" altLang="ko-KR" sz="1200" dirty="0" err="1">
                <a:latin typeface="Arial" pitchFamily="34" charset="0"/>
                <a:ea typeface="맑은 고딕" pitchFamily="50" charset="-127"/>
              </a:rPr>
              <a:t>Xtream</a:t>
            </a:r>
            <a:r>
              <a:rPr lang="en-US" altLang="ko-KR" sz="1200" dirty="0">
                <a:latin typeface="Arial" pitchFamily="34" charset="0"/>
                <a:ea typeface="맑은 고딕" pitchFamily="50" charset="-127"/>
              </a:rPr>
              <a:t> Codes sources need an account from an IPTV provider, which we can't supply; the M3U path covers the same screens.</a:t>
            </a:r>
          </a:p>
          <a:p>
            <a:pPr latinLnBrk="0" marL="0" indent="0">
              <a:defRPr/>
            </a:pPr>
            <a:r>
              <a:rPr lang="en-US" altLang="ko-KR" sz="1200" dirty="0">
                <a:latin typeface="Arial" pitchFamily="34" charset="0"/>
                <a:ea typeface="맑은 고딕" pitchFamily="50" charset="-127"/>
              </a:rPr>
              <a:t>3. Back on the first screen calls </a:t>
            </a:r>
            <a:r>
              <a:rPr lang="en-US" altLang="ko-KR" sz="1200" dirty="0" err="1">
                <a:latin typeface="Arial" pitchFamily="34" charset="0"/>
                <a:ea typeface="맑은 고딕" pitchFamily="50" charset="-127"/>
              </a:rPr>
              <a:t>webOS.platformBack</a:t>
            </a:r>
            <a:r>
              <a:rPr lang="en-US" altLang="ko-KR" sz="1200" dirty="0">
                <a:latin typeface="Arial" pitchFamily="34" charset="0"/>
                <a:ea typeface="맑은 고딕" pitchFamily="50" charset="-127"/>
              </a:rPr>
              <a:t>(), so the TV shows its exit popup or Home screen depending on the webOS version.</a:t>
            </a:r>
          </a:p>
          <a:p>
            <a:pPr latinLnBrk="0" marL="0" indent="0">
              <a:defRPr/>
            </a:pPr>
            <a:r>
              <a:rPr lang="en-US" altLang="ko-KR" sz="1200" dirty="0">
                <a:latin typeface="Arial" pitchFamily="34" charset="0"/>
                <a:ea typeface="맑은 고딕" pitchFamily="50" charset="-127"/>
              </a:rPr>
              <a:t>4. No credentials are hard-coded. The words "password", "credential" and "token" in the package come from the </a:t>
            </a:r>
            <a:r>
              <a:rPr lang="en-US" altLang="ko-KR" sz="1200" dirty="0" err="1">
                <a:latin typeface="Arial" pitchFamily="34" charset="0"/>
                <a:ea typeface="맑은 고딕" pitchFamily="50" charset="-127"/>
              </a:rPr>
              <a:t>Xtream</a:t>
            </a:r>
            <a:r>
              <a:rPr lang="en-US" altLang="ko-KR" sz="1200" dirty="0">
                <a:latin typeface="Arial" pitchFamily="34" charset="0"/>
                <a:ea typeface="맑은 고딕" pitchFamily="50" charset="-127"/>
              </a:rPr>
              <a:t> Codes API parameters, the login form field, the core-</a:t>
            </a:r>
            <a:r>
              <a:rPr lang="en-US" altLang="ko-KR" sz="1200" dirty="0" err="1">
                <a:latin typeface="Arial" pitchFamily="34" charset="0"/>
                <a:ea typeface="맑은 고딕" pitchFamily="50" charset="-127"/>
              </a:rPr>
              <a:t>js</a:t>
            </a:r>
            <a:r>
              <a:rPr lang="en-US" altLang="ko-KR" sz="1200" dirty="0">
                <a:latin typeface="Arial" pitchFamily="34" charset="0"/>
                <a:ea typeface="맑은 고딕" pitchFamily="50" charset="-127"/>
              </a:rPr>
              <a:t> URL </a:t>
            </a:r>
            <a:r>
              <a:rPr lang="en-US" altLang="ko-KR" sz="1200" dirty="0" err="1">
                <a:latin typeface="Arial" pitchFamily="34" charset="0"/>
                <a:ea typeface="맑은 고딕" pitchFamily="50" charset="-127"/>
              </a:rPr>
              <a:t>polyfill</a:t>
            </a:r>
            <a:r>
              <a:rPr lang="en-US" altLang="ko-KR" sz="1200" dirty="0">
                <a:latin typeface="Arial" pitchFamily="34" charset="0"/>
                <a:ea typeface="맑은 고딕" pitchFamily="50" charset="-127"/>
              </a:rPr>
              <a:t> (</a:t>
            </a:r>
            <a:r>
              <a:rPr lang="en-US" altLang="ko-KR" sz="1200" dirty="0" err="1">
                <a:latin typeface="Arial" pitchFamily="34" charset="0"/>
                <a:ea typeface="맑은 고딕" pitchFamily="50" charset="-127"/>
              </a:rPr>
              <a:t>URL.password</a:t>
            </a:r>
            <a:r>
              <a:rPr lang="en-US" altLang="ko-KR" sz="1200" dirty="0">
                <a:latin typeface="Arial" pitchFamily="34" charset="0"/>
                <a:ea typeface="맑은 고딕" pitchFamily="50" charset="-127"/>
              </a:rPr>
              <a:t>) and the XHR/fetch </a:t>
            </a:r>
            <a:r>
              <a:rPr lang="en-US" altLang="ko-KR" sz="1200" dirty="0" err="1">
                <a:latin typeface="Arial" pitchFamily="34" charset="0"/>
                <a:ea typeface="맑은 고딕" pitchFamily="50" charset="-127"/>
              </a:rPr>
              <a:t>withCredentials</a:t>
            </a:r>
            <a:r>
              <a:rPr lang="en-US" altLang="ko-KR" sz="1200" dirty="0">
                <a:latin typeface="Arial" pitchFamily="34" charset="0"/>
                <a:ea typeface="맑은 고딕" pitchFamily="50" charset="-127"/>
              </a:rPr>
              <a:t> options in hls.js and mpegts.js. Playlist URLs, logins, the cached channel lists and guide addresses, and the parental PIN are stored only on the TV, encrypted (AES-GCM, key generated on the TV).</a:t>
            </a:r>
          </a:p>
          <a:p>
            <a:pPr latinLnBrk="0" marL="0" indent="0">
              <a:defRPr/>
            </a:pPr>
            <a:r>
              <a:rPr lang="en-US" altLang="ko-KR" sz="1200" dirty="0">
                <a:latin typeface="Arial" pitchFamily="34" charset="0"/>
                <a:ea typeface="맑은 고딕" pitchFamily="50" charset="-127"/>
              </a:rPr>
              <a:t>5. Contact: nomoredazzling@gmail.com</a:t>
            </a:r>
          </a:p>
        </p:txBody>
      </p:sp>
      <p:sp>
        <p:nvSpPr>
          <p:cNvPr id="5" name="텍스트 개체 틀 4">
            <a:extLst>
              <a:ext uri="{FF2B5EF4-FFF2-40B4-BE49-F238E27FC236}">
                <a16:creationId xmlns:a16="http://schemas.microsoft.com/office/drawing/2014/main" id="{0A7FF551-AB5A-FC60-2139-B0846120998B}"/>
              </a:ext>
            </a:extLst>
          </p:cNvPr>
          <p:cNvSpPr>
            <a:spLocks noGrp="1"/>
          </p:cNvSpPr>
          <p:nvPr>
            <p:ph type="body" sz="quarter" idx="13"/>
          </p:nvPr>
        </p:nvSpPr>
        <p:spPr>
          <a:xfrm>
            <a:off x="0" y="188913"/>
            <a:ext cx="7761288" cy="368300"/>
          </a:xfrm>
        </p:spPr>
        <p:txBody>
          <a:bodyPr/>
          <a:lstStyle/>
          <a:p>
            <a:pPr latinLnBrk="0">
              <a:defRPr/>
            </a:pPr>
            <a:r>
              <a:rPr lang="en-US" altLang="ko-KR">
                <a:latin typeface="Arial" charset="0"/>
                <a:ea typeface="돋움" pitchFamily="50" charset="-127"/>
              </a:rPr>
              <a:t>[Appendix]</a:t>
            </a:r>
          </a:p>
        </p:txBody>
      </p:sp>
    </p:spTree>
  </p:cSld>
  <p:clrMapOvr>
    <a:masterClrMapping/>
  </p:clrMapOvr>
</p:sld>
</file>

<file path=ppt/theme/theme1.xml><?xml version="1.0" encoding="utf-8"?>
<a:theme xmlns:a="http://schemas.openxmlformats.org/drawingml/2006/main" name="1_기본 디자인">
  <a:themeElements>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lnDef>
  </a:objectDefaults>
  <a:extraClrSchemeLst>
    <a:extraClrScheme>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디자인 사용자 지정">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디자인 사용자 지정">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2_디자인 사용자 지정">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3_기본 디자인">
  <a:themeElements>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lnDef>
  </a:objectDefaults>
  <a:extraClrSchemeLst>
    <a:extraClrScheme>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6.xml><?xml version="1.0" encoding="utf-8"?>
<a:theme xmlns:a="http://schemas.openxmlformats.org/drawingml/2006/main" name="2_기본 디자인">
  <a:themeElements>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lnDef>
  </a:objectDefaults>
  <a:extraClrSchemeLst>
    <a:extraClrScheme>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7.xml><?xml version="1.0" encoding="utf-8"?>
<a:theme xmlns:a="http://schemas.openxmlformats.org/drawingml/2006/main" name="Office 테마">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10057</TotalTime>
  <Words>2512</Words>
  <Application>Microsoft Office PowerPoint</Application>
  <PresentationFormat>A4 Paper (210x297 mm)</PresentationFormat>
  <Paragraphs>456</Paragraphs>
  <Slides>22</Slides>
  <Notes>22</Notes>
  <HiddenSlides>0</HiddenSlides>
  <MMClips>0</MMClips>
  <ScaleCrop>false</ScaleCrop>
  <HeadingPairs>
    <vt:vector size="6" baseType="variant">
      <vt:variant>
        <vt:lpstr>Fonts Used</vt:lpstr>
      </vt:variant>
      <vt:variant>
        <vt:i4>8</vt:i4>
      </vt:variant>
      <vt:variant>
        <vt:lpstr>Theme</vt:lpstr>
      </vt:variant>
      <vt:variant>
        <vt:i4>6</vt:i4>
      </vt:variant>
      <vt:variant>
        <vt:lpstr>Slide Titles</vt:lpstr>
      </vt:variant>
      <vt:variant>
        <vt:i4>22</vt:i4>
      </vt:variant>
    </vt:vector>
  </HeadingPairs>
  <TitlesOfParts>
    <vt:vector size="36" baseType="lpstr">
      <vt:lpstr>Wingdings 2</vt:lpstr>
      <vt:lpstr>굴림</vt:lpstr>
      <vt:lpstr>Arial</vt:lpstr>
      <vt:lpstr>맑은 고딕</vt:lpstr>
      <vt:lpstr>Wingdings</vt:lpstr>
      <vt:lpstr>돋움</vt:lpstr>
      <vt:lpstr>돋움체</vt:lpstr>
      <vt:lpstr>Arial Unicode MS</vt:lpstr>
      <vt:lpstr>1_기본 디자인</vt:lpstr>
      <vt:lpstr>디자인 사용자 지정</vt:lpstr>
      <vt:lpstr>1_디자인 사용자 지정</vt:lpstr>
      <vt:lpstr>2_디자인 사용자 지정</vt:lpstr>
      <vt:lpstr>3_기본 디자인</vt:lpstr>
      <vt:lpstr>2_기본 디자인</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LG Electronics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 title]description</dc:title>
  <dc:creator>LG Apps</dc:creator>
  <cp:lastModifiedBy>Liyona Bonakdar</cp:lastModifiedBy>
  <cp:revision>665</cp:revision>
  <dcterms:created xsi:type="dcterms:W3CDTF">2010-07-06T05:41:28Z</dcterms:created>
  <dcterms:modified xsi:type="dcterms:W3CDTF">2026-10-10T09:38:02Z</dcterms:modified>
</cp:coreProperties>
</file>