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A22CB753-38A0-9829-E682-8F06EF54A1E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641862C0-A100-A732-8F3B-0A1999512392}"/>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D36C4D83-46E1-474B-A4B2-5A566D423929}"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5EE4928F-46E4-204A-EF12-8B107FEDC82D}"/>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220C6AC0-9F50-33FB-7C0B-6AC9CCF3E554}"/>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16182CF1-5804-48E3-A778-05FC22F9EB4C}"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6389A6A6-7CB8-C82C-52D5-38407BBE8B3B}"/>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E94990FE-E166-C005-2064-D66DC0A98E16}"/>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E773D820-D111-213F-10EC-97B97752EADD}"/>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8D9AECF0-28BB-CA53-BCB1-283747F77106}"/>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7ABDAE6E-0729-B83F-4DF9-2706693D70AA}"/>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91E30D30-1CF2-143B-B3F2-0BA3733E160B}"/>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4884D043-0026-42A0-BDE2-825974542927}"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72E6724F-C7A6-42F8-7E01-BEEA4635727F}"/>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266CB97E-F9D6-60FF-BE10-E5813ABB9CD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6B2B18BC-EE81-993D-BA80-AEF4EEE18C7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CC3EA654-2000-46C8-8F5C-2BFB78F408DD}"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2F2EA8DF-A98D-4C1E-E9AD-9DE85FE16695}"/>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E335E24E-B6C8-CA09-8977-801BC3F5675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5B63A472-6D24-094F-84A1-AB6F961AF77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75AF6D2-6544-454C-BCED-DD65CE940759}"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3CE89429-E9A1-6C0E-E721-344625EA3FC4}"/>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00C8A59B-356A-CAF5-689A-D80BB71C009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A5BF117F-9445-2029-2329-5835F1887B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DE334B26-8E6A-4226-80B7-0B4640ED159D}"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EA37EEE9-DC90-3F3C-2270-F1408AABD56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04FC079D-C253-4A73-A2F5-D1645DD6EEA5}"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581F181C-09FE-D8A0-73D3-CD2372436367}"/>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6E8E4BD6-C6B4-5D4F-3CBC-9DAE84AD96D3}"/>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FEE6A325-1D09-DE12-2162-7BDE59046CF2}"/>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EBCEC58C-9308-468D-9E25-7FE505D07B25}"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4BB078D2-A3D5-2EAE-0A6E-43CFB7F64494}"/>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28184CB5-9F2E-A4E7-2656-9036931D0E7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7CB0013F-8CAE-5591-F895-9F136F9CCD4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8DBAFA0-9E89-40F3-8AC1-3DCEC2DA24DB}"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11D0C6B7-5F12-6C3C-D0AA-51A45B372FD3}"/>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AA4D7098-FCD1-E0E5-4563-FBBC55F2984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4E1A26FC-B896-85A9-1CF6-C993CAED001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E316AB27-4CD2-4EE3-842E-C77FD75C87BA}"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68BAC05B-C3BA-609B-054F-D74C939B0F2C}"/>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825A33F7-79C6-E489-86B2-116DE92541C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8568CB4F-20DA-60DB-3115-E52A7325612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CCACF31C-A3A1-4ABB-B85B-17824A3F3570}"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4599CBBB-F521-974B-DC0E-A26E3F407D05}"/>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53B14CAE-83A1-56FD-76E9-4257EA143C4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83F7735B-4F3B-3CB0-51D4-9087D9F9984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30FE29F-A0F3-40AC-A26E-9357AD97BC4D}"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30A6013E-C925-7D89-1C96-A44BA37C79D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55CB1269-9D9D-63C0-CBD1-D23F5FB9910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374F13F4-154D-BA40-9F01-E3E9236FE46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6551949-FC89-43A9-9640-2EF1EEB78C9F}"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F414CE33-8375-DAD2-C0BB-EF0994FB8EC0}"/>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D9F5449D-7173-0D1F-2888-C410CBABC9A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C39E63E6-2B5E-902D-8F2B-49EA29AEAF1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7CF2AF9C-7AA3-4FE0-ABF1-F7C450218F9E}"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D666B204-31F1-E4A3-E111-A58D41C3FA26}"/>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123650C5-D5C4-58B3-2E5E-1F71C942C28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0AD33AAA-93A1-26D3-1C3C-3531DD299B7A}"/>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0C8EF4A8-B82D-4E32-9863-8C9AA4551BC9}"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6E90B45B-0A6A-85F9-1D68-B84FD03E6ABE}"/>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FED03C26-F0F3-E868-FADE-C831E491CE7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8E008A1B-C8A1-3F0A-F7F7-83F7E0CC536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9F409A1-5717-4172-AA70-D433BE01D953}"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E29EF98-4ACD-0895-F3AF-65D67CBE750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FFFF5F4E-E833-485B-B0A2-CE2BD3505E2B}"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20416506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B309BB2F-B68E-6B48-A4A2-14B24A54C57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5EA49C60-4601-49BF-971D-586B3C9298F4}"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132894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3F5F39AF-BFC4-EEBF-C909-263AFBE8B1DE}"/>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B39DC762-80C5-466C-918D-680FE8474944}"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7187F495-B5B9-04CD-B574-E2AE07BF980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86668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D7DBA586-B8B2-2780-30A1-2ED076BF42F6}"/>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0C7511A2-8F4B-48DE-BB90-04AF49BF4CDA}"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011117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E49969D1-6BCD-A14B-18B3-39B282A2BFF7}"/>
              </a:ext>
            </a:extLst>
          </p:cNvPr>
          <p:cNvSpPr>
            <a:spLocks noGrp="1"/>
          </p:cNvSpPr>
          <p:nvPr>
            <p:ph type="dt" sz="half" idx="10"/>
          </p:nvPr>
        </p:nvSpPr>
        <p:spPr/>
        <p:txBody>
          <a:bodyPr/>
          <a:lstStyle>
            <a:lvl1pPr>
              <a:defRPr/>
            </a:lvl1pPr>
          </a:lstStyle>
          <a:p>
            <a:pPr>
              <a:defRPr/>
            </a:pPr>
            <a:fld id="{D675DA1D-166E-4F6C-84E0-99A6512E59F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AD65F57-919F-8D6C-832F-D682B8469B9D}"/>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EBCE061-CE59-6437-0FA1-098CDB6DF698}"/>
              </a:ext>
            </a:extLst>
          </p:cNvPr>
          <p:cNvSpPr>
            <a:spLocks noGrp="1"/>
          </p:cNvSpPr>
          <p:nvPr>
            <p:ph type="sldNum" sz="quarter" idx="12"/>
          </p:nvPr>
        </p:nvSpPr>
        <p:spPr/>
        <p:txBody>
          <a:bodyPr/>
          <a:lstStyle>
            <a:lvl1pPr>
              <a:defRPr/>
            </a:lvl1pPr>
          </a:lstStyle>
          <a:p>
            <a:pPr>
              <a:defRPr/>
            </a:pPr>
            <a:fld id="{C41A9E41-48B9-4DFC-83D2-295DB1C6C609}" type="slidenum">
              <a:rPr lang="ko-KR" altLang="en-US"/>
              <a:pPr>
                <a:defRPr/>
              </a:pPr>
              <a:t>‹#›</a:t>
            </a:fld>
            <a:endParaRPr lang="ko-KR" altLang="en-US"/>
          </a:p>
        </p:txBody>
      </p:sp>
    </p:spTree>
    <p:extLst>
      <p:ext uri="{BB962C8B-B14F-4D97-AF65-F5344CB8AC3E}">
        <p14:creationId xmlns:p14="http://schemas.microsoft.com/office/powerpoint/2010/main" val="14338919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2EC9D09-CF7D-990C-1F90-1B812FEECB0E}"/>
              </a:ext>
            </a:extLst>
          </p:cNvPr>
          <p:cNvSpPr>
            <a:spLocks noGrp="1"/>
          </p:cNvSpPr>
          <p:nvPr>
            <p:ph type="dt" sz="half" idx="10"/>
          </p:nvPr>
        </p:nvSpPr>
        <p:spPr/>
        <p:txBody>
          <a:bodyPr/>
          <a:lstStyle>
            <a:lvl1pPr>
              <a:defRPr/>
            </a:lvl1pPr>
          </a:lstStyle>
          <a:p>
            <a:pPr>
              <a:defRPr/>
            </a:pPr>
            <a:fld id="{F87F336A-D43C-4B77-87EE-D7A89ECCC74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F6F7BCB-E18E-4757-BB80-86F6316CC21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C22F9231-E145-5573-45B6-B09E136E64B0}"/>
              </a:ext>
            </a:extLst>
          </p:cNvPr>
          <p:cNvSpPr>
            <a:spLocks noGrp="1"/>
          </p:cNvSpPr>
          <p:nvPr>
            <p:ph type="sldNum" sz="quarter" idx="12"/>
          </p:nvPr>
        </p:nvSpPr>
        <p:spPr/>
        <p:txBody>
          <a:bodyPr/>
          <a:lstStyle>
            <a:lvl1pPr>
              <a:defRPr/>
            </a:lvl1pPr>
          </a:lstStyle>
          <a:p>
            <a:pPr>
              <a:defRPr/>
            </a:pPr>
            <a:fld id="{4271A1EF-7919-41B0-8E61-E0A65753A5FC}" type="slidenum">
              <a:rPr lang="ko-KR" altLang="en-US"/>
              <a:pPr>
                <a:defRPr/>
              </a:pPr>
              <a:t>‹#›</a:t>
            </a:fld>
            <a:endParaRPr lang="ko-KR" altLang="en-US"/>
          </a:p>
        </p:txBody>
      </p:sp>
    </p:spTree>
    <p:extLst>
      <p:ext uri="{BB962C8B-B14F-4D97-AF65-F5344CB8AC3E}">
        <p14:creationId xmlns:p14="http://schemas.microsoft.com/office/powerpoint/2010/main" val="39272104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852AB66B-ED38-53A0-8288-464AFA994660}"/>
              </a:ext>
            </a:extLst>
          </p:cNvPr>
          <p:cNvSpPr>
            <a:spLocks noGrp="1"/>
          </p:cNvSpPr>
          <p:nvPr>
            <p:ph type="dt" sz="half" idx="10"/>
          </p:nvPr>
        </p:nvSpPr>
        <p:spPr/>
        <p:txBody>
          <a:bodyPr/>
          <a:lstStyle>
            <a:lvl1pPr>
              <a:defRPr/>
            </a:lvl1pPr>
          </a:lstStyle>
          <a:p>
            <a:pPr>
              <a:defRPr/>
            </a:pPr>
            <a:fld id="{F68A7E68-CEF0-4937-9C29-1F8726D9E3F3}"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A82AA10-0893-CA71-8E02-613852EAF8A2}"/>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0C9E222-7CE1-EBBE-7C5C-E0B1CF3EEDCD}"/>
              </a:ext>
            </a:extLst>
          </p:cNvPr>
          <p:cNvSpPr>
            <a:spLocks noGrp="1"/>
          </p:cNvSpPr>
          <p:nvPr>
            <p:ph type="sldNum" sz="quarter" idx="12"/>
          </p:nvPr>
        </p:nvSpPr>
        <p:spPr/>
        <p:txBody>
          <a:bodyPr/>
          <a:lstStyle>
            <a:lvl1pPr>
              <a:defRPr/>
            </a:lvl1pPr>
          </a:lstStyle>
          <a:p>
            <a:pPr>
              <a:defRPr/>
            </a:pPr>
            <a:fld id="{63B2B9FD-7E02-4F72-A925-FA5A42C45633}" type="slidenum">
              <a:rPr lang="ko-KR" altLang="en-US"/>
              <a:pPr>
                <a:defRPr/>
              </a:pPr>
              <a:t>‹#›</a:t>
            </a:fld>
            <a:endParaRPr lang="ko-KR" altLang="en-US"/>
          </a:p>
        </p:txBody>
      </p:sp>
    </p:spTree>
    <p:extLst>
      <p:ext uri="{BB962C8B-B14F-4D97-AF65-F5344CB8AC3E}">
        <p14:creationId xmlns:p14="http://schemas.microsoft.com/office/powerpoint/2010/main" val="42440820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B8128BFE-56EF-4414-B548-C60C7BC66B50}"/>
              </a:ext>
            </a:extLst>
          </p:cNvPr>
          <p:cNvSpPr>
            <a:spLocks noGrp="1"/>
          </p:cNvSpPr>
          <p:nvPr>
            <p:ph type="dt" sz="half" idx="10"/>
          </p:nvPr>
        </p:nvSpPr>
        <p:spPr/>
        <p:txBody>
          <a:bodyPr/>
          <a:lstStyle>
            <a:lvl1pPr>
              <a:defRPr/>
            </a:lvl1pPr>
          </a:lstStyle>
          <a:p>
            <a:pPr>
              <a:defRPr/>
            </a:pPr>
            <a:fld id="{34089E2F-34AB-491C-BCB3-A78A9AE7ECD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71698C59-B850-6A52-C901-167B4F5125F3}"/>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E56A91B1-E035-8B82-8616-D5DB39ADD3DC}"/>
              </a:ext>
            </a:extLst>
          </p:cNvPr>
          <p:cNvSpPr>
            <a:spLocks noGrp="1"/>
          </p:cNvSpPr>
          <p:nvPr>
            <p:ph type="sldNum" sz="quarter" idx="12"/>
          </p:nvPr>
        </p:nvSpPr>
        <p:spPr/>
        <p:txBody>
          <a:bodyPr/>
          <a:lstStyle>
            <a:lvl1pPr>
              <a:defRPr/>
            </a:lvl1pPr>
          </a:lstStyle>
          <a:p>
            <a:pPr>
              <a:defRPr/>
            </a:pPr>
            <a:fld id="{6209BC1A-ECDD-493B-A2A1-A2E59A83C5E9}" type="slidenum">
              <a:rPr lang="ko-KR" altLang="en-US"/>
              <a:pPr>
                <a:defRPr/>
              </a:pPr>
              <a:t>‹#›</a:t>
            </a:fld>
            <a:endParaRPr lang="ko-KR" altLang="en-US"/>
          </a:p>
        </p:txBody>
      </p:sp>
    </p:spTree>
    <p:extLst>
      <p:ext uri="{BB962C8B-B14F-4D97-AF65-F5344CB8AC3E}">
        <p14:creationId xmlns:p14="http://schemas.microsoft.com/office/powerpoint/2010/main" val="3637096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15A92161-7FAD-6C34-D389-405DBCDD1C7C}"/>
              </a:ext>
            </a:extLst>
          </p:cNvPr>
          <p:cNvSpPr>
            <a:spLocks noGrp="1"/>
          </p:cNvSpPr>
          <p:nvPr>
            <p:ph type="dt" sz="half" idx="10"/>
          </p:nvPr>
        </p:nvSpPr>
        <p:spPr/>
        <p:txBody>
          <a:bodyPr/>
          <a:lstStyle>
            <a:lvl1pPr>
              <a:defRPr/>
            </a:lvl1pPr>
          </a:lstStyle>
          <a:p>
            <a:pPr>
              <a:defRPr/>
            </a:pPr>
            <a:fld id="{41C12BE7-B5D0-4DC6-84C6-3327E90BB56F}"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A5624A07-FD1A-31A1-62F9-FEAFBBA3A47E}"/>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4A58DFB1-AEA0-942E-BE21-FB1BFFEA6F65}"/>
              </a:ext>
            </a:extLst>
          </p:cNvPr>
          <p:cNvSpPr>
            <a:spLocks noGrp="1"/>
          </p:cNvSpPr>
          <p:nvPr>
            <p:ph type="sldNum" sz="quarter" idx="12"/>
          </p:nvPr>
        </p:nvSpPr>
        <p:spPr/>
        <p:txBody>
          <a:bodyPr/>
          <a:lstStyle>
            <a:lvl1pPr>
              <a:defRPr/>
            </a:lvl1pPr>
          </a:lstStyle>
          <a:p>
            <a:pPr>
              <a:defRPr/>
            </a:pPr>
            <a:fld id="{3FC837E3-FD8B-4BF5-B5B4-B7B59559F3EB}" type="slidenum">
              <a:rPr lang="ko-KR" altLang="en-US"/>
              <a:pPr>
                <a:defRPr/>
              </a:pPr>
              <a:t>‹#›</a:t>
            </a:fld>
            <a:endParaRPr lang="ko-KR" altLang="en-US"/>
          </a:p>
        </p:txBody>
      </p:sp>
    </p:spTree>
    <p:extLst>
      <p:ext uri="{BB962C8B-B14F-4D97-AF65-F5344CB8AC3E}">
        <p14:creationId xmlns:p14="http://schemas.microsoft.com/office/powerpoint/2010/main" val="2360742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1953B2E0-9228-5A9D-5C1E-0376ED098E03}"/>
              </a:ext>
            </a:extLst>
          </p:cNvPr>
          <p:cNvSpPr>
            <a:spLocks noGrp="1"/>
          </p:cNvSpPr>
          <p:nvPr>
            <p:ph type="dt" sz="half" idx="10"/>
          </p:nvPr>
        </p:nvSpPr>
        <p:spPr/>
        <p:txBody>
          <a:bodyPr/>
          <a:lstStyle>
            <a:lvl1pPr>
              <a:defRPr/>
            </a:lvl1pPr>
          </a:lstStyle>
          <a:p>
            <a:pPr>
              <a:defRPr/>
            </a:pPr>
            <a:fld id="{2553C883-ED62-4D29-BDF0-0901CEC913D7}"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D78E2ECF-893C-C9AC-3271-67459C39D901}"/>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F436925D-30A7-C2AE-2792-341869AC2E72}"/>
              </a:ext>
            </a:extLst>
          </p:cNvPr>
          <p:cNvSpPr>
            <a:spLocks noGrp="1"/>
          </p:cNvSpPr>
          <p:nvPr>
            <p:ph type="sldNum" sz="quarter" idx="12"/>
          </p:nvPr>
        </p:nvSpPr>
        <p:spPr/>
        <p:txBody>
          <a:bodyPr/>
          <a:lstStyle>
            <a:lvl1pPr>
              <a:defRPr/>
            </a:lvl1pPr>
          </a:lstStyle>
          <a:p>
            <a:pPr>
              <a:defRPr/>
            </a:pPr>
            <a:fld id="{FE7A7A3F-935C-4C75-A3E7-82EE9EB6C454}" type="slidenum">
              <a:rPr lang="ko-KR" altLang="en-US"/>
              <a:pPr>
                <a:defRPr/>
              </a:pPr>
              <a:t>‹#›</a:t>
            </a:fld>
            <a:endParaRPr lang="ko-KR" altLang="en-US"/>
          </a:p>
        </p:txBody>
      </p:sp>
    </p:spTree>
    <p:extLst>
      <p:ext uri="{BB962C8B-B14F-4D97-AF65-F5344CB8AC3E}">
        <p14:creationId xmlns:p14="http://schemas.microsoft.com/office/powerpoint/2010/main" val="37230533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AD6CA2B6-5E0F-60D1-FB21-38BE741A8446}"/>
              </a:ext>
            </a:extLst>
          </p:cNvPr>
          <p:cNvSpPr>
            <a:spLocks noGrp="1"/>
          </p:cNvSpPr>
          <p:nvPr>
            <p:ph type="dt" sz="half" idx="10"/>
          </p:nvPr>
        </p:nvSpPr>
        <p:spPr/>
        <p:txBody>
          <a:bodyPr/>
          <a:lstStyle>
            <a:lvl1pPr>
              <a:defRPr/>
            </a:lvl1pPr>
          </a:lstStyle>
          <a:p>
            <a:pPr>
              <a:defRPr/>
            </a:pPr>
            <a:fld id="{69DD428F-FEAA-4BF0-BDFE-0579B38662F2}"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D354BB12-23D3-8B77-33F4-EE613001539F}"/>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7C2DACB5-D1E9-CF8F-22C1-A79E6E6F1102}"/>
              </a:ext>
            </a:extLst>
          </p:cNvPr>
          <p:cNvSpPr>
            <a:spLocks noGrp="1"/>
          </p:cNvSpPr>
          <p:nvPr>
            <p:ph type="sldNum" sz="quarter" idx="12"/>
          </p:nvPr>
        </p:nvSpPr>
        <p:spPr/>
        <p:txBody>
          <a:bodyPr/>
          <a:lstStyle>
            <a:lvl1pPr>
              <a:defRPr/>
            </a:lvl1pPr>
          </a:lstStyle>
          <a:p>
            <a:pPr>
              <a:defRPr/>
            </a:pPr>
            <a:fld id="{ABCFABDF-C4A3-4736-8803-89B407626315}" type="slidenum">
              <a:rPr lang="ko-KR" altLang="en-US"/>
              <a:pPr>
                <a:defRPr/>
              </a:pPr>
              <a:t>‹#›</a:t>
            </a:fld>
            <a:endParaRPr lang="ko-KR" altLang="en-US"/>
          </a:p>
        </p:txBody>
      </p:sp>
    </p:spTree>
    <p:extLst>
      <p:ext uri="{BB962C8B-B14F-4D97-AF65-F5344CB8AC3E}">
        <p14:creationId xmlns:p14="http://schemas.microsoft.com/office/powerpoint/2010/main" val="26590227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8F406166-A225-CBD9-4718-D980102773F7}"/>
              </a:ext>
            </a:extLst>
          </p:cNvPr>
          <p:cNvSpPr>
            <a:spLocks noGrp="1"/>
          </p:cNvSpPr>
          <p:nvPr>
            <p:ph type="dt" sz="half" idx="10"/>
          </p:nvPr>
        </p:nvSpPr>
        <p:spPr/>
        <p:txBody>
          <a:bodyPr/>
          <a:lstStyle>
            <a:lvl1pPr>
              <a:defRPr/>
            </a:lvl1pPr>
          </a:lstStyle>
          <a:p>
            <a:pPr>
              <a:defRPr/>
            </a:pPr>
            <a:fld id="{DEC24BA9-7C3E-4E7A-B641-E5CEA9FB978F}"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DEBE26BF-1521-FAF0-12D8-41510F0445E8}"/>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BB296AA-D004-CC7E-6445-A8F37DB19E19}"/>
              </a:ext>
            </a:extLst>
          </p:cNvPr>
          <p:cNvSpPr>
            <a:spLocks noGrp="1"/>
          </p:cNvSpPr>
          <p:nvPr>
            <p:ph type="sldNum" sz="quarter" idx="12"/>
          </p:nvPr>
        </p:nvSpPr>
        <p:spPr/>
        <p:txBody>
          <a:bodyPr/>
          <a:lstStyle>
            <a:lvl1pPr>
              <a:defRPr/>
            </a:lvl1pPr>
          </a:lstStyle>
          <a:p>
            <a:pPr>
              <a:defRPr/>
            </a:pPr>
            <a:fld id="{32255780-E5EF-4452-A8E9-1923E7400A68}" type="slidenum">
              <a:rPr lang="ko-KR" altLang="en-US"/>
              <a:pPr>
                <a:defRPr/>
              </a:pPr>
              <a:t>‹#›</a:t>
            </a:fld>
            <a:endParaRPr lang="ko-KR" altLang="en-US"/>
          </a:p>
        </p:txBody>
      </p:sp>
    </p:spTree>
    <p:extLst>
      <p:ext uri="{BB962C8B-B14F-4D97-AF65-F5344CB8AC3E}">
        <p14:creationId xmlns:p14="http://schemas.microsoft.com/office/powerpoint/2010/main" val="10574660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CB7A01C3-BD57-80CF-72CA-3C7FCE99FE87}"/>
              </a:ext>
            </a:extLst>
          </p:cNvPr>
          <p:cNvSpPr>
            <a:spLocks noGrp="1"/>
          </p:cNvSpPr>
          <p:nvPr>
            <p:ph type="dt" sz="half" idx="10"/>
          </p:nvPr>
        </p:nvSpPr>
        <p:spPr/>
        <p:txBody>
          <a:bodyPr/>
          <a:lstStyle>
            <a:lvl1pPr>
              <a:defRPr/>
            </a:lvl1pPr>
          </a:lstStyle>
          <a:p>
            <a:pPr>
              <a:defRPr/>
            </a:pPr>
            <a:fld id="{5D2A805C-388A-431F-A9A5-1E4BE0A669D1}"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FECC765E-6EFE-5615-4F2D-34ADAF0D3B36}"/>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BB749EAA-71C5-7B53-A884-686FACB239DB}"/>
              </a:ext>
            </a:extLst>
          </p:cNvPr>
          <p:cNvSpPr>
            <a:spLocks noGrp="1"/>
          </p:cNvSpPr>
          <p:nvPr>
            <p:ph type="sldNum" sz="quarter" idx="12"/>
          </p:nvPr>
        </p:nvSpPr>
        <p:spPr/>
        <p:txBody>
          <a:bodyPr/>
          <a:lstStyle>
            <a:lvl1pPr>
              <a:defRPr/>
            </a:lvl1pPr>
          </a:lstStyle>
          <a:p>
            <a:pPr>
              <a:defRPr/>
            </a:pPr>
            <a:fld id="{A01C933B-C623-462C-B637-712FB65AD8A2}" type="slidenum">
              <a:rPr lang="ko-KR" altLang="en-US"/>
              <a:pPr>
                <a:defRPr/>
              </a:pPr>
              <a:t>‹#›</a:t>
            </a:fld>
            <a:endParaRPr lang="ko-KR" altLang="en-US"/>
          </a:p>
        </p:txBody>
      </p:sp>
    </p:spTree>
    <p:extLst>
      <p:ext uri="{BB962C8B-B14F-4D97-AF65-F5344CB8AC3E}">
        <p14:creationId xmlns:p14="http://schemas.microsoft.com/office/powerpoint/2010/main" val="3541752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81961005-5D30-8A13-E498-BFE67AAE6B1B}"/>
              </a:ext>
            </a:extLst>
          </p:cNvPr>
          <p:cNvSpPr>
            <a:spLocks noGrp="1"/>
          </p:cNvSpPr>
          <p:nvPr>
            <p:ph type="dt" sz="half" idx="10"/>
          </p:nvPr>
        </p:nvSpPr>
        <p:spPr/>
        <p:txBody>
          <a:bodyPr/>
          <a:lstStyle>
            <a:lvl1pPr>
              <a:defRPr/>
            </a:lvl1pPr>
          </a:lstStyle>
          <a:p>
            <a:pPr>
              <a:defRPr/>
            </a:pPr>
            <a:fld id="{7B562E64-C27B-43B0-8AB1-8E149ED4F41B}"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FE07B4C-14BC-F1D3-0B69-21F39288E44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40A61F0-8222-05FD-C9EB-243909F5A341}"/>
              </a:ext>
            </a:extLst>
          </p:cNvPr>
          <p:cNvSpPr>
            <a:spLocks noGrp="1"/>
          </p:cNvSpPr>
          <p:nvPr>
            <p:ph type="sldNum" sz="quarter" idx="12"/>
          </p:nvPr>
        </p:nvSpPr>
        <p:spPr/>
        <p:txBody>
          <a:bodyPr/>
          <a:lstStyle>
            <a:lvl1pPr>
              <a:defRPr/>
            </a:lvl1pPr>
          </a:lstStyle>
          <a:p>
            <a:pPr>
              <a:defRPr/>
            </a:pPr>
            <a:fld id="{0066C6F0-339D-4F1F-913F-1DE6BE189C27}" type="slidenum">
              <a:rPr lang="ko-KR" altLang="en-US"/>
              <a:pPr>
                <a:defRPr/>
              </a:pPr>
              <a:t>‹#›</a:t>
            </a:fld>
            <a:endParaRPr lang="ko-KR" altLang="en-US"/>
          </a:p>
        </p:txBody>
      </p:sp>
    </p:spTree>
    <p:extLst>
      <p:ext uri="{BB962C8B-B14F-4D97-AF65-F5344CB8AC3E}">
        <p14:creationId xmlns:p14="http://schemas.microsoft.com/office/powerpoint/2010/main" val="33711888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50E617B-66BE-F18D-F164-FB349281C396}"/>
              </a:ext>
            </a:extLst>
          </p:cNvPr>
          <p:cNvSpPr>
            <a:spLocks noGrp="1"/>
          </p:cNvSpPr>
          <p:nvPr>
            <p:ph type="dt" sz="half" idx="10"/>
          </p:nvPr>
        </p:nvSpPr>
        <p:spPr/>
        <p:txBody>
          <a:bodyPr/>
          <a:lstStyle>
            <a:lvl1pPr>
              <a:defRPr/>
            </a:lvl1pPr>
          </a:lstStyle>
          <a:p>
            <a:pPr>
              <a:defRPr/>
            </a:pPr>
            <a:fld id="{948B85DF-005A-4A9F-95F7-CF36EAE5224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205702D-3191-7261-0B8B-2D0E6D70D05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D07CFA94-6EDB-BE7B-7C10-D583E878816F}"/>
              </a:ext>
            </a:extLst>
          </p:cNvPr>
          <p:cNvSpPr>
            <a:spLocks noGrp="1"/>
          </p:cNvSpPr>
          <p:nvPr>
            <p:ph type="sldNum" sz="quarter" idx="12"/>
          </p:nvPr>
        </p:nvSpPr>
        <p:spPr/>
        <p:txBody>
          <a:bodyPr/>
          <a:lstStyle>
            <a:lvl1pPr>
              <a:defRPr/>
            </a:lvl1pPr>
          </a:lstStyle>
          <a:p>
            <a:pPr>
              <a:defRPr/>
            </a:pPr>
            <a:fld id="{B806C921-1051-468E-B224-A5F2644AD691}" type="slidenum">
              <a:rPr lang="ko-KR" altLang="en-US"/>
              <a:pPr>
                <a:defRPr/>
              </a:pPr>
              <a:t>‹#›</a:t>
            </a:fld>
            <a:endParaRPr lang="ko-KR" altLang="en-US"/>
          </a:p>
        </p:txBody>
      </p:sp>
    </p:spTree>
    <p:extLst>
      <p:ext uri="{BB962C8B-B14F-4D97-AF65-F5344CB8AC3E}">
        <p14:creationId xmlns:p14="http://schemas.microsoft.com/office/powerpoint/2010/main" val="222369060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8A476A08-62B5-89DF-C439-EB4FAF4671AF}"/>
              </a:ext>
            </a:extLst>
          </p:cNvPr>
          <p:cNvSpPr>
            <a:spLocks noGrp="1"/>
          </p:cNvSpPr>
          <p:nvPr>
            <p:ph type="dt" sz="half" idx="10"/>
          </p:nvPr>
        </p:nvSpPr>
        <p:spPr/>
        <p:txBody>
          <a:bodyPr/>
          <a:lstStyle>
            <a:lvl1pPr>
              <a:defRPr/>
            </a:lvl1pPr>
          </a:lstStyle>
          <a:p>
            <a:pPr>
              <a:defRPr/>
            </a:pPr>
            <a:fld id="{666E2638-A771-4290-8BDB-DCE3894B5DCC}"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791D72A6-6B2F-5359-C51D-EE60C287E4D3}"/>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6BCDBBF9-413F-74AE-79D3-954BA49ECA14}"/>
              </a:ext>
            </a:extLst>
          </p:cNvPr>
          <p:cNvSpPr>
            <a:spLocks noGrp="1"/>
          </p:cNvSpPr>
          <p:nvPr>
            <p:ph type="sldNum" sz="quarter" idx="12"/>
          </p:nvPr>
        </p:nvSpPr>
        <p:spPr/>
        <p:txBody>
          <a:bodyPr/>
          <a:lstStyle>
            <a:lvl1pPr>
              <a:defRPr/>
            </a:lvl1pPr>
          </a:lstStyle>
          <a:p>
            <a:pPr>
              <a:defRPr/>
            </a:pPr>
            <a:fld id="{1D65EB19-48B6-4392-8299-4DD0FC0C81DB}" type="slidenum">
              <a:rPr lang="ko-KR" altLang="en-US"/>
              <a:pPr>
                <a:defRPr/>
              </a:pPr>
              <a:t>‹#›</a:t>
            </a:fld>
            <a:endParaRPr lang="ko-KR" altLang="en-US"/>
          </a:p>
        </p:txBody>
      </p:sp>
    </p:spTree>
    <p:extLst>
      <p:ext uri="{BB962C8B-B14F-4D97-AF65-F5344CB8AC3E}">
        <p14:creationId xmlns:p14="http://schemas.microsoft.com/office/powerpoint/2010/main" val="42461162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DD6E9506-DA9D-EA57-57EB-CBD84E633E3B}"/>
              </a:ext>
            </a:extLst>
          </p:cNvPr>
          <p:cNvSpPr>
            <a:spLocks noGrp="1"/>
          </p:cNvSpPr>
          <p:nvPr>
            <p:ph type="dt" sz="half" idx="10"/>
          </p:nvPr>
        </p:nvSpPr>
        <p:spPr/>
        <p:txBody>
          <a:bodyPr/>
          <a:lstStyle>
            <a:lvl1pPr>
              <a:defRPr/>
            </a:lvl1pPr>
          </a:lstStyle>
          <a:p>
            <a:pPr>
              <a:defRPr/>
            </a:pPr>
            <a:fld id="{9D2B6D1A-676E-4CF4-BA17-4A7F6EBCC229}"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3AAA47FC-3CBB-4977-1372-39DA27DD5245}"/>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A36C8A50-7C6B-8464-8B3A-68D0A741EDB2}"/>
              </a:ext>
            </a:extLst>
          </p:cNvPr>
          <p:cNvSpPr>
            <a:spLocks noGrp="1"/>
          </p:cNvSpPr>
          <p:nvPr>
            <p:ph type="sldNum" sz="quarter" idx="12"/>
          </p:nvPr>
        </p:nvSpPr>
        <p:spPr/>
        <p:txBody>
          <a:bodyPr/>
          <a:lstStyle>
            <a:lvl1pPr>
              <a:defRPr/>
            </a:lvl1pPr>
          </a:lstStyle>
          <a:p>
            <a:pPr>
              <a:defRPr/>
            </a:pPr>
            <a:fld id="{FEFB9FE8-3139-405A-B7E9-018F637A9CCE}" type="slidenum">
              <a:rPr lang="ko-KR" altLang="en-US"/>
              <a:pPr>
                <a:defRPr/>
              </a:pPr>
              <a:t>‹#›</a:t>
            </a:fld>
            <a:endParaRPr lang="ko-KR" altLang="en-US"/>
          </a:p>
        </p:txBody>
      </p:sp>
    </p:spTree>
    <p:extLst>
      <p:ext uri="{BB962C8B-B14F-4D97-AF65-F5344CB8AC3E}">
        <p14:creationId xmlns:p14="http://schemas.microsoft.com/office/powerpoint/2010/main" val="10055826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B5F39359-63A3-2931-703B-23EC6E6C12A7}"/>
              </a:ext>
            </a:extLst>
          </p:cNvPr>
          <p:cNvSpPr>
            <a:spLocks noGrp="1"/>
          </p:cNvSpPr>
          <p:nvPr>
            <p:ph type="dt" sz="half" idx="10"/>
          </p:nvPr>
        </p:nvSpPr>
        <p:spPr/>
        <p:txBody>
          <a:bodyPr/>
          <a:lstStyle>
            <a:lvl1pPr>
              <a:defRPr/>
            </a:lvl1pPr>
          </a:lstStyle>
          <a:p>
            <a:pPr>
              <a:defRPr/>
            </a:pPr>
            <a:fld id="{560255C7-A41A-451D-BB59-8C1746E68C21}"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08135B8-2BED-8258-8EC3-5C0BA7ECED9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35516C7-A208-3D9E-186C-E91ED530A9E1}"/>
              </a:ext>
            </a:extLst>
          </p:cNvPr>
          <p:cNvSpPr>
            <a:spLocks noGrp="1"/>
          </p:cNvSpPr>
          <p:nvPr>
            <p:ph type="sldNum" sz="quarter" idx="12"/>
          </p:nvPr>
        </p:nvSpPr>
        <p:spPr/>
        <p:txBody>
          <a:bodyPr/>
          <a:lstStyle>
            <a:lvl1pPr>
              <a:defRPr/>
            </a:lvl1pPr>
          </a:lstStyle>
          <a:p>
            <a:pPr>
              <a:defRPr/>
            </a:pPr>
            <a:fld id="{B4385C90-A5FC-4E6C-90D3-C3CB7409ECB6}" type="slidenum">
              <a:rPr lang="ko-KR" altLang="en-US"/>
              <a:pPr>
                <a:defRPr/>
              </a:pPr>
              <a:t>‹#›</a:t>
            </a:fld>
            <a:endParaRPr lang="ko-KR" altLang="en-US"/>
          </a:p>
        </p:txBody>
      </p:sp>
    </p:spTree>
    <p:extLst>
      <p:ext uri="{BB962C8B-B14F-4D97-AF65-F5344CB8AC3E}">
        <p14:creationId xmlns:p14="http://schemas.microsoft.com/office/powerpoint/2010/main" val="16148175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F6DF4F4-F969-73CC-0224-6AB8B8265788}"/>
              </a:ext>
            </a:extLst>
          </p:cNvPr>
          <p:cNvSpPr>
            <a:spLocks noGrp="1"/>
          </p:cNvSpPr>
          <p:nvPr>
            <p:ph type="dt" sz="half" idx="10"/>
          </p:nvPr>
        </p:nvSpPr>
        <p:spPr/>
        <p:txBody>
          <a:bodyPr/>
          <a:lstStyle>
            <a:lvl1pPr>
              <a:defRPr/>
            </a:lvl1pPr>
          </a:lstStyle>
          <a:p>
            <a:pPr>
              <a:defRPr/>
            </a:pPr>
            <a:fld id="{1ABC3651-DC68-4326-B656-813541CC418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ECDF964-1C50-E086-3D21-22D882C5B5A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6F1ADA45-FE33-535C-525F-6AB0EB5FD94E}"/>
              </a:ext>
            </a:extLst>
          </p:cNvPr>
          <p:cNvSpPr>
            <a:spLocks noGrp="1"/>
          </p:cNvSpPr>
          <p:nvPr>
            <p:ph type="sldNum" sz="quarter" idx="12"/>
          </p:nvPr>
        </p:nvSpPr>
        <p:spPr/>
        <p:txBody>
          <a:bodyPr/>
          <a:lstStyle>
            <a:lvl1pPr>
              <a:defRPr/>
            </a:lvl1pPr>
          </a:lstStyle>
          <a:p>
            <a:pPr>
              <a:defRPr/>
            </a:pPr>
            <a:fld id="{30F1EE40-FE59-437C-A69D-CFB774C29E19}" type="slidenum">
              <a:rPr lang="ko-KR" altLang="en-US"/>
              <a:pPr>
                <a:defRPr/>
              </a:pPr>
              <a:t>‹#›</a:t>
            </a:fld>
            <a:endParaRPr lang="ko-KR" altLang="en-US"/>
          </a:p>
        </p:txBody>
      </p:sp>
    </p:spTree>
    <p:extLst>
      <p:ext uri="{BB962C8B-B14F-4D97-AF65-F5344CB8AC3E}">
        <p14:creationId xmlns:p14="http://schemas.microsoft.com/office/powerpoint/2010/main" val="13761946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E0EEC507-9EB6-D2F9-A5D2-50F3A9EF4E42}"/>
              </a:ext>
            </a:extLst>
          </p:cNvPr>
          <p:cNvSpPr>
            <a:spLocks noGrp="1"/>
          </p:cNvSpPr>
          <p:nvPr>
            <p:ph type="dt" sz="half" idx="10"/>
          </p:nvPr>
        </p:nvSpPr>
        <p:spPr/>
        <p:txBody>
          <a:bodyPr/>
          <a:lstStyle>
            <a:lvl1pPr>
              <a:defRPr/>
            </a:lvl1pPr>
          </a:lstStyle>
          <a:p>
            <a:pPr>
              <a:defRPr/>
            </a:pPr>
            <a:fld id="{C6899291-066D-4CC9-99AD-F45516C295C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436DFDC-A07F-BCB0-A499-079E701CFDA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2A1EDD9-F260-8D83-6805-3871AD9FD67B}"/>
              </a:ext>
            </a:extLst>
          </p:cNvPr>
          <p:cNvSpPr>
            <a:spLocks noGrp="1"/>
          </p:cNvSpPr>
          <p:nvPr>
            <p:ph type="sldNum" sz="quarter" idx="12"/>
          </p:nvPr>
        </p:nvSpPr>
        <p:spPr/>
        <p:txBody>
          <a:bodyPr/>
          <a:lstStyle>
            <a:lvl1pPr>
              <a:defRPr/>
            </a:lvl1pPr>
          </a:lstStyle>
          <a:p>
            <a:pPr>
              <a:defRPr/>
            </a:pPr>
            <a:fld id="{086BA0C7-5670-48BB-9C66-4E84D9A7F593}" type="slidenum">
              <a:rPr lang="ko-KR" altLang="en-US"/>
              <a:pPr>
                <a:defRPr/>
              </a:pPr>
              <a:t>‹#›</a:t>
            </a:fld>
            <a:endParaRPr lang="ko-KR" altLang="en-US"/>
          </a:p>
        </p:txBody>
      </p:sp>
    </p:spTree>
    <p:extLst>
      <p:ext uri="{BB962C8B-B14F-4D97-AF65-F5344CB8AC3E}">
        <p14:creationId xmlns:p14="http://schemas.microsoft.com/office/powerpoint/2010/main" val="34700746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BDC64D17-2A26-3D6C-EC36-88E671E1122D}"/>
              </a:ext>
            </a:extLst>
          </p:cNvPr>
          <p:cNvSpPr>
            <a:spLocks noGrp="1"/>
          </p:cNvSpPr>
          <p:nvPr>
            <p:ph type="dt" sz="half" idx="10"/>
          </p:nvPr>
        </p:nvSpPr>
        <p:spPr/>
        <p:txBody>
          <a:bodyPr/>
          <a:lstStyle>
            <a:lvl1pPr>
              <a:defRPr/>
            </a:lvl1pPr>
          </a:lstStyle>
          <a:p>
            <a:pPr>
              <a:defRPr/>
            </a:pPr>
            <a:fld id="{5181B7CA-3FE7-40E2-A890-FF5F61829B8B}"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C5C46630-2FC5-5495-79B4-3513443CE2C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0FFA15B0-D24D-BCB3-EAB9-46E1DB7970CD}"/>
              </a:ext>
            </a:extLst>
          </p:cNvPr>
          <p:cNvSpPr>
            <a:spLocks noGrp="1"/>
          </p:cNvSpPr>
          <p:nvPr>
            <p:ph type="sldNum" sz="quarter" idx="12"/>
          </p:nvPr>
        </p:nvSpPr>
        <p:spPr/>
        <p:txBody>
          <a:bodyPr/>
          <a:lstStyle>
            <a:lvl1pPr>
              <a:defRPr/>
            </a:lvl1pPr>
          </a:lstStyle>
          <a:p>
            <a:pPr>
              <a:defRPr/>
            </a:pPr>
            <a:fld id="{AD8419BF-BDD0-4C9E-B617-B5F326DFF52B}" type="slidenum">
              <a:rPr lang="ko-KR" altLang="en-US"/>
              <a:pPr>
                <a:defRPr/>
              </a:pPr>
              <a:t>‹#›</a:t>
            </a:fld>
            <a:endParaRPr lang="ko-KR" altLang="en-US"/>
          </a:p>
        </p:txBody>
      </p:sp>
    </p:spTree>
    <p:extLst>
      <p:ext uri="{BB962C8B-B14F-4D97-AF65-F5344CB8AC3E}">
        <p14:creationId xmlns:p14="http://schemas.microsoft.com/office/powerpoint/2010/main" val="15635133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7219837C-148B-8522-28D2-71361DB4BC3C}"/>
              </a:ext>
            </a:extLst>
          </p:cNvPr>
          <p:cNvSpPr>
            <a:spLocks noGrp="1"/>
          </p:cNvSpPr>
          <p:nvPr>
            <p:ph type="dt" sz="half" idx="10"/>
          </p:nvPr>
        </p:nvSpPr>
        <p:spPr/>
        <p:txBody>
          <a:bodyPr/>
          <a:lstStyle>
            <a:lvl1pPr>
              <a:defRPr/>
            </a:lvl1pPr>
          </a:lstStyle>
          <a:p>
            <a:pPr>
              <a:defRPr/>
            </a:pPr>
            <a:fld id="{69CE63EA-2338-4109-A949-1402623F55AD}"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8C2B615B-23F5-11BB-6875-80C2848CFAA9}"/>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009CBDD3-B24F-99E8-233E-1C02A07DEDB7}"/>
              </a:ext>
            </a:extLst>
          </p:cNvPr>
          <p:cNvSpPr>
            <a:spLocks noGrp="1"/>
          </p:cNvSpPr>
          <p:nvPr>
            <p:ph type="sldNum" sz="quarter" idx="12"/>
          </p:nvPr>
        </p:nvSpPr>
        <p:spPr/>
        <p:txBody>
          <a:bodyPr/>
          <a:lstStyle>
            <a:lvl1pPr>
              <a:defRPr/>
            </a:lvl1pPr>
          </a:lstStyle>
          <a:p>
            <a:pPr>
              <a:defRPr/>
            </a:pPr>
            <a:fld id="{833BAD10-F788-4117-B9D8-1B1EFA23CF28}" type="slidenum">
              <a:rPr lang="ko-KR" altLang="en-US"/>
              <a:pPr>
                <a:defRPr/>
              </a:pPr>
              <a:t>‹#›</a:t>
            </a:fld>
            <a:endParaRPr lang="ko-KR" altLang="en-US"/>
          </a:p>
        </p:txBody>
      </p:sp>
    </p:spTree>
    <p:extLst>
      <p:ext uri="{BB962C8B-B14F-4D97-AF65-F5344CB8AC3E}">
        <p14:creationId xmlns:p14="http://schemas.microsoft.com/office/powerpoint/2010/main" val="81821593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05F0991C-6DE1-1210-2946-8BAEC201DA20}"/>
              </a:ext>
            </a:extLst>
          </p:cNvPr>
          <p:cNvSpPr>
            <a:spLocks noGrp="1"/>
          </p:cNvSpPr>
          <p:nvPr>
            <p:ph type="dt" sz="half" idx="10"/>
          </p:nvPr>
        </p:nvSpPr>
        <p:spPr/>
        <p:txBody>
          <a:bodyPr/>
          <a:lstStyle>
            <a:lvl1pPr>
              <a:defRPr/>
            </a:lvl1pPr>
          </a:lstStyle>
          <a:p>
            <a:pPr>
              <a:defRPr/>
            </a:pPr>
            <a:fld id="{A44E7E90-7ABB-4B1D-BD19-6D2029B94E52}"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34526616-1E1B-C463-5D32-581F2EDBDF36}"/>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D00E475B-CDBC-014B-0BE0-33D2FA81A99B}"/>
              </a:ext>
            </a:extLst>
          </p:cNvPr>
          <p:cNvSpPr>
            <a:spLocks noGrp="1"/>
          </p:cNvSpPr>
          <p:nvPr>
            <p:ph type="sldNum" sz="quarter" idx="12"/>
          </p:nvPr>
        </p:nvSpPr>
        <p:spPr/>
        <p:txBody>
          <a:bodyPr/>
          <a:lstStyle>
            <a:lvl1pPr>
              <a:defRPr/>
            </a:lvl1pPr>
          </a:lstStyle>
          <a:p>
            <a:pPr>
              <a:defRPr/>
            </a:pPr>
            <a:fld id="{1E6EF16B-4319-4A12-8709-A187C7CEAD2F}" type="slidenum">
              <a:rPr lang="ko-KR" altLang="en-US"/>
              <a:pPr>
                <a:defRPr/>
              </a:pPr>
              <a:t>‹#›</a:t>
            </a:fld>
            <a:endParaRPr lang="ko-KR" altLang="en-US"/>
          </a:p>
        </p:txBody>
      </p:sp>
    </p:spTree>
    <p:extLst>
      <p:ext uri="{BB962C8B-B14F-4D97-AF65-F5344CB8AC3E}">
        <p14:creationId xmlns:p14="http://schemas.microsoft.com/office/powerpoint/2010/main" val="26753374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0C4282E3-66D4-2950-EC97-38D705D1797E}"/>
              </a:ext>
            </a:extLst>
          </p:cNvPr>
          <p:cNvSpPr>
            <a:spLocks noGrp="1"/>
          </p:cNvSpPr>
          <p:nvPr>
            <p:ph type="dt" sz="half" idx="10"/>
          </p:nvPr>
        </p:nvSpPr>
        <p:spPr/>
        <p:txBody>
          <a:bodyPr/>
          <a:lstStyle>
            <a:lvl1pPr>
              <a:defRPr/>
            </a:lvl1pPr>
          </a:lstStyle>
          <a:p>
            <a:pPr>
              <a:defRPr/>
            </a:pPr>
            <a:fld id="{DDF75252-1E09-4BD9-9989-E1E3485B67DC}"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69ECD8F9-5CB4-BC7D-5696-97F5A0A29E40}"/>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4B775E34-B50B-CBF2-B515-DDBBF63D9AAA}"/>
              </a:ext>
            </a:extLst>
          </p:cNvPr>
          <p:cNvSpPr>
            <a:spLocks noGrp="1"/>
          </p:cNvSpPr>
          <p:nvPr>
            <p:ph type="sldNum" sz="quarter" idx="12"/>
          </p:nvPr>
        </p:nvSpPr>
        <p:spPr/>
        <p:txBody>
          <a:bodyPr/>
          <a:lstStyle>
            <a:lvl1pPr>
              <a:defRPr/>
            </a:lvl1pPr>
          </a:lstStyle>
          <a:p>
            <a:pPr>
              <a:defRPr/>
            </a:pPr>
            <a:fld id="{26D888F8-5EBC-4ACC-8415-D23B0BB22850}" type="slidenum">
              <a:rPr lang="ko-KR" altLang="en-US"/>
              <a:pPr>
                <a:defRPr/>
              </a:pPr>
              <a:t>‹#›</a:t>
            </a:fld>
            <a:endParaRPr lang="ko-KR" altLang="en-US"/>
          </a:p>
        </p:txBody>
      </p:sp>
    </p:spTree>
    <p:extLst>
      <p:ext uri="{BB962C8B-B14F-4D97-AF65-F5344CB8AC3E}">
        <p14:creationId xmlns:p14="http://schemas.microsoft.com/office/powerpoint/2010/main" val="419018747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D941D052-ACF1-95B6-651A-9BF7B35FD117}"/>
              </a:ext>
            </a:extLst>
          </p:cNvPr>
          <p:cNvSpPr>
            <a:spLocks noGrp="1"/>
          </p:cNvSpPr>
          <p:nvPr>
            <p:ph type="dt" sz="half" idx="10"/>
          </p:nvPr>
        </p:nvSpPr>
        <p:spPr/>
        <p:txBody>
          <a:bodyPr/>
          <a:lstStyle>
            <a:lvl1pPr>
              <a:defRPr/>
            </a:lvl1pPr>
          </a:lstStyle>
          <a:p>
            <a:pPr>
              <a:defRPr/>
            </a:pPr>
            <a:fld id="{5642A0B8-885C-4351-8696-ADF7E7468103}"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C535F5BE-11B0-4B98-7C73-63435D4ABB2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56FC39E-DC4C-F2B9-2E39-D4A5302DE38A}"/>
              </a:ext>
            </a:extLst>
          </p:cNvPr>
          <p:cNvSpPr>
            <a:spLocks noGrp="1"/>
          </p:cNvSpPr>
          <p:nvPr>
            <p:ph type="sldNum" sz="quarter" idx="12"/>
          </p:nvPr>
        </p:nvSpPr>
        <p:spPr/>
        <p:txBody>
          <a:bodyPr/>
          <a:lstStyle>
            <a:lvl1pPr>
              <a:defRPr/>
            </a:lvl1pPr>
          </a:lstStyle>
          <a:p>
            <a:pPr>
              <a:defRPr/>
            </a:pPr>
            <a:fld id="{95EBFF40-6392-49D8-8275-3C134A9E58B3}" type="slidenum">
              <a:rPr lang="ko-KR" altLang="en-US"/>
              <a:pPr>
                <a:defRPr/>
              </a:pPr>
              <a:t>‹#›</a:t>
            </a:fld>
            <a:endParaRPr lang="ko-KR" altLang="en-US"/>
          </a:p>
        </p:txBody>
      </p:sp>
    </p:spTree>
    <p:extLst>
      <p:ext uri="{BB962C8B-B14F-4D97-AF65-F5344CB8AC3E}">
        <p14:creationId xmlns:p14="http://schemas.microsoft.com/office/powerpoint/2010/main" val="34117481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24F074D4-05AC-1134-729A-2E183861D351}"/>
              </a:ext>
            </a:extLst>
          </p:cNvPr>
          <p:cNvSpPr>
            <a:spLocks noGrp="1"/>
          </p:cNvSpPr>
          <p:nvPr>
            <p:ph type="dt" sz="half" idx="10"/>
          </p:nvPr>
        </p:nvSpPr>
        <p:spPr/>
        <p:txBody>
          <a:bodyPr/>
          <a:lstStyle>
            <a:lvl1pPr>
              <a:defRPr/>
            </a:lvl1pPr>
          </a:lstStyle>
          <a:p>
            <a:pPr>
              <a:defRPr/>
            </a:pPr>
            <a:fld id="{3AE80CA7-E9D3-4942-9353-92D09258EBC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AD0D6E24-EB22-D631-28AF-119F7BB9575F}"/>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18A9306C-5F30-4BD5-CDB5-C18CB5361E97}"/>
              </a:ext>
            </a:extLst>
          </p:cNvPr>
          <p:cNvSpPr>
            <a:spLocks noGrp="1"/>
          </p:cNvSpPr>
          <p:nvPr>
            <p:ph type="sldNum" sz="quarter" idx="12"/>
          </p:nvPr>
        </p:nvSpPr>
        <p:spPr/>
        <p:txBody>
          <a:bodyPr/>
          <a:lstStyle>
            <a:lvl1pPr>
              <a:defRPr/>
            </a:lvl1pPr>
          </a:lstStyle>
          <a:p>
            <a:pPr>
              <a:defRPr/>
            </a:pPr>
            <a:fld id="{36758860-0730-4000-A518-AB3B3F8D4DBD}" type="slidenum">
              <a:rPr lang="ko-KR" altLang="en-US"/>
              <a:pPr>
                <a:defRPr/>
              </a:pPr>
              <a:t>‹#›</a:t>
            </a:fld>
            <a:endParaRPr lang="ko-KR" altLang="en-US"/>
          </a:p>
        </p:txBody>
      </p:sp>
    </p:spTree>
    <p:extLst>
      <p:ext uri="{BB962C8B-B14F-4D97-AF65-F5344CB8AC3E}">
        <p14:creationId xmlns:p14="http://schemas.microsoft.com/office/powerpoint/2010/main" val="36364932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D5FC876-F03B-D386-DF4C-BE40FA29F2D3}"/>
              </a:ext>
            </a:extLst>
          </p:cNvPr>
          <p:cNvSpPr>
            <a:spLocks noGrp="1"/>
          </p:cNvSpPr>
          <p:nvPr>
            <p:ph type="dt" sz="half" idx="10"/>
          </p:nvPr>
        </p:nvSpPr>
        <p:spPr/>
        <p:txBody>
          <a:bodyPr/>
          <a:lstStyle>
            <a:lvl1pPr>
              <a:defRPr/>
            </a:lvl1pPr>
          </a:lstStyle>
          <a:p>
            <a:pPr>
              <a:defRPr/>
            </a:pPr>
            <a:fld id="{352A22AF-C548-40BC-83A7-632FD0511771}"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C99930A-E26B-44D4-D946-AA194916E06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C99B46E-E0DA-9C8B-C63E-F40F4953E8A3}"/>
              </a:ext>
            </a:extLst>
          </p:cNvPr>
          <p:cNvSpPr>
            <a:spLocks noGrp="1"/>
          </p:cNvSpPr>
          <p:nvPr>
            <p:ph type="sldNum" sz="quarter" idx="12"/>
          </p:nvPr>
        </p:nvSpPr>
        <p:spPr/>
        <p:txBody>
          <a:bodyPr/>
          <a:lstStyle>
            <a:lvl1pPr>
              <a:defRPr/>
            </a:lvl1pPr>
          </a:lstStyle>
          <a:p>
            <a:pPr>
              <a:defRPr/>
            </a:pPr>
            <a:fld id="{BE07142F-85B7-4307-8E99-C6F61A5F55A8}" type="slidenum">
              <a:rPr lang="ko-KR" altLang="en-US"/>
              <a:pPr>
                <a:defRPr/>
              </a:pPr>
              <a:t>‹#›</a:t>
            </a:fld>
            <a:endParaRPr lang="ko-KR" altLang="en-US"/>
          </a:p>
        </p:txBody>
      </p:sp>
    </p:spTree>
    <p:extLst>
      <p:ext uri="{BB962C8B-B14F-4D97-AF65-F5344CB8AC3E}">
        <p14:creationId xmlns:p14="http://schemas.microsoft.com/office/powerpoint/2010/main" val="12545442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7A2E968-D280-CCA3-F071-99D821E09787}"/>
              </a:ext>
            </a:extLst>
          </p:cNvPr>
          <p:cNvSpPr>
            <a:spLocks noGrp="1"/>
          </p:cNvSpPr>
          <p:nvPr>
            <p:ph type="dt" sz="half" idx="10"/>
          </p:nvPr>
        </p:nvSpPr>
        <p:spPr/>
        <p:txBody>
          <a:bodyPr/>
          <a:lstStyle>
            <a:lvl1pPr>
              <a:defRPr/>
            </a:lvl1pPr>
          </a:lstStyle>
          <a:p>
            <a:pPr>
              <a:defRPr/>
            </a:pPr>
            <a:fld id="{CA176280-6DF5-4937-A46E-CE6469E59003}"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EEF2B24-D114-13E0-2872-E7CFEC07C49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96EBD37-95BB-7A98-3643-24AB00FF1F13}"/>
              </a:ext>
            </a:extLst>
          </p:cNvPr>
          <p:cNvSpPr>
            <a:spLocks noGrp="1"/>
          </p:cNvSpPr>
          <p:nvPr>
            <p:ph type="sldNum" sz="quarter" idx="12"/>
          </p:nvPr>
        </p:nvSpPr>
        <p:spPr/>
        <p:txBody>
          <a:bodyPr/>
          <a:lstStyle>
            <a:lvl1pPr>
              <a:defRPr/>
            </a:lvl1pPr>
          </a:lstStyle>
          <a:p>
            <a:pPr>
              <a:defRPr/>
            </a:pPr>
            <a:fld id="{AC00267A-5FBC-4027-9E60-A16D51B19BE4}" type="slidenum">
              <a:rPr lang="ko-KR" altLang="en-US"/>
              <a:pPr>
                <a:defRPr/>
              </a:pPr>
              <a:t>‹#›</a:t>
            </a:fld>
            <a:endParaRPr lang="ko-KR" altLang="en-US"/>
          </a:p>
        </p:txBody>
      </p:sp>
    </p:spTree>
    <p:extLst>
      <p:ext uri="{BB962C8B-B14F-4D97-AF65-F5344CB8AC3E}">
        <p14:creationId xmlns:p14="http://schemas.microsoft.com/office/powerpoint/2010/main" val="37901960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CBFA9CD6-FDC0-E217-9E92-1CBA945FF5D6}"/>
              </a:ext>
            </a:extLst>
          </p:cNvPr>
          <p:cNvSpPr>
            <a:spLocks noGrp="1"/>
          </p:cNvSpPr>
          <p:nvPr>
            <p:ph type="dt" sz="half" idx="10"/>
          </p:nvPr>
        </p:nvSpPr>
        <p:spPr/>
        <p:txBody>
          <a:bodyPr/>
          <a:lstStyle>
            <a:lvl1pPr>
              <a:defRPr/>
            </a:lvl1pPr>
          </a:lstStyle>
          <a:p>
            <a:pPr>
              <a:defRPr/>
            </a:pPr>
            <a:fld id="{5E3FD2B9-E25E-4D13-BC9F-B6BAB60F371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3202A59-DC9B-AA6F-4721-3E9816FAE62D}"/>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947D0973-4552-828A-8463-5C65A9A1ED35}"/>
              </a:ext>
            </a:extLst>
          </p:cNvPr>
          <p:cNvSpPr>
            <a:spLocks noGrp="1"/>
          </p:cNvSpPr>
          <p:nvPr>
            <p:ph type="sldNum" sz="quarter" idx="12"/>
          </p:nvPr>
        </p:nvSpPr>
        <p:spPr/>
        <p:txBody>
          <a:bodyPr/>
          <a:lstStyle>
            <a:lvl1pPr>
              <a:defRPr/>
            </a:lvl1pPr>
          </a:lstStyle>
          <a:p>
            <a:pPr>
              <a:defRPr/>
            </a:pPr>
            <a:fld id="{0EF1992D-EF4F-466C-82B2-D992B2EB46A3}" type="slidenum">
              <a:rPr lang="ko-KR" altLang="en-US"/>
              <a:pPr>
                <a:defRPr/>
              </a:pPr>
              <a:t>‹#›</a:t>
            </a:fld>
            <a:endParaRPr lang="ko-KR" altLang="en-US"/>
          </a:p>
        </p:txBody>
      </p:sp>
    </p:spTree>
    <p:extLst>
      <p:ext uri="{BB962C8B-B14F-4D97-AF65-F5344CB8AC3E}">
        <p14:creationId xmlns:p14="http://schemas.microsoft.com/office/powerpoint/2010/main" val="323907317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B7580EE-F5A1-6BAB-2152-0822F7D2CE4D}"/>
              </a:ext>
            </a:extLst>
          </p:cNvPr>
          <p:cNvSpPr>
            <a:spLocks noGrp="1"/>
          </p:cNvSpPr>
          <p:nvPr>
            <p:ph type="dt" sz="half" idx="10"/>
          </p:nvPr>
        </p:nvSpPr>
        <p:spPr/>
        <p:txBody>
          <a:bodyPr/>
          <a:lstStyle>
            <a:lvl1pPr>
              <a:defRPr/>
            </a:lvl1pPr>
          </a:lstStyle>
          <a:p>
            <a:pPr>
              <a:defRPr/>
            </a:pPr>
            <a:fld id="{B9E08434-6E0C-42D9-9CC3-96ADA29FCA0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D49DDB7-571C-637F-E52D-1195D6849BCF}"/>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956BE844-248B-3BB9-3D1A-B56FAE1711A5}"/>
              </a:ext>
            </a:extLst>
          </p:cNvPr>
          <p:cNvSpPr>
            <a:spLocks noGrp="1"/>
          </p:cNvSpPr>
          <p:nvPr>
            <p:ph type="sldNum" sz="quarter" idx="12"/>
          </p:nvPr>
        </p:nvSpPr>
        <p:spPr/>
        <p:txBody>
          <a:bodyPr/>
          <a:lstStyle>
            <a:lvl1pPr>
              <a:defRPr/>
            </a:lvl1pPr>
          </a:lstStyle>
          <a:p>
            <a:pPr>
              <a:defRPr/>
            </a:pPr>
            <a:fld id="{61AD907F-AC2F-4C49-AF32-54A5968302C9}" type="slidenum">
              <a:rPr lang="ko-KR" altLang="en-US"/>
              <a:pPr>
                <a:defRPr/>
              </a:pPr>
              <a:t>‹#›</a:t>
            </a:fld>
            <a:endParaRPr lang="ko-KR" altLang="en-US"/>
          </a:p>
        </p:txBody>
      </p:sp>
    </p:spTree>
    <p:extLst>
      <p:ext uri="{BB962C8B-B14F-4D97-AF65-F5344CB8AC3E}">
        <p14:creationId xmlns:p14="http://schemas.microsoft.com/office/powerpoint/2010/main" val="13625863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50630E29-3594-FCA0-2470-A68DEF087C88}"/>
              </a:ext>
            </a:extLst>
          </p:cNvPr>
          <p:cNvSpPr>
            <a:spLocks noGrp="1"/>
          </p:cNvSpPr>
          <p:nvPr>
            <p:ph type="dt" sz="half" idx="10"/>
          </p:nvPr>
        </p:nvSpPr>
        <p:spPr/>
        <p:txBody>
          <a:bodyPr/>
          <a:lstStyle>
            <a:lvl1pPr>
              <a:defRPr/>
            </a:lvl1pPr>
          </a:lstStyle>
          <a:p>
            <a:pPr>
              <a:defRPr/>
            </a:pPr>
            <a:fld id="{5803D60F-05DA-46C2-A430-2A6A49019E2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B806721-BA9E-CC9F-8BBA-53C7362F9501}"/>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0A6B68F-6524-B04F-0AA4-7FE1F176DBD2}"/>
              </a:ext>
            </a:extLst>
          </p:cNvPr>
          <p:cNvSpPr>
            <a:spLocks noGrp="1"/>
          </p:cNvSpPr>
          <p:nvPr>
            <p:ph type="sldNum" sz="quarter" idx="12"/>
          </p:nvPr>
        </p:nvSpPr>
        <p:spPr/>
        <p:txBody>
          <a:bodyPr/>
          <a:lstStyle>
            <a:lvl1pPr>
              <a:defRPr/>
            </a:lvl1pPr>
          </a:lstStyle>
          <a:p>
            <a:pPr>
              <a:defRPr/>
            </a:pPr>
            <a:fld id="{BFB0156F-B5C9-427B-82FD-2B5797CB85CE}" type="slidenum">
              <a:rPr lang="ko-KR" altLang="en-US"/>
              <a:pPr>
                <a:defRPr/>
              </a:pPr>
              <a:t>‹#›</a:t>
            </a:fld>
            <a:endParaRPr lang="ko-KR" altLang="en-US"/>
          </a:p>
        </p:txBody>
      </p:sp>
    </p:spTree>
    <p:extLst>
      <p:ext uri="{BB962C8B-B14F-4D97-AF65-F5344CB8AC3E}">
        <p14:creationId xmlns:p14="http://schemas.microsoft.com/office/powerpoint/2010/main" val="3037119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BB374939-7553-1183-3BCB-0454663D0874}"/>
              </a:ext>
            </a:extLst>
          </p:cNvPr>
          <p:cNvSpPr>
            <a:spLocks noGrp="1"/>
          </p:cNvSpPr>
          <p:nvPr>
            <p:ph type="dt" sz="half" idx="10"/>
          </p:nvPr>
        </p:nvSpPr>
        <p:spPr/>
        <p:txBody>
          <a:bodyPr/>
          <a:lstStyle>
            <a:lvl1pPr>
              <a:defRPr/>
            </a:lvl1pPr>
          </a:lstStyle>
          <a:p>
            <a:pPr>
              <a:defRPr/>
            </a:pPr>
            <a:fld id="{DB01A72A-8A3B-41F2-8EBD-E109A4A9B3D3}"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D7058515-E600-6DE5-DEC3-E3799B15F05D}"/>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D0CFFA8-DE21-5C7B-0B44-85514F6CE0EE}"/>
              </a:ext>
            </a:extLst>
          </p:cNvPr>
          <p:cNvSpPr>
            <a:spLocks noGrp="1"/>
          </p:cNvSpPr>
          <p:nvPr>
            <p:ph type="sldNum" sz="quarter" idx="12"/>
          </p:nvPr>
        </p:nvSpPr>
        <p:spPr/>
        <p:txBody>
          <a:bodyPr/>
          <a:lstStyle>
            <a:lvl1pPr>
              <a:defRPr/>
            </a:lvl1pPr>
          </a:lstStyle>
          <a:p>
            <a:pPr>
              <a:defRPr/>
            </a:pPr>
            <a:fld id="{44DF8304-A566-490E-B307-6D929DC62624}" type="slidenum">
              <a:rPr lang="ko-KR" altLang="en-US"/>
              <a:pPr>
                <a:defRPr/>
              </a:pPr>
              <a:t>‹#›</a:t>
            </a:fld>
            <a:endParaRPr lang="ko-KR" altLang="en-US"/>
          </a:p>
        </p:txBody>
      </p:sp>
    </p:spTree>
    <p:extLst>
      <p:ext uri="{BB962C8B-B14F-4D97-AF65-F5344CB8AC3E}">
        <p14:creationId xmlns:p14="http://schemas.microsoft.com/office/powerpoint/2010/main" val="36963296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79198987-F32F-5CBA-0760-E05C750B919B}"/>
              </a:ext>
            </a:extLst>
          </p:cNvPr>
          <p:cNvSpPr>
            <a:spLocks noGrp="1"/>
          </p:cNvSpPr>
          <p:nvPr>
            <p:ph type="dt" sz="half" idx="10"/>
          </p:nvPr>
        </p:nvSpPr>
        <p:spPr/>
        <p:txBody>
          <a:bodyPr/>
          <a:lstStyle>
            <a:lvl1pPr>
              <a:defRPr/>
            </a:lvl1pPr>
          </a:lstStyle>
          <a:p>
            <a:pPr>
              <a:defRPr/>
            </a:pPr>
            <a:fld id="{E5A6DEAE-5093-4CED-B296-1926F7A092D4}"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C602B3E2-C847-D6F7-61C2-B490BC225320}"/>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11F0CCB0-DFD8-1142-967E-147D6E2BC680}"/>
              </a:ext>
            </a:extLst>
          </p:cNvPr>
          <p:cNvSpPr>
            <a:spLocks noGrp="1"/>
          </p:cNvSpPr>
          <p:nvPr>
            <p:ph type="sldNum" sz="quarter" idx="12"/>
          </p:nvPr>
        </p:nvSpPr>
        <p:spPr/>
        <p:txBody>
          <a:bodyPr/>
          <a:lstStyle>
            <a:lvl1pPr>
              <a:defRPr/>
            </a:lvl1pPr>
          </a:lstStyle>
          <a:p>
            <a:pPr>
              <a:defRPr/>
            </a:pPr>
            <a:fld id="{24FE7C8F-B57B-48EB-9D3A-589D1A3211CD}" type="slidenum">
              <a:rPr lang="ko-KR" altLang="en-US"/>
              <a:pPr>
                <a:defRPr/>
              </a:pPr>
              <a:t>‹#›</a:t>
            </a:fld>
            <a:endParaRPr lang="ko-KR" altLang="en-US"/>
          </a:p>
        </p:txBody>
      </p:sp>
    </p:spTree>
    <p:extLst>
      <p:ext uri="{BB962C8B-B14F-4D97-AF65-F5344CB8AC3E}">
        <p14:creationId xmlns:p14="http://schemas.microsoft.com/office/powerpoint/2010/main" val="427478846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FBE55965-FEF7-3BE9-CA7F-4E68DE2D8020}"/>
              </a:ext>
            </a:extLst>
          </p:cNvPr>
          <p:cNvSpPr>
            <a:spLocks noGrp="1"/>
          </p:cNvSpPr>
          <p:nvPr>
            <p:ph type="dt" sz="half" idx="10"/>
          </p:nvPr>
        </p:nvSpPr>
        <p:spPr/>
        <p:txBody>
          <a:bodyPr/>
          <a:lstStyle>
            <a:lvl1pPr>
              <a:defRPr/>
            </a:lvl1pPr>
          </a:lstStyle>
          <a:p>
            <a:pPr>
              <a:defRPr/>
            </a:pPr>
            <a:fld id="{E4217CDD-61D6-4C13-A253-6909A62A67B2}"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44402DC2-F5CF-3C1F-B8AF-8FD14EA6038E}"/>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C69E3232-738F-DC2D-525D-05B35E3DAC1C}"/>
              </a:ext>
            </a:extLst>
          </p:cNvPr>
          <p:cNvSpPr>
            <a:spLocks noGrp="1"/>
          </p:cNvSpPr>
          <p:nvPr>
            <p:ph type="sldNum" sz="quarter" idx="12"/>
          </p:nvPr>
        </p:nvSpPr>
        <p:spPr/>
        <p:txBody>
          <a:bodyPr/>
          <a:lstStyle>
            <a:lvl1pPr>
              <a:defRPr/>
            </a:lvl1pPr>
          </a:lstStyle>
          <a:p>
            <a:pPr>
              <a:defRPr/>
            </a:pPr>
            <a:fld id="{2F5B30E6-0553-4097-9149-6D70BF89B9CF}" type="slidenum">
              <a:rPr lang="ko-KR" altLang="en-US"/>
              <a:pPr>
                <a:defRPr/>
              </a:pPr>
              <a:t>‹#›</a:t>
            </a:fld>
            <a:endParaRPr lang="ko-KR" altLang="en-US"/>
          </a:p>
        </p:txBody>
      </p:sp>
    </p:spTree>
    <p:extLst>
      <p:ext uri="{BB962C8B-B14F-4D97-AF65-F5344CB8AC3E}">
        <p14:creationId xmlns:p14="http://schemas.microsoft.com/office/powerpoint/2010/main" val="37586835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A6EA84C2-6D14-0996-2B77-776E6C880E67}"/>
              </a:ext>
            </a:extLst>
          </p:cNvPr>
          <p:cNvSpPr>
            <a:spLocks noGrp="1"/>
          </p:cNvSpPr>
          <p:nvPr>
            <p:ph type="dt" sz="half" idx="10"/>
          </p:nvPr>
        </p:nvSpPr>
        <p:spPr/>
        <p:txBody>
          <a:bodyPr/>
          <a:lstStyle>
            <a:lvl1pPr>
              <a:defRPr/>
            </a:lvl1pPr>
          </a:lstStyle>
          <a:p>
            <a:pPr>
              <a:defRPr/>
            </a:pPr>
            <a:fld id="{E3B842D6-64FF-418B-B8CF-4F707AA35C67}"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353E31BE-9492-4ADD-17A4-30193400A175}"/>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1C5E5072-5A10-682A-6789-F764CC6289FA}"/>
              </a:ext>
            </a:extLst>
          </p:cNvPr>
          <p:cNvSpPr>
            <a:spLocks noGrp="1"/>
          </p:cNvSpPr>
          <p:nvPr>
            <p:ph type="sldNum" sz="quarter" idx="12"/>
          </p:nvPr>
        </p:nvSpPr>
        <p:spPr/>
        <p:txBody>
          <a:bodyPr/>
          <a:lstStyle>
            <a:lvl1pPr>
              <a:defRPr/>
            </a:lvl1pPr>
          </a:lstStyle>
          <a:p>
            <a:pPr>
              <a:defRPr/>
            </a:pPr>
            <a:fld id="{C18DC048-ED6F-4664-AD67-EE46C23FE85A}" type="slidenum">
              <a:rPr lang="ko-KR" altLang="en-US"/>
              <a:pPr>
                <a:defRPr/>
              </a:pPr>
              <a:t>‹#›</a:t>
            </a:fld>
            <a:endParaRPr lang="ko-KR" altLang="en-US"/>
          </a:p>
        </p:txBody>
      </p:sp>
    </p:spTree>
    <p:extLst>
      <p:ext uri="{BB962C8B-B14F-4D97-AF65-F5344CB8AC3E}">
        <p14:creationId xmlns:p14="http://schemas.microsoft.com/office/powerpoint/2010/main" val="271309333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0DF120BE-1D01-8477-0E84-FCC65448F2D5}"/>
              </a:ext>
            </a:extLst>
          </p:cNvPr>
          <p:cNvSpPr>
            <a:spLocks noGrp="1"/>
          </p:cNvSpPr>
          <p:nvPr>
            <p:ph type="dt" sz="half" idx="10"/>
          </p:nvPr>
        </p:nvSpPr>
        <p:spPr/>
        <p:txBody>
          <a:bodyPr/>
          <a:lstStyle>
            <a:lvl1pPr>
              <a:defRPr/>
            </a:lvl1pPr>
          </a:lstStyle>
          <a:p>
            <a:pPr>
              <a:defRPr/>
            </a:pPr>
            <a:fld id="{7D2D8321-6F43-4DEF-B5FE-DA5362FDD1E7}"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5DD4942A-B9FE-67F0-C298-2CAF43878289}"/>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26A622A-F3AC-21C5-9659-7E546EB2E2F6}"/>
              </a:ext>
            </a:extLst>
          </p:cNvPr>
          <p:cNvSpPr>
            <a:spLocks noGrp="1"/>
          </p:cNvSpPr>
          <p:nvPr>
            <p:ph type="sldNum" sz="quarter" idx="12"/>
          </p:nvPr>
        </p:nvSpPr>
        <p:spPr/>
        <p:txBody>
          <a:bodyPr/>
          <a:lstStyle>
            <a:lvl1pPr>
              <a:defRPr/>
            </a:lvl1pPr>
          </a:lstStyle>
          <a:p>
            <a:pPr>
              <a:defRPr/>
            </a:pPr>
            <a:fld id="{4EA15443-673D-4C8C-8655-46AC9F36C7CD}" type="slidenum">
              <a:rPr lang="ko-KR" altLang="en-US"/>
              <a:pPr>
                <a:defRPr/>
              </a:pPr>
              <a:t>‹#›</a:t>
            </a:fld>
            <a:endParaRPr lang="ko-KR" altLang="en-US"/>
          </a:p>
        </p:txBody>
      </p:sp>
    </p:spTree>
    <p:extLst>
      <p:ext uri="{BB962C8B-B14F-4D97-AF65-F5344CB8AC3E}">
        <p14:creationId xmlns:p14="http://schemas.microsoft.com/office/powerpoint/2010/main" val="267634189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505788E3-1D43-22B4-144F-4ACF6EF6649F}"/>
              </a:ext>
            </a:extLst>
          </p:cNvPr>
          <p:cNvSpPr>
            <a:spLocks noGrp="1"/>
          </p:cNvSpPr>
          <p:nvPr>
            <p:ph type="dt" sz="half" idx="10"/>
          </p:nvPr>
        </p:nvSpPr>
        <p:spPr/>
        <p:txBody>
          <a:bodyPr/>
          <a:lstStyle>
            <a:lvl1pPr>
              <a:defRPr/>
            </a:lvl1pPr>
          </a:lstStyle>
          <a:p>
            <a:pPr>
              <a:defRPr/>
            </a:pPr>
            <a:fld id="{3CC9B1A7-961F-4C7B-A694-36C3A09FB2CA}"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D91B0BA1-EB53-BE2D-15A8-DD6060624A7D}"/>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395B16E3-517D-DDA5-E232-E6BB60F69A7F}"/>
              </a:ext>
            </a:extLst>
          </p:cNvPr>
          <p:cNvSpPr>
            <a:spLocks noGrp="1"/>
          </p:cNvSpPr>
          <p:nvPr>
            <p:ph type="sldNum" sz="quarter" idx="12"/>
          </p:nvPr>
        </p:nvSpPr>
        <p:spPr/>
        <p:txBody>
          <a:bodyPr/>
          <a:lstStyle>
            <a:lvl1pPr>
              <a:defRPr/>
            </a:lvl1pPr>
          </a:lstStyle>
          <a:p>
            <a:pPr>
              <a:defRPr/>
            </a:pPr>
            <a:fld id="{239787DD-F5B4-45AB-BD98-E6394898E1A8}" type="slidenum">
              <a:rPr lang="ko-KR" altLang="en-US"/>
              <a:pPr>
                <a:defRPr/>
              </a:pPr>
              <a:t>‹#›</a:t>
            </a:fld>
            <a:endParaRPr lang="ko-KR" altLang="en-US"/>
          </a:p>
        </p:txBody>
      </p:sp>
    </p:spTree>
    <p:extLst>
      <p:ext uri="{BB962C8B-B14F-4D97-AF65-F5344CB8AC3E}">
        <p14:creationId xmlns:p14="http://schemas.microsoft.com/office/powerpoint/2010/main" val="172148780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BF48DCB-7B28-E37A-FEBF-3741AF133B46}"/>
              </a:ext>
            </a:extLst>
          </p:cNvPr>
          <p:cNvSpPr>
            <a:spLocks noGrp="1"/>
          </p:cNvSpPr>
          <p:nvPr>
            <p:ph type="dt" sz="half" idx="10"/>
          </p:nvPr>
        </p:nvSpPr>
        <p:spPr/>
        <p:txBody>
          <a:bodyPr/>
          <a:lstStyle>
            <a:lvl1pPr>
              <a:defRPr/>
            </a:lvl1pPr>
          </a:lstStyle>
          <a:p>
            <a:pPr>
              <a:defRPr/>
            </a:pPr>
            <a:fld id="{4708B938-EE25-4259-84C3-4DEE0ACC59B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05AFC75-E400-DA98-475C-E23DBDC2B93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4EE7FEF-B33C-F86C-76B2-F04FA65E4488}"/>
              </a:ext>
            </a:extLst>
          </p:cNvPr>
          <p:cNvSpPr>
            <a:spLocks noGrp="1"/>
          </p:cNvSpPr>
          <p:nvPr>
            <p:ph type="sldNum" sz="quarter" idx="12"/>
          </p:nvPr>
        </p:nvSpPr>
        <p:spPr/>
        <p:txBody>
          <a:bodyPr/>
          <a:lstStyle>
            <a:lvl1pPr>
              <a:defRPr/>
            </a:lvl1pPr>
          </a:lstStyle>
          <a:p>
            <a:pPr>
              <a:defRPr/>
            </a:pPr>
            <a:fld id="{AAE29275-DCAE-4829-A8CF-5A531A90CA96}" type="slidenum">
              <a:rPr lang="ko-KR" altLang="en-US"/>
              <a:pPr>
                <a:defRPr/>
              </a:pPr>
              <a:t>‹#›</a:t>
            </a:fld>
            <a:endParaRPr lang="ko-KR" altLang="en-US"/>
          </a:p>
        </p:txBody>
      </p:sp>
    </p:spTree>
    <p:extLst>
      <p:ext uri="{BB962C8B-B14F-4D97-AF65-F5344CB8AC3E}">
        <p14:creationId xmlns:p14="http://schemas.microsoft.com/office/powerpoint/2010/main" val="13209098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E846C2B-2D7B-4E98-8A41-CAD0A3943CFE}"/>
              </a:ext>
            </a:extLst>
          </p:cNvPr>
          <p:cNvSpPr>
            <a:spLocks noGrp="1"/>
          </p:cNvSpPr>
          <p:nvPr>
            <p:ph type="dt" sz="half" idx="10"/>
          </p:nvPr>
        </p:nvSpPr>
        <p:spPr/>
        <p:txBody>
          <a:bodyPr/>
          <a:lstStyle>
            <a:lvl1pPr>
              <a:defRPr/>
            </a:lvl1pPr>
          </a:lstStyle>
          <a:p>
            <a:pPr>
              <a:defRPr/>
            </a:pPr>
            <a:fld id="{320C4189-382A-4FBC-90A1-9E667BBBB2A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DDC128E8-6A71-89E8-498C-2AFC247681E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9D54762-A35F-D060-1281-66B72790D26B}"/>
              </a:ext>
            </a:extLst>
          </p:cNvPr>
          <p:cNvSpPr>
            <a:spLocks noGrp="1"/>
          </p:cNvSpPr>
          <p:nvPr>
            <p:ph type="sldNum" sz="quarter" idx="12"/>
          </p:nvPr>
        </p:nvSpPr>
        <p:spPr/>
        <p:txBody>
          <a:bodyPr/>
          <a:lstStyle>
            <a:lvl1pPr>
              <a:defRPr/>
            </a:lvl1pPr>
          </a:lstStyle>
          <a:p>
            <a:pPr>
              <a:defRPr/>
            </a:pPr>
            <a:fld id="{A0F4EF83-BA92-4817-AF7E-0328BF919706}" type="slidenum">
              <a:rPr lang="ko-KR" altLang="en-US"/>
              <a:pPr>
                <a:defRPr/>
              </a:pPr>
              <a:t>‹#›</a:t>
            </a:fld>
            <a:endParaRPr lang="ko-KR" altLang="en-US"/>
          </a:p>
        </p:txBody>
      </p:sp>
    </p:spTree>
    <p:extLst>
      <p:ext uri="{BB962C8B-B14F-4D97-AF65-F5344CB8AC3E}">
        <p14:creationId xmlns:p14="http://schemas.microsoft.com/office/powerpoint/2010/main" val="13824801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849469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759C79F-0D15-3680-B0D6-38250FA06F5C}"/>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1FA4064F-1F3A-AC23-BC9C-55D913011B6F}"/>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473AACE9-AB5E-286A-385A-DE111D0CCED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143834010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B3BD2397-A37C-16B1-F1B1-D82958B97D03}"/>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EB0D8A79-9D00-44C3-ABAC-C6863C70EE0F}"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0289726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4FA749DD-2E0F-00FF-9584-AC14A5188F78}"/>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CBD7330A-A159-4E3F-B659-0AEFDECCF3C1}"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79726370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4ADB2A81-9F17-4BCD-275B-D4A6D79506EA}"/>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7680C9D3-6103-64D2-CC47-DC65DA0AC6B3}"/>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92831F6E-A08A-722A-6978-41A7FC9005AB}"/>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DB8C1AAA-857A-1364-D50A-2C6CB90AD4F6}"/>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FD66D455-0D84-BF09-10B4-9459BD5583B4}"/>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5739F34E-D650-EAEE-26CB-ECD6AB035EE3}"/>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E9E54C73-6884-F437-F4E5-E66D1DAB35A9}"/>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B0F6E603-3869-74FF-7D04-EC41E15E6CC7}"/>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FA353339-B8F3-4C27-9668-390548CD2CF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B381ACA-7167-F320-5D0C-90E5B422916A}"/>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F4F8A84B-091B-46FF-016B-B9EB3EB1AE6A}"/>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6C9D800A-4149-40DC-B12A-90C2E1314D00}"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23DC88D2-74F8-4059-4261-9464EB3F863C}"/>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23B65E2A-F040-879E-D535-FE6DB7D8E39B}"/>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A238223-913A-6B80-22A2-CA6CD6478EA6}"/>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026315B9-01DF-4E4C-96B6-D81417F1A7AE}"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F2DD9D1-8865-D3B1-48CA-921786A3B0C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795263D9-3E34-52A7-2EB5-D86533B8236F}"/>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176ADFB8-8215-4F83-AC41-8BCC5D3F7117}"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FADA403A-506C-99C9-7D63-F26EBCBB762A}"/>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BD093520-6755-FBBB-4047-6E2102BA17B4}"/>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29DEDF91-7C95-B856-715C-3488DD0F3793}"/>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011DEF5E-B50F-491B-B80D-8B296C0186C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D0398D0-3828-88EA-0CC0-B0A0F2CA7415}"/>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05BD7F1F-8445-3BD8-F435-93FDDA526B0C}"/>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76717597-6F33-46A1-8EF4-0CB86BE1B831}"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120BCA9D-52E0-2623-EB9B-58D355EA6300}"/>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DC4DF74A-5162-A3AD-EC6B-0FE34194BA87}"/>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E3E84520-A4FF-4EAC-6980-69E56C3458FD}"/>
              </a:ext>
            </a:extLst>
          </p:cNvPr>
          <p:cNvGraphicFramePr>
            <a:graphicFrameLocks noGrp="1"/>
          </p:cNvGraphicFramePr>
          <p:nvPr>
            <p:extLst>
              <p:ext uri="{D42A27DB-BD31-4B8C-83A1-F6EECF244321}">
                <p14:modId xmlns:p14="http://schemas.microsoft.com/office/powerpoint/2010/main" val="1938394865"/>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&lt;support e-mail&gt;</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D5196758-571F-0800-F388-E9C99C67ACC8}"/>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7C9B2663-B8A5-59A7-D453-52BC5901D723}"/>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C42BCD03-E66A-5287-5641-8F94F522CD67}"/>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C5675180-7BD0-28F6-D1B0-6B18BF3A7730}"/>
              </a:ext>
            </a:extLst>
          </p:cNvPr>
          <p:cNvGraphicFramePr>
            <a:graphicFrameLocks noGrp="1"/>
          </p:cNvGraphicFramePr>
          <p:nvPr>
            <p:extLst>
              <p:ext uri="{D42A27DB-BD31-4B8C-83A1-F6EECF244321}">
                <p14:modId xmlns:p14="http://schemas.microsoft.com/office/powerpoint/2010/main" val="4207893315"/>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CBC59D57-1228-05C4-1C38-E4AE384E4515}"/>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5A8DA2FC-AEAD-DB61-99C6-A26851F4FAC5}"/>
              </a:ext>
            </a:extLst>
          </p:cNvPr>
          <p:cNvGraphicFramePr>
            <a:graphicFrameLocks noGrp="1"/>
          </p:cNvGraphicFramePr>
          <p:nvPr>
            <p:extLst>
              <p:ext uri="{D42A27DB-BD31-4B8C-83A1-F6EECF244321}">
                <p14:modId xmlns:p14="http://schemas.microsoft.com/office/powerpoint/2010/main" val="3452865513"/>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11A7A18E-79E2-610B-3AED-8BD474654692}"/>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0C1F3AC-A0FB-0F77-39CD-C78452CB803F}"/>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798C2528-00C9-80CD-A8E3-DEA368BA35DC}"/>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5B859F27-1CAA-B37A-D2B9-CE095B8D211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4E590971-4F4F-0E74-C231-EED7094327C8}"/>
              </a:ext>
            </a:extLst>
          </p:cNvPr>
          <p:cNvGraphicFramePr>
            <a:graphicFrameLocks noGrp="1"/>
          </p:cNvGraphicFramePr>
          <p:nvPr>
            <p:extLst>
              <p:ext uri="{D42A27DB-BD31-4B8C-83A1-F6EECF244321}">
                <p14:modId xmlns:p14="http://schemas.microsoft.com/office/powerpoint/2010/main" val="4042727248"/>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806390115"/>
                    </a:ext>
                  </a:extLst>
                </a:gridCol>
                <a:gridCol w="7569200">
                  <a:extLst>
                    <a:ext uri="{9D8B030D-6E8A-4147-A177-3AD203B41FA5}">
                      <a16:colId xmlns:a16="http://schemas.microsoft.com/office/drawing/2014/main" val="2617331981"/>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1346929585"/>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91419226"/>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88690724"/>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34991655"/>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06376181"/>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0018089"/>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58099775"/>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52010449"/>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36828747"/>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14077169"/>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82179481"/>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96119248"/>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CA7D873B-344D-BAC6-858A-526E4F714AD1}"/>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asks for a server address, username and password, and checks the login before saving.</a:t>
            </a:r>
          </a:p>
        </p:txBody>
      </p:sp>
      <p:sp>
        <p:nvSpPr>
          <p:cNvPr id="18" name="텍스트 개체 틀 16">
            <a:extLst>
              <a:ext uri="{FF2B5EF4-FFF2-40B4-BE49-F238E27FC236}">
                <a16:creationId xmlns:a16="http://schemas.microsoft.com/office/drawing/2014/main" id="{3FDEF83B-EB8C-8C1F-6796-55E23892FB4A}"/>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E641FD26-B01F-BF48-248C-D9EABF836269}"/>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DF19A7CB-70E9-759B-874C-B4207504337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C1B8AA5C-1FE3-1F8C-D855-B7CEEAC4880B}"/>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8C576D45-8593-B3FC-E769-DEE09EF64284}"/>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6C1760DD-2D9C-CAE6-333A-DA037DDB1EC5}"/>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95E6305B-19F4-5B89-5167-6C0C038BC9C3}"/>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CADF5C08-8427-9744-546F-70F7E0696359}"/>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45988B22-6E24-002C-AA6C-02FB7A4EBA89}"/>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B34B7A80-C130-9846-7619-D774C515401B}"/>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7AB1F095-2FB0-12AC-67D4-5BDA80C6F65F}"/>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DA99CEBE-EE0E-AAA9-03A6-879B474DC70D}"/>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CF82F151-9A73-AF82-DEF7-1FC8AA7FF65E}"/>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graphicFrame>
        <p:nvGraphicFramePr>
          <p:cNvPr id="19" name="Table 18">
            <a:extLst>
              <a:ext uri="{FF2B5EF4-FFF2-40B4-BE49-F238E27FC236}">
                <a16:creationId xmlns:a16="http://schemas.microsoft.com/office/drawing/2014/main" id="{C187E926-8778-6E2D-4500-CBD4B3057C9F}"/>
              </a:ext>
            </a:extLst>
          </p:cNvPr>
          <p:cNvGraphicFramePr>
            <a:graphicFrameLocks noGrp="1"/>
          </p:cNvGraphicFramePr>
          <p:nvPr>
            <p:extLst>
              <p:ext uri="{D42A27DB-BD31-4B8C-83A1-F6EECF244321}">
                <p14:modId xmlns:p14="http://schemas.microsoft.com/office/powerpoint/2010/main" val="1584052018"/>
              </p:ext>
            </p:extLst>
          </p:nvPr>
        </p:nvGraphicFramePr>
        <p:xfrm>
          <a:off x="7239000" y="647700"/>
          <a:ext cx="2616200" cy="1828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973878972"/>
                    </a:ext>
                  </a:extLst>
                </a:gridCol>
                <a:gridCol w="2336800">
                  <a:extLst>
                    <a:ext uri="{9D8B030D-6E8A-4147-A177-3AD203B41FA5}">
                      <a16:colId xmlns:a16="http://schemas.microsoft.com/office/drawing/2014/main" val="269303407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7156486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7951037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1391225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8671521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7478697"/>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87031056"/>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334678345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&lt;test playlist </a:t>
                      </a:r>
                      <a:r>
                        <a:rPr lang="en-US" sz="800" b="0" i="0">
                          <a:solidFill>
                            <a:srgbClr val="000000"/>
                          </a:solidFill>
                          <a:latin typeface="Arial" panose="020B0604020202020204" pitchFamily="34" charset="0"/>
                        </a:rPr>
                        <a:t>URL&gt;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7507826"/>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2318329493"/>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Needs an account from an IPTV provider; not supplied. The M3U path covers the same </a:t>
                      </a:r>
                      <a:r>
                        <a:rPr lang="en-US" sz="800" b="0" i="0">
                          <a:solidFill>
                            <a:srgbClr val="000000"/>
                          </a:solidFill>
                          <a:latin typeface="Arial" panose="020B0604020202020204" pitchFamily="34" charset="0"/>
                        </a:rPr>
                        <a:t>screens.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24020924"/>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638740537"/>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2178407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F573127-AFAB-F305-79F3-4D5BF244E7A1}"/>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D3E402E9-4773-3156-8822-8FE7BECB08D4}"/>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D1FAF440-DEA6-DB58-2D6D-CD143F55F19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34B5ADFF-B302-C1F6-8A6B-9A3431AF329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E6ADF64-2A5C-0BAC-C1DA-4FD90A304418}"/>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275C7F0-3F33-6829-BCE9-7C8895A4CCDD}"/>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F7F5200D-346B-A62A-8B7A-AFD27A56BD93}"/>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1125AC4-400E-72E7-BC57-553561D1A357}"/>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72EF771E-3625-4925-13A2-159C63E4466E}"/>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9D19849D-AC4B-B2C5-4CB2-F9BC756FAF1D}"/>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B2C45772-F169-EEB4-9EA4-96311295E07B}"/>
              </a:ext>
            </a:extLst>
          </p:cNvPr>
          <p:cNvGraphicFramePr>
            <a:graphicFrameLocks noGrp="1"/>
          </p:cNvGraphicFramePr>
          <p:nvPr>
            <p:extLst>
              <p:ext uri="{D42A27DB-BD31-4B8C-83A1-F6EECF244321}">
                <p14:modId xmlns:p14="http://schemas.microsoft.com/office/powerpoint/2010/main" val="4082493916"/>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672361856"/>
                    </a:ext>
                  </a:extLst>
                </a:gridCol>
                <a:gridCol w="2336800">
                  <a:extLst>
                    <a:ext uri="{9D8B030D-6E8A-4147-A177-3AD203B41FA5}">
                      <a16:colId xmlns:a16="http://schemas.microsoft.com/office/drawing/2014/main" val="421445287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4552431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9876852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9042708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777086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E758370C-A7AC-A419-395D-6B978789680D}"/>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4D5A9AF9-6522-BF58-6184-05F707489FA0}"/>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C2A437C7-26FC-8D1B-CAE4-2705967A0A0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761C756D-101C-C0F2-BD0B-4EBE5FCC4F3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AA0DF78-BEB9-CE99-BE8E-139CF4AAA9CF}"/>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E642BBC-8117-53AB-1AC7-4BD33E783602}"/>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3F1EC5C-505C-2E61-E8EC-44161190B395}"/>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9C8CB33-9626-4FAB-4025-569BE4042A1E}"/>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44CB379-D760-59EE-9656-0B79F8A67CCD}"/>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192FD11F-C6DA-7779-C196-63432B3522FA}"/>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B36CD152-3B1A-48B2-C55E-AB99CD6DF3A6}"/>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E02C7F5A-3D2A-B078-B4F4-7A3BB115DBDE}"/>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038A1F9B-3CF4-D08A-16DA-18C703D1149B}"/>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654072EC-18B9-35E1-9DE2-F458B1EAEE88}"/>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2D8F6826-2C6B-862F-D5EE-96632B6AF143}"/>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1281AE91-5413-9257-8416-BB110146559A}"/>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AFC32E4B-FF2B-E59E-0330-7125B6709C05}"/>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0753A0E7-257E-D417-7788-132E9FD46277}"/>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76600D33-1576-D757-E521-696B219AA238}"/>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F6204BCE-84C1-A925-5B7E-AB43B40451A7}"/>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95448825-2CE5-72FC-D65A-BC33C271B037}"/>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A048522C-8D01-683E-C415-1CD8D7DA0A59}"/>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F8B3BD6A-7C9E-C304-1A7D-98BED8B5E653}"/>
              </a:ext>
            </a:extLst>
          </p:cNvPr>
          <p:cNvGraphicFramePr>
            <a:graphicFrameLocks noGrp="1"/>
          </p:cNvGraphicFramePr>
          <p:nvPr>
            <p:extLst>
              <p:ext uri="{D42A27DB-BD31-4B8C-83A1-F6EECF244321}">
                <p14:modId xmlns:p14="http://schemas.microsoft.com/office/powerpoint/2010/main" val="1897092805"/>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33979507"/>
                    </a:ext>
                  </a:extLst>
                </a:gridCol>
                <a:gridCol w="2336800">
                  <a:extLst>
                    <a:ext uri="{9D8B030D-6E8A-4147-A177-3AD203B41FA5}">
                      <a16:colId xmlns:a16="http://schemas.microsoft.com/office/drawing/2014/main" val="153831318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47922187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5895704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5730002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23628642"/>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68584014"/>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43910431"/>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95972023"/>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83267884"/>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28616994"/>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7082038"/>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7FCC54CF-2D5F-0524-8F98-AF99871C1EB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38EC5E2-3AB8-BC35-B891-9F10A4A874FC}"/>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340FBD7-FB13-3222-5B17-299965D673D4}"/>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F7DDCE52-11FD-DD8D-0F69-F146626E208A}"/>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5B5955FE-A312-4613-2C33-1378EE5207AB}"/>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8F5F41BB-5F51-E578-AA5E-98BDCA5DE31C}"/>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C4A2DE0-23FE-E086-A8BC-FCAFDEA0DC01}"/>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AD68F1DA-AE00-2CDF-9FA3-10AB28BF21C8}"/>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CA74160-068E-AAC7-F148-96C1BF411EFF}"/>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FA78E2BC-A929-47BF-E8F8-D5C6C2873A11}"/>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7692B15C-543C-4957-2EE7-C2A86BAF91DB}"/>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E02F40D7-62BE-94EB-93CA-E40A06268C09}"/>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055FC27E-C499-921F-69F0-B5ADFC1E5880}"/>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0BA500F1-CA9D-C58F-E5FE-04BECE106C32}"/>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8A1F5C37-B3BE-D318-FB36-DD0135F4E273}"/>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F76BC9B8-AF9A-7E6F-931A-DE176440FD92}"/>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CDA57AC5-AD40-8380-B49E-0F68AC8C6749}"/>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13AFA8FC-02C5-914B-D4ED-860E5DC56C18}"/>
              </a:ext>
            </a:extLst>
          </p:cNvPr>
          <p:cNvGraphicFramePr>
            <a:graphicFrameLocks noGrp="1"/>
          </p:cNvGraphicFramePr>
          <p:nvPr>
            <p:extLst>
              <p:ext uri="{D42A27DB-BD31-4B8C-83A1-F6EECF244321}">
                <p14:modId xmlns:p14="http://schemas.microsoft.com/office/powerpoint/2010/main" val="3409071618"/>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556346303"/>
                    </a:ext>
                  </a:extLst>
                </a:gridCol>
                <a:gridCol w="2336800">
                  <a:extLst>
                    <a:ext uri="{9D8B030D-6E8A-4147-A177-3AD203B41FA5}">
                      <a16:colId xmlns:a16="http://schemas.microsoft.com/office/drawing/2014/main" val="15045719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3914500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8200430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6963651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4640174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42624558"/>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3874808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71830482"/>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79409388"/>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8055519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44AB2722-417B-BF85-D03B-B0ACC4C0919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B182C30-7972-9568-7871-FD8DEF17ECE1}"/>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33E95BA-0187-FCEB-6CA8-8B034E7EABA2}"/>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9FDF4196-1C1E-C4CC-DB55-8ED188F53C5D}"/>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873A548-7DF3-DD76-DB53-0CDA54AB2BF4}"/>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88F1CC14-6087-48D3-5CA4-13E959F2E08B}"/>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C1EF629-7E1B-DD9E-B411-A72D059D6F59}"/>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989E049A-5FD8-E525-3008-A913C6153C5E}"/>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3D9A7AB2-65DB-75D0-A502-98B4C8EC7973}"/>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01C5D15-7558-4DCF-06B0-3557F31F5D72}"/>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6350B9ED-4D80-AFCD-F9D9-3A000324AAAB}"/>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BEA1DE08-52BB-843A-5DE3-FD501923339C}"/>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DCF2137B-425B-B9CD-D33D-30A007647A62}"/>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C2AEF929-FF5A-EBE1-EC52-9F768D91451D}"/>
              </a:ext>
            </a:extLst>
          </p:cNvPr>
          <p:cNvGraphicFramePr>
            <a:graphicFrameLocks noGrp="1"/>
          </p:cNvGraphicFramePr>
          <p:nvPr>
            <p:extLst>
              <p:ext uri="{D42A27DB-BD31-4B8C-83A1-F6EECF244321}">
                <p14:modId xmlns:p14="http://schemas.microsoft.com/office/powerpoint/2010/main" val="2982009585"/>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467394786"/>
                    </a:ext>
                  </a:extLst>
                </a:gridCol>
                <a:gridCol w="2336800">
                  <a:extLst>
                    <a:ext uri="{9D8B030D-6E8A-4147-A177-3AD203B41FA5}">
                      <a16:colId xmlns:a16="http://schemas.microsoft.com/office/drawing/2014/main" val="408322062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396832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858188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3923445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2012508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73781808"/>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31262705"/>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67625088"/>
                  </a:ext>
                </a:extLst>
              </a:tr>
            </a:tbl>
          </a:graphicData>
        </a:graphic>
      </p:graphicFrame>
    </p:spTree>
    <p:extLst>
      <p:ext uri="{BB962C8B-B14F-4D97-AF65-F5344CB8AC3E}">
        <p14:creationId xmlns:p14="http://schemas.microsoft.com/office/powerpoint/2010/main" val="20096493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has no guide data, so its rows read "No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a:t>
            </a:r>
            <a:r>
              <a:rPr lang="en-US" altLang="ko-KR" sz="900">
                <a:latin typeface="Arial" pitchFamily="34" charset="0"/>
                <a:ea typeface="굴림" panose="020B0600000101010101" pitchFamily="50" charset="-127"/>
                <a:cs typeface="Arial" pitchFamily="34" charset="0"/>
              </a:rPr>
              <a:t>information".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9ED1C77-2B38-2217-4E1C-ACB1E817DE5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BF748A7-E892-C264-FA96-34C3853AD694}"/>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D8B216D-9F10-A01F-0641-ABAD692F9AC4}"/>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5561DFB-3EEE-F619-7635-771E461669B2}"/>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B5A05FE-076F-3C18-CBA3-708AB4859B73}"/>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44A9F8F9-4A39-7D40-EEA9-14206212C966}"/>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2D242E77-4C54-4DF0-08D2-F734528B340B}"/>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5771247B-6C8F-E2E4-B946-A1C8E857D648}"/>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827F821E-3E7A-37A5-3840-EB65419040F5}"/>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76D0191F-5AD6-76EF-2B40-4F9ECF23DFD8}"/>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DCB2AD48-638E-4056-8836-468674DDB84E}"/>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A192E197-EE5E-F925-4F7A-ADF683DA190B}"/>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C1B8D6E9-16A5-FF8F-4726-40CCB0B8BEF0}"/>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F40C2E8B-527D-C18B-813C-1BE0D49CDB92}"/>
              </a:ext>
            </a:extLst>
          </p:cNvPr>
          <p:cNvGraphicFramePr>
            <a:graphicFrameLocks noGrp="1"/>
          </p:cNvGraphicFramePr>
          <p:nvPr>
            <p:extLst>
              <p:ext uri="{D42A27DB-BD31-4B8C-83A1-F6EECF244321}">
                <p14:modId xmlns:p14="http://schemas.microsoft.com/office/powerpoint/2010/main" val="1152074276"/>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82857058"/>
                    </a:ext>
                  </a:extLst>
                </a:gridCol>
                <a:gridCol w="2336800">
                  <a:extLst>
                    <a:ext uri="{9D8B030D-6E8A-4147-A177-3AD203B41FA5}">
                      <a16:colId xmlns:a16="http://schemas.microsoft.com/office/drawing/2014/main" val="296234570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86479060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5191133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6994704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3836694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7293699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98090011"/>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95461312"/>
                  </a:ext>
                </a:extLst>
              </a:tr>
            </a:tbl>
          </a:graphicData>
        </a:graphic>
      </p:graphicFrame>
    </p:spTree>
    <p:extLst>
      <p:ext uri="{BB962C8B-B14F-4D97-AF65-F5344CB8AC3E}">
        <p14:creationId xmlns:p14="http://schemas.microsoft.com/office/powerpoint/2010/main" val="53917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41E0EAD-25AE-3E2C-378B-DAF60C849CB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5A14F83-E24C-84E0-E1FC-C20CEAC8B5BA}"/>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AD68B38-66A7-4A2A-73D3-BD7CDD0A5E3E}"/>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1BE0640-3E9F-6336-E8E4-4275A75D1318}"/>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04817A9A-632E-919F-868E-DC255736B2EB}"/>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5DF8DA6-A04B-5CE7-72AC-3499A653144F}"/>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7F3593B3-0385-53C2-60B8-6C40E55C171B}"/>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E035B93-ABE5-0CA6-8357-AB11E9D9CCC1}"/>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6D683DA2-8BA3-9001-1A4C-587C20F846AB}"/>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D3792316-6190-35AA-DBB9-379D131F356E}"/>
              </a:ext>
            </a:extLst>
          </p:cNvPr>
          <p:cNvGraphicFramePr>
            <a:graphicFrameLocks noGrp="1"/>
          </p:cNvGraphicFramePr>
          <p:nvPr>
            <p:extLst>
              <p:ext uri="{D42A27DB-BD31-4B8C-83A1-F6EECF244321}">
                <p14:modId xmlns:p14="http://schemas.microsoft.com/office/powerpoint/2010/main" val="1662400553"/>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243216568"/>
                    </a:ext>
                  </a:extLst>
                </a:gridCol>
                <a:gridCol w="2336800">
                  <a:extLst>
                    <a:ext uri="{9D8B030D-6E8A-4147-A177-3AD203B41FA5}">
                      <a16:colId xmlns:a16="http://schemas.microsoft.com/office/drawing/2014/main" val="362729140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85028996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2811205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2870007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4120525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81452810"/>
                  </a:ext>
                </a:extLst>
              </a:tr>
            </a:tbl>
          </a:graphicData>
        </a:graphic>
      </p:graphicFrame>
    </p:spTree>
    <p:extLst>
      <p:ext uri="{BB962C8B-B14F-4D97-AF65-F5344CB8AC3E}">
        <p14:creationId xmlns:p14="http://schemas.microsoft.com/office/powerpoint/2010/main" val="3796453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reorder the channel and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9EC4F16-7266-C310-B71C-24D35A4C445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9ADD3DB-56C3-5D06-0786-FBD373E79ADB}"/>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6A9CC38-7F20-6CD3-E0F0-6DA644577FF1}"/>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08E62D4B-663D-CFF4-6E51-1731DC4AC2CD}"/>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1C637BE-E7B9-C467-4382-95C9FBAEEFAA}"/>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59ED686-A1AB-A31B-6735-4A8AB16FFB37}"/>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D5DB7EF-4356-1D9A-EC9D-5EA4060C0589}"/>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7C9038C2-1369-D939-2764-0CBF45FCA9F8}"/>
              </a:ext>
            </a:extLst>
          </p:cNvPr>
          <p:cNvGraphicFramePr>
            <a:graphicFrameLocks noGrp="1"/>
          </p:cNvGraphicFramePr>
          <p:nvPr>
            <p:extLst>
              <p:ext uri="{D42A27DB-BD31-4B8C-83A1-F6EECF244321}">
                <p14:modId xmlns:p14="http://schemas.microsoft.com/office/powerpoint/2010/main" val="948140079"/>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965075180"/>
                    </a:ext>
                  </a:extLst>
                </a:gridCol>
                <a:gridCol w="2336800">
                  <a:extLst>
                    <a:ext uri="{9D8B030D-6E8A-4147-A177-3AD203B41FA5}">
                      <a16:colId xmlns:a16="http://schemas.microsoft.com/office/drawing/2014/main" val="48788480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5979087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1862048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6879383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46384544"/>
                  </a:ext>
                </a:extLst>
              </a:tr>
            </a:tbl>
          </a:graphicData>
        </a:graphic>
      </p:graphicFrame>
    </p:spTree>
    <p:extLst>
      <p:ext uri="{BB962C8B-B14F-4D97-AF65-F5344CB8AC3E}">
        <p14:creationId xmlns:p14="http://schemas.microsoft.com/office/powerpoint/2010/main" val="24902494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1A629E6-BDAD-8BA9-556A-3D755E0AB76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2C483BF-B530-D88E-FC08-CEE367F0C189}"/>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9C8A7C6-F98A-12A5-AD00-9569C6625652}"/>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5A2D459-E4C6-0285-AF45-A6D8E98E8A0F}"/>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23BDE24-2D54-A08D-D49E-C2B0E1F77FE0}"/>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DDCB730-46C6-EC53-0756-CE26EEAF99F5}"/>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283D746-D162-8986-F508-627E8B31A8E2}"/>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CAE4971E-9FC5-DC4A-F3B4-2AD37CE3D75F}"/>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72C65864-9D3C-B985-E183-A03C961923C3}"/>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67DD7445-0D36-1EA2-AB09-15BA21C09B08}"/>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B007173F-CC89-4080-92A4-D25DFC6DE08D}"/>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59D113F8-652A-BE0E-9918-416665C7EC3A}"/>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6D1253C7-1E41-243B-43F8-9BF9217694C2}"/>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28518F26-9895-BC1F-280F-72562B4945C0}"/>
              </a:ext>
            </a:extLst>
          </p:cNvPr>
          <p:cNvGraphicFramePr>
            <a:graphicFrameLocks noGrp="1"/>
          </p:cNvGraphicFramePr>
          <p:nvPr>
            <p:extLst>
              <p:ext uri="{D42A27DB-BD31-4B8C-83A1-F6EECF244321}">
                <p14:modId xmlns:p14="http://schemas.microsoft.com/office/powerpoint/2010/main" val="2025894913"/>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693038517"/>
                    </a:ext>
                  </a:extLst>
                </a:gridCol>
                <a:gridCol w="2336800">
                  <a:extLst>
                    <a:ext uri="{9D8B030D-6E8A-4147-A177-3AD203B41FA5}">
                      <a16:colId xmlns:a16="http://schemas.microsoft.com/office/drawing/2014/main" val="161664859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45006714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698271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2731904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35446975"/>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3209575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44639773"/>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12413178"/>
                  </a:ext>
                </a:extLst>
              </a:tr>
            </a:tbl>
          </a:graphicData>
        </a:graphic>
      </p:graphicFrame>
    </p:spTree>
    <p:extLst>
      <p:ext uri="{BB962C8B-B14F-4D97-AF65-F5344CB8AC3E}">
        <p14:creationId xmlns:p14="http://schemas.microsoft.com/office/powerpoint/2010/main" val="5425916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47C9EC31-C806-FA02-9A12-2FC6B27FF3B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DFA6179-DD8A-28FC-71B9-21CF34E651AD}"/>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47601D53-13B0-333C-1D86-E5CD34EFA8DD}"/>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CA6D4044-8AD5-CEFE-DE63-7C6D3FD129FE}"/>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B5A8568-CC6F-443C-CA58-68915A9E9930}"/>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4CCF5E59-24BB-2D71-3A4E-0233115E6D01}"/>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52ABC390-F1EE-BE36-6916-7E3E98B94F97}"/>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ACA62AF-2BAA-BF87-E26E-688B2CB668AA}"/>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2F56A240-C6EA-9FA8-514A-6C8CBC319A14}"/>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E2657EE2-0844-72B4-43DF-99860D572CA9}"/>
              </a:ext>
            </a:extLst>
          </p:cNvPr>
          <p:cNvGraphicFramePr>
            <a:graphicFrameLocks noGrp="1"/>
          </p:cNvGraphicFramePr>
          <p:nvPr>
            <p:extLst>
              <p:ext uri="{D42A27DB-BD31-4B8C-83A1-F6EECF244321}">
                <p14:modId xmlns:p14="http://schemas.microsoft.com/office/powerpoint/2010/main" val="2396764420"/>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660392437"/>
                    </a:ext>
                  </a:extLst>
                </a:gridCol>
                <a:gridCol w="2336800">
                  <a:extLst>
                    <a:ext uri="{9D8B030D-6E8A-4147-A177-3AD203B41FA5}">
                      <a16:colId xmlns:a16="http://schemas.microsoft.com/office/drawing/2014/main" val="212831167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99238951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1084722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4021941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1130645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17131382"/>
                  </a:ext>
                </a:extLst>
              </a:tr>
            </a:tbl>
          </a:graphicData>
        </a:graphic>
      </p:graphicFrame>
    </p:spTree>
    <p:extLst>
      <p:ext uri="{BB962C8B-B14F-4D97-AF65-F5344CB8AC3E}">
        <p14:creationId xmlns:p14="http://schemas.microsoft.com/office/powerpoint/2010/main" val="14479899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B5A323B-D560-D17D-1CAB-02DE217D7A6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C423EDF-D897-2EDB-84E5-12D1FA928CE3}"/>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AEEBE405-586E-2DD5-1B51-49BE266BD8D1}"/>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4FB02FAC-184B-DD51-C5A4-2B133327B3EF}"/>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435896BB-503D-6F49-C829-88E9B5DEB43F}"/>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0FE7865-CECB-37E4-1FED-935C41A5D92D}"/>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30435C49-7160-6801-7974-86F6AF16E9C1}"/>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EB355DB8-4BA5-DA73-E334-7DBDE866A057}"/>
              </a:ext>
            </a:extLst>
          </p:cNvPr>
          <p:cNvGraphicFramePr>
            <a:graphicFrameLocks noGrp="1"/>
          </p:cNvGraphicFramePr>
          <p:nvPr>
            <p:extLst>
              <p:ext uri="{D42A27DB-BD31-4B8C-83A1-F6EECF244321}">
                <p14:modId xmlns:p14="http://schemas.microsoft.com/office/powerpoint/2010/main" val="65009035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738438142"/>
                    </a:ext>
                  </a:extLst>
                </a:gridCol>
                <a:gridCol w="2336800">
                  <a:extLst>
                    <a:ext uri="{9D8B030D-6E8A-4147-A177-3AD203B41FA5}">
                      <a16:colId xmlns:a16="http://schemas.microsoft.com/office/drawing/2014/main" val="82978605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585339827"/>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7911459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2333233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39457888"/>
                  </a:ext>
                </a:extLst>
              </a:tr>
            </a:tbl>
          </a:graphicData>
        </a:graphic>
      </p:graphicFrame>
    </p:spTree>
    <p:extLst>
      <p:ext uri="{BB962C8B-B14F-4D97-AF65-F5344CB8AC3E}">
        <p14:creationId xmlns:p14="http://schemas.microsoft.com/office/powerpoint/2010/main" val="25330377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3B96EC63-A230-4728-F353-1598A9C2CB0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52E312D-B7CF-5DC3-3FF7-A4AB966367C2}"/>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7584B02-C932-3BAF-5529-D747BD3C0FA7}"/>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18B73E9-42FF-30F3-ADA5-4434AEE93993}"/>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9BDEC8D-2A08-B18A-8FA7-F66E5BCD4C69}"/>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B6FC282A-C33D-5369-198B-14CB7E04C8C9}"/>
              </a:ext>
            </a:extLst>
          </p:cNvPr>
          <p:cNvGraphicFramePr>
            <a:graphicFrameLocks noGrp="1"/>
          </p:cNvGraphicFramePr>
          <p:nvPr>
            <p:extLst>
              <p:ext uri="{D42A27DB-BD31-4B8C-83A1-F6EECF244321}">
                <p14:modId xmlns:p14="http://schemas.microsoft.com/office/powerpoint/2010/main" val="3100290008"/>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522890919"/>
                    </a:ext>
                  </a:extLst>
                </a:gridCol>
                <a:gridCol w="2336800">
                  <a:extLst>
                    <a:ext uri="{9D8B030D-6E8A-4147-A177-3AD203B41FA5}">
                      <a16:colId xmlns:a16="http://schemas.microsoft.com/office/drawing/2014/main" val="42292202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67259072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8648125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95410262"/>
                  </a:ext>
                </a:extLst>
              </a:tr>
            </a:tbl>
          </a:graphicData>
        </a:graphic>
      </p:graphicFrame>
    </p:spTree>
    <p:extLst>
      <p:ext uri="{BB962C8B-B14F-4D97-AF65-F5344CB8AC3E}">
        <p14:creationId xmlns:p14="http://schemas.microsoft.com/office/powerpoint/2010/main" val="4175869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3C3AC91B-4FFA-643A-785C-0B0D417CA7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25B075F-F8FE-DBCA-25C4-B1DFDEBC7593}"/>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6B0231C7-9288-3397-3AD8-F8210E8B4858}"/>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AD158A4-1C19-525B-B513-6544042F9854}"/>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4E67AAC-B6D6-4381-951D-3FE3FAD9250C}"/>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732CB100-A681-598E-24AB-44CCDE5A737A}"/>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7C28F1C6-30F2-AA7E-D9CF-A834EA59FD26}"/>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E1F385E0-E27C-8A46-7CE9-EB3D48594294}"/>
              </a:ext>
            </a:extLst>
          </p:cNvPr>
          <p:cNvGraphicFramePr>
            <a:graphicFrameLocks noGrp="1"/>
          </p:cNvGraphicFramePr>
          <p:nvPr>
            <p:extLst>
              <p:ext uri="{D42A27DB-BD31-4B8C-83A1-F6EECF244321}">
                <p14:modId xmlns:p14="http://schemas.microsoft.com/office/powerpoint/2010/main" val="1938473064"/>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889817729"/>
                    </a:ext>
                  </a:extLst>
                </a:gridCol>
                <a:gridCol w="2336800">
                  <a:extLst>
                    <a:ext uri="{9D8B030D-6E8A-4147-A177-3AD203B41FA5}">
                      <a16:colId xmlns:a16="http://schemas.microsoft.com/office/drawing/2014/main" val="95641000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13034175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3785383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224555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1749916"/>
                  </a:ext>
                </a:extLst>
              </a:tr>
            </a:tbl>
          </a:graphicData>
        </a:graphic>
      </p:graphicFrame>
    </p:spTree>
    <p:extLst>
      <p:ext uri="{BB962C8B-B14F-4D97-AF65-F5344CB8AC3E}">
        <p14:creationId xmlns:p14="http://schemas.microsoft.com/office/powerpoint/2010/main" val="29505542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FA9B450E-4286-46FF-587D-24996B6BF9C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EBD3EB1E-5477-83E9-5F5A-3B222552EEDF}"/>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36428837-A16E-16D5-9103-6E4F72965AD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16DFD54-0336-7131-71A2-4C37975BE7E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8575C5B-DEFA-4FB5-5C00-D53E9AF105EC}"/>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1F3457E8-1701-4409-B819-6DDFD3E6BA7E}"/>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1522FE2-7DC6-B318-1188-6BC980DA153C}"/>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BE1A82E0-2AB4-0014-7D86-615F84EB8D71}"/>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FA69ABF3-E7F5-1029-7A16-C798D5978674}"/>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77009D74-9F7F-155A-E7D3-D24722AF907B}"/>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5E912CEB-A014-E12B-67B7-2C39222396F2}"/>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D8293C2B-E4ED-230C-F6A0-9CA8B871F4A7}"/>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2B4F4D56-A144-3341-6F0F-02F4DB636EA7}"/>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969E859E-8B4C-7A94-9B2A-D52614C4F236}"/>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E4F2B882-C429-CBC6-756F-C5CB979B208B}"/>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C6ECC133-AD9B-E3AF-571A-516540285888}"/>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8DB3E290-E19E-98C0-1F1A-8F4179253C29}"/>
              </a:ext>
            </a:extLst>
          </p:cNvPr>
          <p:cNvGraphicFramePr>
            <a:graphicFrameLocks noGrp="1"/>
          </p:cNvGraphicFramePr>
          <p:nvPr>
            <p:extLst>
              <p:ext uri="{D42A27DB-BD31-4B8C-83A1-F6EECF244321}">
                <p14:modId xmlns:p14="http://schemas.microsoft.com/office/powerpoint/2010/main" val="738745288"/>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378488280"/>
                    </a:ext>
                  </a:extLst>
                </a:gridCol>
                <a:gridCol w="2336800">
                  <a:extLst>
                    <a:ext uri="{9D8B030D-6E8A-4147-A177-3AD203B41FA5}">
                      <a16:colId xmlns:a16="http://schemas.microsoft.com/office/drawing/2014/main" val="68416804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87603817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9487631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9387111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94308202"/>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3009292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28724778"/>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80576410"/>
                  </a:ext>
                </a:extLst>
              </a:tr>
            </a:tbl>
          </a:graphicData>
        </a:graphic>
      </p:graphicFrame>
    </p:spTree>
    <p:extLst>
      <p:ext uri="{BB962C8B-B14F-4D97-AF65-F5344CB8AC3E}">
        <p14:creationId xmlns:p14="http://schemas.microsoft.com/office/powerpoint/2010/main" val="18835000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F45BADB-2465-B20C-B74D-A84BFE7B8A9F}"/>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2E1F7334-4678-B915-FB81-7B2B4BEA0027}"/>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DF069746-C7D8-CD23-AF5C-2168E5888553}"/>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9CF3DDF6-FAE2-EF34-EA0E-A0A9E83F7763}"/>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E2AC26C5-C45E-52A1-4DF7-2A04D649A379}"/>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7679687F-05D0-A3BA-D536-7519DDAA2146}"/>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3DCDF208-F500-1142-CFE5-A250D4DB8E01}"/>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51C83B8E-84F9-2E3B-38E3-B8B83B4CA4D4}"/>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DFE238EB-626C-0864-C58B-02E9719B43E8}"/>
              </a:ext>
            </a:extLst>
          </p:cNvPr>
          <p:cNvSpPr txBox="1">
            <a:spLocks noChangeArrowheads="1"/>
          </p:cNvSpPr>
          <p:nvPr/>
        </p:nvSpPr>
        <p:spPr bwMode="auto">
          <a:xfrm>
            <a:off x="381000" y="1000125"/>
            <a:ext cx="9109075" cy="2123658"/>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4 to test playback; it uses public test streams (Blender Foundation open movies, Apple and Google test streams).</a:t>
            </a:r>
          </a:p>
          <a:p>
            <a:pPr latinLnBrk="0" marL="0" indent="0">
              <a:defRPr/>
            </a:pPr>
            <a:r>
              <a:rPr lang="en-US" altLang="ko-KR" sz="1200" dirty="0">
                <a:latin typeface="Arial" pitchFamily="34" charset="0"/>
                <a:ea typeface="맑은 고딕" pitchFamily="50" charset="-127"/>
              </a:rPr>
              <a:t>2.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sources need an account from an IPTV provider, which we can't supply; the M3U path covers the same screens.</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and logins are stored only on the TV, encrypted (AES-GCM).</a:t>
            </a:r>
          </a:p>
          <a:p>
            <a:pPr latinLnBrk="0" marL="0" indent="0">
              <a:defRPr/>
            </a:pPr>
            <a:r>
              <a:rPr lang="en-US" altLang="ko-KR" sz="1200" dirty="0">
                <a:latin typeface="Arial" pitchFamily="34" charset="0"/>
                <a:ea typeface="맑은 고딕" pitchFamily="50" charset="-127"/>
              </a:rPr>
              <a:t>5. Contact: &lt;support e-mail&gt;</a:t>
            </a:r>
          </a:p>
        </p:txBody>
      </p:sp>
      <p:sp>
        <p:nvSpPr>
          <p:cNvPr id="5" name="텍스트 개체 틀 4">
            <a:extLst>
              <a:ext uri="{FF2B5EF4-FFF2-40B4-BE49-F238E27FC236}">
                <a16:creationId xmlns:a16="http://schemas.microsoft.com/office/drawing/2014/main" id="{66EE67E0-B775-013D-16A7-737692CA74EF}"/>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2477</Words>
  <Application>Microsoft Office PowerPoint</Application>
  <PresentationFormat>A4 Paper (210x297 mm)</PresentationFormat>
  <Paragraphs>456</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2026-10-09T20:07:21Z</dcterms:modified>
</cp:coreProperties>
</file>