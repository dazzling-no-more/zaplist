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AF6A938A-2863-BCC0-9283-216D17864916}"/>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04CA0D54-BCF4-4F1A-F408-96937AA8BF34}"/>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B8AD27C9-5621-4856-92F9-3DBE3DE8640D}"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F8CEDAD7-F4A0-3046-F37C-E80BF6302C1D}"/>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3AA9B60C-8CAB-90B1-9A77-85B266F3F141}"/>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7F15E5C0-8BE2-4579-90FF-7B3DEAF4A856}"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531493E4-18E2-F769-675F-E062C7F3C51D}"/>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F344E4B8-A45B-7457-F957-5A73505FF01A}"/>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F6D2BF17-3F4A-17CD-945A-D04D07B18B7D}"/>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8C8BF3A0-A418-B867-0FD5-7B637DD5E603}"/>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9748BF4D-04A1-66F7-1285-4EE48546986E}"/>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3B45C884-A498-8E7A-A3FF-B28F6701CA8F}"/>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68A6CBA9-FB00-45D5-B43F-9605D1B16676}"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641FE03B-27F0-8A50-B483-DA8826B1121E}"/>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BEE3A1FB-3E61-5BE1-AD76-978D3AAADCD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56C837AD-B550-89BF-49FB-77C38C1C874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4DA9A596-5BFA-4649-AB2F-B442F4243D2D}"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7D21BB7E-EE9A-61A8-6904-2662242ED3F8}"/>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2FFC7CDD-F35F-91AA-89DD-114EDCE6ED6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9F19655D-FE5B-1FC7-06BA-3D9AD938886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356A9E7-D7CC-4A61-BB1A-7E9AFEEB732A}"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6A5B9A03-B081-0FF4-00F7-7816B20E3714}"/>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6F1C468C-780A-4803-C19C-42C6FE18292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D56FB530-5E06-6F33-3DE5-7815B02CCFA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03E9919E-D7A9-4AB9-A8C4-969D317B598E}"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67D54732-386D-5084-33BF-A537F550006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194FACF9-A62F-4D74-B67E-C683A4319476}"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52F7E784-7B17-E7E8-33C0-04287908E106}"/>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BEE20A16-17B3-7418-AF6C-6B35FB0C4D04}"/>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5C00C65B-ACA3-DBD6-1484-5F2DFB398AB5}"/>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E46A593C-0230-4B20-AC11-E6071C7DC75B}"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3C588E58-624A-5E35-1C7A-342C68E0C8EB}"/>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F73C80E5-75DD-EB81-924D-E81D7D76363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EF438234-8E06-108D-BCF0-86DA9570279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A5B8BED-B3C0-4D73-BA27-D556B6065548}"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DDFBFB86-44ED-2FF6-2716-806F305C5C98}"/>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8912CFC7-C5B6-1461-374C-CF8CC1554BA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16743353-7703-C51E-88B6-DF135518E5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323A176E-7958-4175-A56F-5058AAA93AF7}"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02349501-2702-4F3A-9EA4-9459328E6FE3}"/>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F4F4AD64-534B-928A-9C54-4A5B48CCA30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5508AB1C-41C4-5398-C13D-049D8B7A5BC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99674A2F-699C-434F-BF4E-95BE7DCC980E}"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FB59C198-68F2-868A-8F1B-772A6CBA7E9F}"/>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E7B163B0-2579-95D0-8938-FF483EB7BC1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FFF718F7-2421-4AAC-7F63-2459FD1202D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60B4CA4-AE42-4FAE-B600-CC5EBC37DF08}"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A17DD530-F23A-DDEE-5AE3-BB53A92A02E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A6DB160-1B47-4DAB-9028-19A19946692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C7139CF-C69B-5B65-7A13-75F1445FBA0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98F494-F655-4AB4-905C-D538A9E6B943}"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31943D6A-9B16-5A37-33B3-3F815B6A5775}"/>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59FAA202-D464-DFDB-848D-16F2BEF68B4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F9C874C0-9D9C-B496-3272-46BB0B2B2F1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D63D91E-B1A2-4F02-8C5F-058DC9528854}"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F2A62438-B79A-71BA-9846-AA6093A38BEB}"/>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B32926F6-C86B-1917-4041-E72B96475B7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78B5D3BA-74AA-A8A0-C489-2E36D10183E7}"/>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50AD6FE5-E2AA-4D01-AFC1-E1F5EE442606}"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A202E0F1-4986-CC7E-5BC0-84F8FDC81773}"/>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98730ADE-CEBA-64F7-837D-2190D511CF5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F7A026D0-EC8F-E986-42CB-D45A966277B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EF30CC67-D3E6-464A-9B3C-BFE16E4F742C}"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CCB94C96-C9C0-CDFF-F6D4-78B06DF94B15}"/>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AD4CB03D-4E4B-4AA5-99F3-6C91A40B5840}"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38937506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9725FF6B-14E5-5EDA-EEC8-73927E46131E}"/>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C8D4D601-3967-4335-9AFF-0E4091CD816F}"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724772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DC6BA3FA-5C7D-56E9-3307-551DF36CC773}"/>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90583B1B-7BE3-41E2-816B-FB9B8605E019}"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83DD9CB9-E663-5AE8-CCC7-55726C590D38}"/>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356301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3C8E8024-8F27-E02A-615F-0B042C57DA07}"/>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146E8ED5-ACD1-49E8-B1D4-F46F31ED6A42}"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781434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9DA6E3BA-0FA0-8CDB-8668-53488CDBA6A6}"/>
              </a:ext>
            </a:extLst>
          </p:cNvPr>
          <p:cNvSpPr>
            <a:spLocks noGrp="1"/>
          </p:cNvSpPr>
          <p:nvPr>
            <p:ph type="dt" sz="half" idx="10"/>
          </p:nvPr>
        </p:nvSpPr>
        <p:spPr/>
        <p:txBody>
          <a:bodyPr/>
          <a:lstStyle>
            <a:lvl1pPr>
              <a:defRPr/>
            </a:lvl1pPr>
          </a:lstStyle>
          <a:p>
            <a:pPr>
              <a:defRPr/>
            </a:pPr>
            <a:fld id="{C3143729-9959-48CE-82B5-1719A58B209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CB13309-7162-2A03-0810-A78285CDEAD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EFCBE66C-F1FA-383E-A8E7-257330FB231F}"/>
              </a:ext>
            </a:extLst>
          </p:cNvPr>
          <p:cNvSpPr>
            <a:spLocks noGrp="1"/>
          </p:cNvSpPr>
          <p:nvPr>
            <p:ph type="sldNum" sz="quarter" idx="12"/>
          </p:nvPr>
        </p:nvSpPr>
        <p:spPr/>
        <p:txBody>
          <a:bodyPr/>
          <a:lstStyle>
            <a:lvl1pPr>
              <a:defRPr/>
            </a:lvl1pPr>
          </a:lstStyle>
          <a:p>
            <a:pPr>
              <a:defRPr/>
            </a:pPr>
            <a:fld id="{B8CC0187-A355-4A25-87A9-3FA846F3755B}" type="slidenum">
              <a:rPr lang="ko-KR" altLang="en-US"/>
              <a:pPr>
                <a:defRPr/>
              </a:pPr>
              <a:t>‹#›</a:t>
            </a:fld>
            <a:endParaRPr lang="ko-KR" altLang="en-US"/>
          </a:p>
        </p:txBody>
      </p:sp>
    </p:spTree>
    <p:extLst>
      <p:ext uri="{BB962C8B-B14F-4D97-AF65-F5344CB8AC3E}">
        <p14:creationId xmlns:p14="http://schemas.microsoft.com/office/powerpoint/2010/main" val="1032572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0B48ED0E-81E8-234E-F188-949EC456FF92}"/>
              </a:ext>
            </a:extLst>
          </p:cNvPr>
          <p:cNvSpPr>
            <a:spLocks noGrp="1"/>
          </p:cNvSpPr>
          <p:nvPr>
            <p:ph type="dt" sz="half" idx="10"/>
          </p:nvPr>
        </p:nvSpPr>
        <p:spPr/>
        <p:txBody>
          <a:bodyPr/>
          <a:lstStyle>
            <a:lvl1pPr>
              <a:defRPr/>
            </a:lvl1pPr>
          </a:lstStyle>
          <a:p>
            <a:pPr>
              <a:defRPr/>
            </a:pPr>
            <a:fld id="{D1D68811-EA58-47EB-85F3-EEAB0409252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AEA7CF8-3699-9663-7990-D2A875DA312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E12CFFE-6268-58F2-E407-812D05C2172F}"/>
              </a:ext>
            </a:extLst>
          </p:cNvPr>
          <p:cNvSpPr>
            <a:spLocks noGrp="1"/>
          </p:cNvSpPr>
          <p:nvPr>
            <p:ph type="sldNum" sz="quarter" idx="12"/>
          </p:nvPr>
        </p:nvSpPr>
        <p:spPr/>
        <p:txBody>
          <a:bodyPr/>
          <a:lstStyle>
            <a:lvl1pPr>
              <a:defRPr/>
            </a:lvl1pPr>
          </a:lstStyle>
          <a:p>
            <a:pPr>
              <a:defRPr/>
            </a:pPr>
            <a:fld id="{DBB96359-6195-4B09-B0EF-4CEED0B2D6DD}" type="slidenum">
              <a:rPr lang="ko-KR" altLang="en-US"/>
              <a:pPr>
                <a:defRPr/>
              </a:pPr>
              <a:t>‹#›</a:t>
            </a:fld>
            <a:endParaRPr lang="ko-KR" altLang="en-US"/>
          </a:p>
        </p:txBody>
      </p:sp>
    </p:spTree>
    <p:extLst>
      <p:ext uri="{BB962C8B-B14F-4D97-AF65-F5344CB8AC3E}">
        <p14:creationId xmlns:p14="http://schemas.microsoft.com/office/powerpoint/2010/main" val="11869477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59B91265-5B99-C605-E330-599E06D8D9BD}"/>
              </a:ext>
            </a:extLst>
          </p:cNvPr>
          <p:cNvSpPr>
            <a:spLocks noGrp="1"/>
          </p:cNvSpPr>
          <p:nvPr>
            <p:ph type="dt" sz="half" idx="10"/>
          </p:nvPr>
        </p:nvSpPr>
        <p:spPr/>
        <p:txBody>
          <a:bodyPr/>
          <a:lstStyle>
            <a:lvl1pPr>
              <a:defRPr/>
            </a:lvl1pPr>
          </a:lstStyle>
          <a:p>
            <a:pPr>
              <a:defRPr/>
            </a:pPr>
            <a:fld id="{A7B33CE1-1522-494D-9B03-739A90C55DE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9577208-2B50-962B-05CB-5ACC2AE6A7C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74F6F379-E536-472D-E749-3CF65FDF5CF3}"/>
              </a:ext>
            </a:extLst>
          </p:cNvPr>
          <p:cNvSpPr>
            <a:spLocks noGrp="1"/>
          </p:cNvSpPr>
          <p:nvPr>
            <p:ph type="sldNum" sz="quarter" idx="12"/>
          </p:nvPr>
        </p:nvSpPr>
        <p:spPr/>
        <p:txBody>
          <a:bodyPr/>
          <a:lstStyle>
            <a:lvl1pPr>
              <a:defRPr/>
            </a:lvl1pPr>
          </a:lstStyle>
          <a:p>
            <a:pPr>
              <a:defRPr/>
            </a:pPr>
            <a:fld id="{5F8847BC-14CF-4225-A6BF-51E39A8217ED}" type="slidenum">
              <a:rPr lang="ko-KR" altLang="en-US"/>
              <a:pPr>
                <a:defRPr/>
              </a:pPr>
              <a:t>‹#›</a:t>
            </a:fld>
            <a:endParaRPr lang="ko-KR" altLang="en-US"/>
          </a:p>
        </p:txBody>
      </p:sp>
    </p:spTree>
    <p:extLst>
      <p:ext uri="{BB962C8B-B14F-4D97-AF65-F5344CB8AC3E}">
        <p14:creationId xmlns:p14="http://schemas.microsoft.com/office/powerpoint/2010/main" val="4119416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E3927299-DF49-90C0-1FEA-D05B83E5B170}"/>
              </a:ext>
            </a:extLst>
          </p:cNvPr>
          <p:cNvSpPr>
            <a:spLocks noGrp="1"/>
          </p:cNvSpPr>
          <p:nvPr>
            <p:ph type="dt" sz="half" idx="10"/>
          </p:nvPr>
        </p:nvSpPr>
        <p:spPr/>
        <p:txBody>
          <a:bodyPr/>
          <a:lstStyle>
            <a:lvl1pPr>
              <a:defRPr/>
            </a:lvl1pPr>
          </a:lstStyle>
          <a:p>
            <a:pPr>
              <a:defRPr/>
            </a:pPr>
            <a:fld id="{C5001E4A-AC26-47BF-9818-69BD976434E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87F698A4-5C25-2177-01EB-92FA990EAFC9}"/>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71CEE36E-F5A4-C70B-B13D-2CD7AAE162E4}"/>
              </a:ext>
            </a:extLst>
          </p:cNvPr>
          <p:cNvSpPr>
            <a:spLocks noGrp="1"/>
          </p:cNvSpPr>
          <p:nvPr>
            <p:ph type="sldNum" sz="quarter" idx="12"/>
          </p:nvPr>
        </p:nvSpPr>
        <p:spPr/>
        <p:txBody>
          <a:bodyPr/>
          <a:lstStyle>
            <a:lvl1pPr>
              <a:defRPr/>
            </a:lvl1pPr>
          </a:lstStyle>
          <a:p>
            <a:pPr>
              <a:defRPr/>
            </a:pPr>
            <a:fld id="{B3491911-8A6D-4A07-9A05-2FF93C364012}" type="slidenum">
              <a:rPr lang="ko-KR" altLang="en-US"/>
              <a:pPr>
                <a:defRPr/>
              </a:pPr>
              <a:t>‹#›</a:t>
            </a:fld>
            <a:endParaRPr lang="ko-KR" altLang="en-US"/>
          </a:p>
        </p:txBody>
      </p:sp>
    </p:spTree>
    <p:extLst>
      <p:ext uri="{BB962C8B-B14F-4D97-AF65-F5344CB8AC3E}">
        <p14:creationId xmlns:p14="http://schemas.microsoft.com/office/powerpoint/2010/main" val="4159490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F8808BA5-9E96-AFC0-33AA-78ABB60EF38F}"/>
              </a:ext>
            </a:extLst>
          </p:cNvPr>
          <p:cNvSpPr>
            <a:spLocks noGrp="1"/>
          </p:cNvSpPr>
          <p:nvPr>
            <p:ph type="dt" sz="half" idx="10"/>
          </p:nvPr>
        </p:nvSpPr>
        <p:spPr/>
        <p:txBody>
          <a:bodyPr/>
          <a:lstStyle>
            <a:lvl1pPr>
              <a:defRPr/>
            </a:lvl1pPr>
          </a:lstStyle>
          <a:p>
            <a:pPr>
              <a:defRPr/>
            </a:pPr>
            <a:fld id="{C52792AE-9AA6-4FB3-815E-6D1966994B1E}"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F4498068-6E35-E8D7-3625-8E85155D66CA}"/>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367D2C50-7E2E-1881-A196-441ED7CC45DE}"/>
              </a:ext>
            </a:extLst>
          </p:cNvPr>
          <p:cNvSpPr>
            <a:spLocks noGrp="1"/>
          </p:cNvSpPr>
          <p:nvPr>
            <p:ph type="sldNum" sz="quarter" idx="12"/>
          </p:nvPr>
        </p:nvSpPr>
        <p:spPr/>
        <p:txBody>
          <a:bodyPr/>
          <a:lstStyle>
            <a:lvl1pPr>
              <a:defRPr/>
            </a:lvl1pPr>
          </a:lstStyle>
          <a:p>
            <a:pPr>
              <a:defRPr/>
            </a:pPr>
            <a:fld id="{AEB5E5D3-DF25-4D7F-A23C-0B26E8EB0C77}" type="slidenum">
              <a:rPr lang="ko-KR" altLang="en-US"/>
              <a:pPr>
                <a:defRPr/>
              </a:pPr>
              <a:t>‹#›</a:t>
            </a:fld>
            <a:endParaRPr lang="ko-KR" altLang="en-US"/>
          </a:p>
        </p:txBody>
      </p:sp>
    </p:spTree>
    <p:extLst>
      <p:ext uri="{BB962C8B-B14F-4D97-AF65-F5344CB8AC3E}">
        <p14:creationId xmlns:p14="http://schemas.microsoft.com/office/powerpoint/2010/main" val="22422084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A792BBA0-BD37-9835-5FA2-8C48F33C1033}"/>
              </a:ext>
            </a:extLst>
          </p:cNvPr>
          <p:cNvSpPr>
            <a:spLocks noGrp="1"/>
          </p:cNvSpPr>
          <p:nvPr>
            <p:ph type="dt" sz="half" idx="10"/>
          </p:nvPr>
        </p:nvSpPr>
        <p:spPr/>
        <p:txBody>
          <a:bodyPr/>
          <a:lstStyle>
            <a:lvl1pPr>
              <a:defRPr/>
            </a:lvl1pPr>
          </a:lstStyle>
          <a:p>
            <a:pPr>
              <a:defRPr/>
            </a:pPr>
            <a:fld id="{A349E58B-FB22-4B4B-80A1-A66AE4298800}"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F8728AA1-7C21-39D9-99FF-B2EF23694810}"/>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42269189-EA2D-F00D-4879-22AB1EB1369B}"/>
              </a:ext>
            </a:extLst>
          </p:cNvPr>
          <p:cNvSpPr>
            <a:spLocks noGrp="1"/>
          </p:cNvSpPr>
          <p:nvPr>
            <p:ph type="sldNum" sz="quarter" idx="12"/>
          </p:nvPr>
        </p:nvSpPr>
        <p:spPr/>
        <p:txBody>
          <a:bodyPr/>
          <a:lstStyle>
            <a:lvl1pPr>
              <a:defRPr/>
            </a:lvl1pPr>
          </a:lstStyle>
          <a:p>
            <a:pPr>
              <a:defRPr/>
            </a:pPr>
            <a:fld id="{49F558D0-1D05-43A8-8D60-B141D61B9821}" type="slidenum">
              <a:rPr lang="ko-KR" altLang="en-US"/>
              <a:pPr>
                <a:defRPr/>
              </a:pPr>
              <a:t>‹#›</a:t>
            </a:fld>
            <a:endParaRPr lang="ko-KR" altLang="en-US"/>
          </a:p>
        </p:txBody>
      </p:sp>
    </p:spTree>
    <p:extLst>
      <p:ext uri="{BB962C8B-B14F-4D97-AF65-F5344CB8AC3E}">
        <p14:creationId xmlns:p14="http://schemas.microsoft.com/office/powerpoint/2010/main" val="9384533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D1216967-9DB8-4806-6A1C-67987901A977}"/>
              </a:ext>
            </a:extLst>
          </p:cNvPr>
          <p:cNvSpPr>
            <a:spLocks noGrp="1"/>
          </p:cNvSpPr>
          <p:nvPr>
            <p:ph type="dt" sz="half" idx="10"/>
          </p:nvPr>
        </p:nvSpPr>
        <p:spPr/>
        <p:txBody>
          <a:bodyPr/>
          <a:lstStyle>
            <a:lvl1pPr>
              <a:defRPr/>
            </a:lvl1pPr>
          </a:lstStyle>
          <a:p>
            <a:pPr>
              <a:defRPr/>
            </a:pPr>
            <a:fld id="{A59D99CD-BB31-46FA-BA9A-04CE2ACB7C04}"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B55ECBEF-2AB2-5F37-ED74-50FD3E2835BC}"/>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0A0699C8-4A54-32B9-325D-91227796EA78}"/>
              </a:ext>
            </a:extLst>
          </p:cNvPr>
          <p:cNvSpPr>
            <a:spLocks noGrp="1"/>
          </p:cNvSpPr>
          <p:nvPr>
            <p:ph type="sldNum" sz="quarter" idx="12"/>
          </p:nvPr>
        </p:nvSpPr>
        <p:spPr/>
        <p:txBody>
          <a:bodyPr/>
          <a:lstStyle>
            <a:lvl1pPr>
              <a:defRPr/>
            </a:lvl1pPr>
          </a:lstStyle>
          <a:p>
            <a:pPr>
              <a:defRPr/>
            </a:pPr>
            <a:fld id="{96A60767-8987-4C67-B990-DC208D2737CB}" type="slidenum">
              <a:rPr lang="ko-KR" altLang="en-US"/>
              <a:pPr>
                <a:defRPr/>
              </a:pPr>
              <a:t>‹#›</a:t>
            </a:fld>
            <a:endParaRPr lang="ko-KR" altLang="en-US"/>
          </a:p>
        </p:txBody>
      </p:sp>
    </p:spTree>
    <p:extLst>
      <p:ext uri="{BB962C8B-B14F-4D97-AF65-F5344CB8AC3E}">
        <p14:creationId xmlns:p14="http://schemas.microsoft.com/office/powerpoint/2010/main" val="537587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CC8D5884-D11F-DE82-6D8E-5E1DA28E00F6}"/>
              </a:ext>
            </a:extLst>
          </p:cNvPr>
          <p:cNvSpPr>
            <a:spLocks noGrp="1"/>
          </p:cNvSpPr>
          <p:nvPr>
            <p:ph type="dt" sz="half" idx="10"/>
          </p:nvPr>
        </p:nvSpPr>
        <p:spPr/>
        <p:txBody>
          <a:bodyPr/>
          <a:lstStyle>
            <a:lvl1pPr>
              <a:defRPr/>
            </a:lvl1pPr>
          </a:lstStyle>
          <a:p>
            <a:pPr>
              <a:defRPr/>
            </a:pPr>
            <a:fld id="{F9B5F70A-225E-495A-AE92-3442726179FE}"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8BDC781A-9675-19F0-4454-E55996BD3FCA}"/>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BFBDDE7-B66C-8C75-6F41-F7A9DE738F71}"/>
              </a:ext>
            </a:extLst>
          </p:cNvPr>
          <p:cNvSpPr>
            <a:spLocks noGrp="1"/>
          </p:cNvSpPr>
          <p:nvPr>
            <p:ph type="sldNum" sz="quarter" idx="12"/>
          </p:nvPr>
        </p:nvSpPr>
        <p:spPr/>
        <p:txBody>
          <a:bodyPr/>
          <a:lstStyle>
            <a:lvl1pPr>
              <a:defRPr/>
            </a:lvl1pPr>
          </a:lstStyle>
          <a:p>
            <a:pPr>
              <a:defRPr/>
            </a:pPr>
            <a:fld id="{F0BCD5D0-87DC-43FA-BAAB-6110ABEB2802}" type="slidenum">
              <a:rPr lang="ko-KR" altLang="en-US"/>
              <a:pPr>
                <a:defRPr/>
              </a:pPr>
              <a:t>‹#›</a:t>
            </a:fld>
            <a:endParaRPr lang="ko-KR" altLang="en-US"/>
          </a:p>
        </p:txBody>
      </p:sp>
    </p:spTree>
    <p:extLst>
      <p:ext uri="{BB962C8B-B14F-4D97-AF65-F5344CB8AC3E}">
        <p14:creationId xmlns:p14="http://schemas.microsoft.com/office/powerpoint/2010/main" val="28440250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3EB15C0F-FE43-7ABA-68A5-575279B69306}"/>
              </a:ext>
            </a:extLst>
          </p:cNvPr>
          <p:cNvSpPr>
            <a:spLocks noGrp="1"/>
          </p:cNvSpPr>
          <p:nvPr>
            <p:ph type="dt" sz="half" idx="10"/>
          </p:nvPr>
        </p:nvSpPr>
        <p:spPr/>
        <p:txBody>
          <a:bodyPr/>
          <a:lstStyle>
            <a:lvl1pPr>
              <a:defRPr/>
            </a:lvl1pPr>
          </a:lstStyle>
          <a:p>
            <a:pPr>
              <a:defRPr/>
            </a:pPr>
            <a:fld id="{1D330624-0503-4611-B315-1944164B466E}"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CFF8C9C2-8BC8-4E5D-AC1F-C94A871B13DE}"/>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2E25C82B-7C94-E1F3-B7CC-42E79B1D9898}"/>
              </a:ext>
            </a:extLst>
          </p:cNvPr>
          <p:cNvSpPr>
            <a:spLocks noGrp="1"/>
          </p:cNvSpPr>
          <p:nvPr>
            <p:ph type="sldNum" sz="quarter" idx="12"/>
          </p:nvPr>
        </p:nvSpPr>
        <p:spPr/>
        <p:txBody>
          <a:bodyPr/>
          <a:lstStyle>
            <a:lvl1pPr>
              <a:defRPr/>
            </a:lvl1pPr>
          </a:lstStyle>
          <a:p>
            <a:pPr>
              <a:defRPr/>
            </a:pPr>
            <a:fld id="{BED12458-3115-4DE9-9A3B-00BE49DCBACD}" type="slidenum">
              <a:rPr lang="ko-KR" altLang="en-US"/>
              <a:pPr>
                <a:defRPr/>
              </a:pPr>
              <a:t>‹#›</a:t>
            </a:fld>
            <a:endParaRPr lang="ko-KR" altLang="en-US"/>
          </a:p>
        </p:txBody>
      </p:sp>
    </p:spTree>
    <p:extLst>
      <p:ext uri="{BB962C8B-B14F-4D97-AF65-F5344CB8AC3E}">
        <p14:creationId xmlns:p14="http://schemas.microsoft.com/office/powerpoint/2010/main" val="11382065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19A944C-8B8C-0C2D-7E93-7B48AE92FBD8}"/>
              </a:ext>
            </a:extLst>
          </p:cNvPr>
          <p:cNvSpPr>
            <a:spLocks noGrp="1"/>
          </p:cNvSpPr>
          <p:nvPr>
            <p:ph type="dt" sz="half" idx="10"/>
          </p:nvPr>
        </p:nvSpPr>
        <p:spPr/>
        <p:txBody>
          <a:bodyPr/>
          <a:lstStyle>
            <a:lvl1pPr>
              <a:defRPr/>
            </a:lvl1pPr>
          </a:lstStyle>
          <a:p>
            <a:pPr>
              <a:defRPr/>
            </a:pPr>
            <a:fld id="{C5B6D422-AA6B-49C1-8DA1-880C058097B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3107E3B-3132-81CA-E1D7-E2CCEC1D7A0E}"/>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ECF708A-127E-63CD-FCCE-0181ECD2CC07}"/>
              </a:ext>
            </a:extLst>
          </p:cNvPr>
          <p:cNvSpPr>
            <a:spLocks noGrp="1"/>
          </p:cNvSpPr>
          <p:nvPr>
            <p:ph type="sldNum" sz="quarter" idx="12"/>
          </p:nvPr>
        </p:nvSpPr>
        <p:spPr/>
        <p:txBody>
          <a:bodyPr/>
          <a:lstStyle>
            <a:lvl1pPr>
              <a:defRPr/>
            </a:lvl1pPr>
          </a:lstStyle>
          <a:p>
            <a:pPr>
              <a:defRPr/>
            </a:pPr>
            <a:fld id="{59CE958C-EF75-49B4-A2EA-EFDFEC954BD7}" type="slidenum">
              <a:rPr lang="ko-KR" altLang="en-US"/>
              <a:pPr>
                <a:defRPr/>
              </a:pPr>
              <a:t>‹#›</a:t>
            </a:fld>
            <a:endParaRPr lang="ko-KR" altLang="en-US"/>
          </a:p>
        </p:txBody>
      </p:sp>
    </p:spTree>
    <p:extLst>
      <p:ext uri="{BB962C8B-B14F-4D97-AF65-F5344CB8AC3E}">
        <p14:creationId xmlns:p14="http://schemas.microsoft.com/office/powerpoint/2010/main" val="20600141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AAB3210-E77C-0FC4-03EC-D5014955B600}"/>
              </a:ext>
            </a:extLst>
          </p:cNvPr>
          <p:cNvSpPr>
            <a:spLocks noGrp="1"/>
          </p:cNvSpPr>
          <p:nvPr>
            <p:ph type="dt" sz="half" idx="10"/>
          </p:nvPr>
        </p:nvSpPr>
        <p:spPr/>
        <p:txBody>
          <a:bodyPr/>
          <a:lstStyle>
            <a:lvl1pPr>
              <a:defRPr/>
            </a:lvl1pPr>
          </a:lstStyle>
          <a:p>
            <a:pPr>
              <a:defRPr/>
            </a:pPr>
            <a:fld id="{E08F8C45-0852-4BC8-AAFC-C4C39C24016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CA17139-166C-3FFA-E2BF-64ED816D506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D15284C2-3E1C-E2BC-2048-62F874D9B4A1}"/>
              </a:ext>
            </a:extLst>
          </p:cNvPr>
          <p:cNvSpPr>
            <a:spLocks noGrp="1"/>
          </p:cNvSpPr>
          <p:nvPr>
            <p:ph type="sldNum" sz="quarter" idx="12"/>
          </p:nvPr>
        </p:nvSpPr>
        <p:spPr/>
        <p:txBody>
          <a:bodyPr/>
          <a:lstStyle>
            <a:lvl1pPr>
              <a:defRPr/>
            </a:lvl1pPr>
          </a:lstStyle>
          <a:p>
            <a:pPr>
              <a:defRPr/>
            </a:pPr>
            <a:fld id="{DD7CE993-AB4F-46D1-9FA2-B79A4F2D67C7}" type="slidenum">
              <a:rPr lang="ko-KR" altLang="en-US"/>
              <a:pPr>
                <a:defRPr/>
              </a:pPr>
              <a:t>‹#›</a:t>
            </a:fld>
            <a:endParaRPr lang="ko-KR" altLang="en-US"/>
          </a:p>
        </p:txBody>
      </p:sp>
    </p:spTree>
    <p:extLst>
      <p:ext uri="{BB962C8B-B14F-4D97-AF65-F5344CB8AC3E}">
        <p14:creationId xmlns:p14="http://schemas.microsoft.com/office/powerpoint/2010/main" val="39451856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A5999020-BFED-FBC9-C986-EA48A9AAF6D0}"/>
              </a:ext>
            </a:extLst>
          </p:cNvPr>
          <p:cNvSpPr>
            <a:spLocks noGrp="1"/>
          </p:cNvSpPr>
          <p:nvPr>
            <p:ph type="dt" sz="half" idx="10"/>
          </p:nvPr>
        </p:nvSpPr>
        <p:spPr/>
        <p:txBody>
          <a:bodyPr/>
          <a:lstStyle>
            <a:lvl1pPr>
              <a:defRPr/>
            </a:lvl1pPr>
          </a:lstStyle>
          <a:p>
            <a:pPr>
              <a:defRPr/>
            </a:pPr>
            <a:fld id="{742B3B80-2526-49A2-A41E-6F5BC60F1697}"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F77935D7-0A43-1626-1699-AC3F421CF0F2}"/>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214EE204-2070-5C7C-426B-F2B1AE0622FB}"/>
              </a:ext>
            </a:extLst>
          </p:cNvPr>
          <p:cNvSpPr>
            <a:spLocks noGrp="1"/>
          </p:cNvSpPr>
          <p:nvPr>
            <p:ph type="sldNum" sz="quarter" idx="12"/>
          </p:nvPr>
        </p:nvSpPr>
        <p:spPr/>
        <p:txBody>
          <a:bodyPr/>
          <a:lstStyle>
            <a:lvl1pPr>
              <a:defRPr/>
            </a:lvl1pPr>
          </a:lstStyle>
          <a:p>
            <a:pPr>
              <a:defRPr/>
            </a:pPr>
            <a:fld id="{313375D6-0924-4484-9CA0-694EC8779411}" type="slidenum">
              <a:rPr lang="ko-KR" altLang="en-US"/>
              <a:pPr>
                <a:defRPr/>
              </a:pPr>
              <a:t>‹#›</a:t>
            </a:fld>
            <a:endParaRPr lang="ko-KR" altLang="en-US"/>
          </a:p>
        </p:txBody>
      </p:sp>
    </p:spTree>
    <p:extLst>
      <p:ext uri="{BB962C8B-B14F-4D97-AF65-F5344CB8AC3E}">
        <p14:creationId xmlns:p14="http://schemas.microsoft.com/office/powerpoint/2010/main" val="7112667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170ED14A-B32E-A648-E2E5-80FA9A849555}"/>
              </a:ext>
            </a:extLst>
          </p:cNvPr>
          <p:cNvSpPr>
            <a:spLocks noGrp="1"/>
          </p:cNvSpPr>
          <p:nvPr>
            <p:ph type="dt" sz="half" idx="10"/>
          </p:nvPr>
        </p:nvSpPr>
        <p:spPr/>
        <p:txBody>
          <a:bodyPr/>
          <a:lstStyle>
            <a:lvl1pPr>
              <a:defRPr/>
            </a:lvl1pPr>
          </a:lstStyle>
          <a:p>
            <a:pPr>
              <a:defRPr/>
            </a:pPr>
            <a:fld id="{17FF2C34-6737-4A1F-A563-9CFCB052D614}"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FDD56A70-52E0-31AD-6381-7AF75F3CC9AC}"/>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8EE09B6A-F045-2A08-9F48-3FDF72F5A5CE}"/>
              </a:ext>
            </a:extLst>
          </p:cNvPr>
          <p:cNvSpPr>
            <a:spLocks noGrp="1"/>
          </p:cNvSpPr>
          <p:nvPr>
            <p:ph type="sldNum" sz="quarter" idx="12"/>
          </p:nvPr>
        </p:nvSpPr>
        <p:spPr/>
        <p:txBody>
          <a:bodyPr/>
          <a:lstStyle>
            <a:lvl1pPr>
              <a:defRPr/>
            </a:lvl1pPr>
          </a:lstStyle>
          <a:p>
            <a:pPr>
              <a:defRPr/>
            </a:pPr>
            <a:fld id="{1096C700-FED1-4024-B2E1-A1ADB6926E44}" type="slidenum">
              <a:rPr lang="ko-KR" altLang="en-US"/>
              <a:pPr>
                <a:defRPr/>
              </a:pPr>
              <a:t>‹#›</a:t>
            </a:fld>
            <a:endParaRPr lang="ko-KR" altLang="en-US"/>
          </a:p>
        </p:txBody>
      </p:sp>
    </p:spTree>
    <p:extLst>
      <p:ext uri="{BB962C8B-B14F-4D97-AF65-F5344CB8AC3E}">
        <p14:creationId xmlns:p14="http://schemas.microsoft.com/office/powerpoint/2010/main" val="3385617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8081E70D-4DA6-8543-5CD6-AD458A0E29FC}"/>
              </a:ext>
            </a:extLst>
          </p:cNvPr>
          <p:cNvSpPr>
            <a:spLocks noGrp="1"/>
          </p:cNvSpPr>
          <p:nvPr>
            <p:ph type="dt" sz="half" idx="10"/>
          </p:nvPr>
        </p:nvSpPr>
        <p:spPr/>
        <p:txBody>
          <a:bodyPr/>
          <a:lstStyle>
            <a:lvl1pPr>
              <a:defRPr/>
            </a:lvl1pPr>
          </a:lstStyle>
          <a:p>
            <a:pPr>
              <a:defRPr/>
            </a:pPr>
            <a:fld id="{9761BB9C-E880-4289-9DDE-D26260C777D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A775573-13DE-3D29-ED5E-1F9963E207A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3F2CD03-1485-D814-C959-C820896144F9}"/>
              </a:ext>
            </a:extLst>
          </p:cNvPr>
          <p:cNvSpPr>
            <a:spLocks noGrp="1"/>
          </p:cNvSpPr>
          <p:nvPr>
            <p:ph type="sldNum" sz="quarter" idx="12"/>
          </p:nvPr>
        </p:nvSpPr>
        <p:spPr/>
        <p:txBody>
          <a:bodyPr/>
          <a:lstStyle>
            <a:lvl1pPr>
              <a:defRPr/>
            </a:lvl1pPr>
          </a:lstStyle>
          <a:p>
            <a:pPr>
              <a:defRPr/>
            </a:pPr>
            <a:fld id="{F535B87D-2CB9-491B-A684-AD6F729B21AA}" type="slidenum">
              <a:rPr lang="ko-KR" altLang="en-US"/>
              <a:pPr>
                <a:defRPr/>
              </a:pPr>
              <a:t>‹#›</a:t>
            </a:fld>
            <a:endParaRPr lang="ko-KR" altLang="en-US"/>
          </a:p>
        </p:txBody>
      </p:sp>
    </p:spTree>
    <p:extLst>
      <p:ext uri="{BB962C8B-B14F-4D97-AF65-F5344CB8AC3E}">
        <p14:creationId xmlns:p14="http://schemas.microsoft.com/office/powerpoint/2010/main" val="23048129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EC750DD3-4358-1C73-D813-B4EC2424A4F5}"/>
              </a:ext>
            </a:extLst>
          </p:cNvPr>
          <p:cNvSpPr>
            <a:spLocks noGrp="1"/>
          </p:cNvSpPr>
          <p:nvPr>
            <p:ph type="dt" sz="half" idx="10"/>
          </p:nvPr>
        </p:nvSpPr>
        <p:spPr/>
        <p:txBody>
          <a:bodyPr/>
          <a:lstStyle>
            <a:lvl1pPr>
              <a:defRPr/>
            </a:lvl1pPr>
          </a:lstStyle>
          <a:p>
            <a:pPr>
              <a:defRPr/>
            </a:pPr>
            <a:fld id="{AAEB6599-DCBA-4DD4-939C-9A8FEAF1321E}"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E987372-2E0E-9D52-D932-2161B6B48238}"/>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ECC6BE12-73A2-20CF-E081-073F68478D17}"/>
              </a:ext>
            </a:extLst>
          </p:cNvPr>
          <p:cNvSpPr>
            <a:spLocks noGrp="1"/>
          </p:cNvSpPr>
          <p:nvPr>
            <p:ph type="sldNum" sz="quarter" idx="12"/>
          </p:nvPr>
        </p:nvSpPr>
        <p:spPr/>
        <p:txBody>
          <a:bodyPr/>
          <a:lstStyle>
            <a:lvl1pPr>
              <a:defRPr/>
            </a:lvl1pPr>
          </a:lstStyle>
          <a:p>
            <a:pPr>
              <a:defRPr/>
            </a:pPr>
            <a:fld id="{0B179542-3840-41CE-8CE5-24356C1F4E63}" type="slidenum">
              <a:rPr lang="ko-KR" altLang="en-US"/>
              <a:pPr>
                <a:defRPr/>
              </a:pPr>
              <a:t>‹#›</a:t>
            </a:fld>
            <a:endParaRPr lang="ko-KR" altLang="en-US"/>
          </a:p>
        </p:txBody>
      </p:sp>
    </p:spTree>
    <p:extLst>
      <p:ext uri="{BB962C8B-B14F-4D97-AF65-F5344CB8AC3E}">
        <p14:creationId xmlns:p14="http://schemas.microsoft.com/office/powerpoint/2010/main" val="27313875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36075927-1615-F35A-B45A-CF865F65615E}"/>
              </a:ext>
            </a:extLst>
          </p:cNvPr>
          <p:cNvSpPr>
            <a:spLocks noGrp="1"/>
          </p:cNvSpPr>
          <p:nvPr>
            <p:ph type="dt" sz="half" idx="10"/>
          </p:nvPr>
        </p:nvSpPr>
        <p:spPr/>
        <p:txBody>
          <a:bodyPr/>
          <a:lstStyle>
            <a:lvl1pPr>
              <a:defRPr/>
            </a:lvl1pPr>
          </a:lstStyle>
          <a:p>
            <a:pPr>
              <a:defRPr/>
            </a:pPr>
            <a:fld id="{C8738917-88B7-40C9-9A3C-E60D51D0821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69B8976-24F6-9165-9598-49872AF0779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FF02C469-FD86-02E8-BEE2-0F3B39159995}"/>
              </a:ext>
            </a:extLst>
          </p:cNvPr>
          <p:cNvSpPr>
            <a:spLocks noGrp="1"/>
          </p:cNvSpPr>
          <p:nvPr>
            <p:ph type="sldNum" sz="quarter" idx="12"/>
          </p:nvPr>
        </p:nvSpPr>
        <p:spPr/>
        <p:txBody>
          <a:bodyPr/>
          <a:lstStyle>
            <a:lvl1pPr>
              <a:defRPr/>
            </a:lvl1pPr>
          </a:lstStyle>
          <a:p>
            <a:pPr>
              <a:defRPr/>
            </a:pPr>
            <a:fld id="{37B46A02-311A-4A6B-B530-10B85F5865A0}" type="slidenum">
              <a:rPr lang="ko-KR" altLang="en-US"/>
              <a:pPr>
                <a:defRPr/>
              </a:pPr>
              <a:t>‹#›</a:t>
            </a:fld>
            <a:endParaRPr lang="ko-KR" altLang="en-US"/>
          </a:p>
        </p:txBody>
      </p:sp>
    </p:spTree>
    <p:extLst>
      <p:ext uri="{BB962C8B-B14F-4D97-AF65-F5344CB8AC3E}">
        <p14:creationId xmlns:p14="http://schemas.microsoft.com/office/powerpoint/2010/main" val="41745532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54B2EC52-2F0D-D26D-3C80-78F29EF34F6C}"/>
              </a:ext>
            </a:extLst>
          </p:cNvPr>
          <p:cNvSpPr>
            <a:spLocks noGrp="1"/>
          </p:cNvSpPr>
          <p:nvPr>
            <p:ph type="dt" sz="half" idx="10"/>
          </p:nvPr>
        </p:nvSpPr>
        <p:spPr/>
        <p:txBody>
          <a:bodyPr/>
          <a:lstStyle>
            <a:lvl1pPr>
              <a:defRPr/>
            </a:lvl1pPr>
          </a:lstStyle>
          <a:p>
            <a:pPr>
              <a:defRPr/>
            </a:pPr>
            <a:fld id="{6BC75E41-6E34-4BF6-A47C-A0CEFE8B7C8E}"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1C3F68B0-9DFE-C8F1-3065-AB8C0FFE84D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88D369E3-EA2B-4A9D-E2AA-24329DE963C0}"/>
              </a:ext>
            </a:extLst>
          </p:cNvPr>
          <p:cNvSpPr>
            <a:spLocks noGrp="1"/>
          </p:cNvSpPr>
          <p:nvPr>
            <p:ph type="sldNum" sz="quarter" idx="12"/>
          </p:nvPr>
        </p:nvSpPr>
        <p:spPr/>
        <p:txBody>
          <a:bodyPr/>
          <a:lstStyle>
            <a:lvl1pPr>
              <a:defRPr/>
            </a:lvl1pPr>
          </a:lstStyle>
          <a:p>
            <a:pPr>
              <a:defRPr/>
            </a:pPr>
            <a:fld id="{2DAA663F-A988-4DEA-96E4-F85C3778556F}" type="slidenum">
              <a:rPr lang="ko-KR" altLang="en-US"/>
              <a:pPr>
                <a:defRPr/>
              </a:pPr>
              <a:t>‹#›</a:t>
            </a:fld>
            <a:endParaRPr lang="ko-KR" altLang="en-US"/>
          </a:p>
        </p:txBody>
      </p:sp>
    </p:spTree>
    <p:extLst>
      <p:ext uri="{BB962C8B-B14F-4D97-AF65-F5344CB8AC3E}">
        <p14:creationId xmlns:p14="http://schemas.microsoft.com/office/powerpoint/2010/main" val="910880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FDC92907-ED81-A306-914D-A4F9D8683E3F}"/>
              </a:ext>
            </a:extLst>
          </p:cNvPr>
          <p:cNvSpPr>
            <a:spLocks noGrp="1"/>
          </p:cNvSpPr>
          <p:nvPr>
            <p:ph type="dt" sz="half" idx="10"/>
          </p:nvPr>
        </p:nvSpPr>
        <p:spPr/>
        <p:txBody>
          <a:bodyPr/>
          <a:lstStyle>
            <a:lvl1pPr>
              <a:defRPr/>
            </a:lvl1pPr>
          </a:lstStyle>
          <a:p>
            <a:pPr>
              <a:defRPr/>
            </a:pPr>
            <a:fld id="{62FACCF5-3FEF-4B19-8C80-1B4CB401C2B3}"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0C00BADB-4B0A-7A6C-591F-F4771BD23C14}"/>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A667CA08-01E7-6A7B-382C-B5E3086983B6}"/>
              </a:ext>
            </a:extLst>
          </p:cNvPr>
          <p:cNvSpPr>
            <a:spLocks noGrp="1"/>
          </p:cNvSpPr>
          <p:nvPr>
            <p:ph type="sldNum" sz="quarter" idx="12"/>
          </p:nvPr>
        </p:nvSpPr>
        <p:spPr/>
        <p:txBody>
          <a:bodyPr/>
          <a:lstStyle>
            <a:lvl1pPr>
              <a:defRPr/>
            </a:lvl1pPr>
          </a:lstStyle>
          <a:p>
            <a:pPr>
              <a:defRPr/>
            </a:pPr>
            <a:fld id="{718EDDA0-9BA0-4777-8C55-C91DB10CA57A}" type="slidenum">
              <a:rPr lang="ko-KR" altLang="en-US"/>
              <a:pPr>
                <a:defRPr/>
              </a:pPr>
              <a:t>‹#›</a:t>
            </a:fld>
            <a:endParaRPr lang="ko-KR" altLang="en-US"/>
          </a:p>
        </p:txBody>
      </p:sp>
    </p:spTree>
    <p:extLst>
      <p:ext uri="{BB962C8B-B14F-4D97-AF65-F5344CB8AC3E}">
        <p14:creationId xmlns:p14="http://schemas.microsoft.com/office/powerpoint/2010/main" val="7455014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F9FFD56D-9DEF-355A-750C-56520D74A1B6}"/>
              </a:ext>
            </a:extLst>
          </p:cNvPr>
          <p:cNvSpPr>
            <a:spLocks noGrp="1"/>
          </p:cNvSpPr>
          <p:nvPr>
            <p:ph type="dt" sz="half" idx="10"/>
          </p:nvPr>
        </p:nvSpPr>
        <p:spPr/>
        <p:txBody>
          <a:bodyPr/>
          <a:lstStyle>
            <a:lvl1pPr>
              <a:defRPr/>
            </a:lvl1pPr>
          </a:lstStyle>
          <a:p>
            <a:pPr>
              <a:defRPr/>
            </a:pPr>
            <a:fld id="{53ABB485-810E-495F-BA51-CCD3BFED8823}"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EEB85688-0588-E61A-503E-C9500D653C6F}"/>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DBD204BE-E825-CC0A-3228-3F7BB2D061E8}"/>
              </a:ext>
            </a:extLst>
          </p:cNvPr>
          <p:cNvSpPr>
            <a:spLocks noGrp="1"/>
          </p:cNvSpPr>
          <p:nvPr>
            <p:ph type="sldNum" sz="quarter" idx="12"/>
          </p:nvPr>
        </p:nvSpPr>
        <p:spPr/>
        <p:txBody>
          <a:bodyPr/>
          <a:lstStyle>
            <a:lvl1pPr>
              <a:defRPr/>
            </a:lvl1pPr>
          </a:lstStyle>
          <a:p>
            <a:pPr>
              <a:defRPr/>
            </a:pPr>
            <a:fld id="{47E160AC-F2DC-4F52-8605-F73F27C87C19}" type="slidenum">
              <a:rPr lang="ko-KR" altLang="en-US"/>
              <a:pPr>
                <a:defRPr/>
              </a:pPr>
              <a:t>‹#›</a:t>
            </a:fld>
            <a:endParaRPr lang="ko-KR" altLang="en-US"/>
          </a:p>
        </p:txBody>
      </p:sp>
    </p:spTree>
    <p:extLst>
      <p:ext uri="{BB962C8B-B14F-4D97-AF65-F5344CB8AC3E}">
        <p14:creationId xmlns:p14="http://schemas.microsoft.com/office/powerpoint/2010/main" val="7220518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249ADE90-7029-946C-18A7-8B31A3F267B4}"/>
              </a:ext>
            </a:extLst>
          </p:cNvPr>
          <p:cNvSpPr>
            <a:spLocks noGrp="1"/>
          </p:cNvSpPr>
          <p:nvPr>
            <p:ph type="dt" sz="half" idx="10"/>
          </p:nvPr>
        </p:nvSpPr>
        <p:spPr/>
        <p:txBody>
          <a:bodyPr/>
          <a:lstStyle>
            <a:lvl1pPr>
              <a:defRPr/>
            </a:lvl1pPr>
          </a:lstStyle>
          <a:p>
            <a:pPr>
              <a:defRPr/>
            </a:pPr>
            <a:fld id="{032D52B8-365A-4576-B36E-0561D60EB13B}"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BBA2229E-300A-041C-763E-11BC9CA0206E}"/>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2029C813-DD15-893D-0255-2DDE33C7307A}"/>
              </a:ext>
            </a:extLst>
          </p:cNvPr>
          <p:cNvSpPr>
            <a:spLocks noGrp="1"/>
          </p:cNvSpPr>
          <p:nvPr>
            <p:ph type="sldNum" sz="quarter" idx="12"/>
          </p:nvPr>
        </p:nvSpPr>
        <p:spPr/>
        <p:txBody>
          <a:bodyPr/>
          <a:lstStyle>
            <a:lvl1pPr>
              <a:defRPr/>
            </a:lvl1pPr>
          </a:lstStyle>
          <a:p>
            <a:pPr>
              <a:defRPr/>
            </a:pPr>
            <a:fld id="{877B0D2E-2410-42B3-8561-F2B77F5B3BEC}" type="slidenum">
              <a:rPr lang="ko-KR" altLang="en-US"/>
              <a:pPr>
                <a:defRPr/>
              </a:pPr>
              <a:t>‹#›</a:t>
            </a:fld>
            <a:endParaRPr lang="ko-KR" altLang="en-US"/>
          </a:p>
        </p:txBody>
      </p:sp>
    </p:spTree>
    <p:extLst>
      <p:ext uri="{BB962C8B-B14F-4D97-AF65-F5344CB8AC3E}">
        <p14:creationId xmlns:p14="http://schemas.microsoft.com/office/powerpoint/2010/main" val="2197386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42C0DA30-0AD5-8B04-E745-21528A12703E}"/>
              </a:ext>
            </a:extLst>
          </p:cNvPr>
          <p:cNvSpPr>
            <a:spLocks noGrp="1"/>
          </p:cNvSpPr>
          <p:nvPr>
            <p:ph type="dt" sz="half" idx="10"/>
          </p:nvPr>
        </p:nvSpPr>
        <p:spPr/>
        <p:txBody>
          <a:bodyPr/>
          <a:lstStyle>
            <a:lvl1pPr>
              <a:defRPr/>
            </a:lvl1pPr>
          </a:lstStyle>
          <a:p>
            <a:pPr>
              <a:defRPr/>
            </a:pPr>
            <a:fld id="{6DEC776E-EEC6-4A7E-A09F-ED1A89211BEF}"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2694DFD3-1157-CC2D-5351-DA5451CFE4C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2F4C5419-2CD7-2F9C-4EF1-80097A27EEA6}"/>
              </a:ext>
            </a:extLst>
          </p:cNvPr>
          <p:cNvSpPr>
            <a:spLocks noGrp="1"/>
          </p:cNvSpPr>
          <p:nvPr>
            <p:ph type="sldNum" sz="quarter" idx="12"/>
          </p:nvPr>
        </p:nvSpPr>
        <p:spPr/>
        <p:txBody>
          <a:bodyPr/>
          <a:lstStyle>
            <a:lvl1pPr>
              <a:defRPr/>
            </a:lvl1pPr>
          </a:lstStyle>
          <a:p>
            <a:pPr>
              <a:defRPr/>
            </a:pPr>
            <a:fld id="{97BE246A-C2CE-41D0-8339-01F212169D9E}" type="slidenum">
              <a:rPr lang="ko-KR" altLang="en-US"/>
              <a:pPr>
                <a:defRPr/>
              </a:pPr>
              <a:t>‹#›</a:t>
            </a:fld>
            <a:endParaRPr lang="ko-KR" altLang="en-US"/>
          </a:p>
        </p:txBody>
      </p:sp>
    </p:spTree>
    <p:extLst>
      <p:ext uri="{BB962C8B-B14F-4D97-AF65-F5344CB8AC3E}">
        <p14:creationId xmlns:p14="http://schemas.microsoft.com/office/powerpoint/2010/main" val="221624402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450034AB-A208-DB17-8BD5-F74CE20B70BE}"/>
              </a:ext>
            </a:extLst>
          </p:cNvPr>
          <p:cNvSpPr>
            <a:spLocks noGrp="1"/>
          </p:cNvSpPr>
          <p:nvPr>
            <p:ph type="dt" sz="half" idx="10"/>
          </p:nvPr>
        </p:nvSpPr>
        <p:spPr/>
        <p:txBody>
          <a:bodyPr/>
          <a:lstStyle>
            <a:lvl1pPr>
              <a:defRPr/>
            </a:lvl1pPr>
          </a:lstStyle>
          <a:p>
            <a:pPr>
              <a:defRPr/>
            </a:pPr>
            <a:fld id="{A01E8708-B0DB-4E86-A9D2-CDDF5B1D02AD}"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53CF86B9-D9E2-CC5A-8D85-38E97E34CA07}"/>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6AC33966-7775-DF28-DBD4-81FB72F5C002}"/>
              </a:ext>
            </a:extLst>
          </p:cNvPr>
          <p:cNvSpPr>
            <a:spLocks noGrp="1"/>
          </p:cNvSpPr>
          <p:nvPr>
            <p:ph type="sldNum" sz="quarter" idx="12"/>
          </p:nvPr>
        </p:nvSpPr>
        <p:spPr/>
        <p:txBody>
          <a:bodyPr/>
          <a:lstStyle>
            <a:lvl1pPr>
              <a:defRPr/>
            </a:lvl1pPr>
          </a:lstStyle>
          <a:p>
            <a:pPr>
              <a:defRPr/>
            </a:pPr>
            <a:fld id="{10EE8E4F-D115-4FAD-B09A-211D2CF9AF19}" type="slidenum">
              <a:rPr lang="ko-KR" altLang="en-US"/>
              <a:pPr>
                <a:defRPr/>
              </a:pPr>
              <a:t>‹#›</a:t>
            </a:fld>
            <a:endParaRPr lang="ko-KR" altLang="en-US"/>
          </a:p>
        </p:txBody>
      </p:sp>
    </p:spTree>
    <p:extLst>
      <p:ext uri="{BB962C8B-B14F-4D97-AF65-F5344CB8AC3E}">
        <p14:creationId xmlns:p14="http://schemas.microsoft.com/office/powerpoint/2010/main" val="10754234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C90EE34-1D04-F149-476E-30515A41424D}"/>
              </a:ext>
            </a:extLst>
          </p:cNvPr>
          <p:cNvSpPr>
            <a:spLocks noGrp="1"/>
          </p:cNvSpPr>
          <p:nvPr>
            <p:ph type="dt" sz="half" idx="10"/>
          </p:nvPr>
        </p:nvSpPr>
        <p:spPr/>
        <p:txBody>
          <a:bodyPr/>
          <a:lstStyle>
            <a:lvl1pPr>
              <a:defRPr/>
            </a:lvl1pPr>
          </a:lstStyle>
          <a:p>
            <a:pPr>
              <a:defRPr/>
            </a:pPr>
            <a:fld id="{1A358571-CBF1-4B8D-8417-D4E90A5DBC0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AB47CBB-D5FB-EBD2-A6A5-286F504AF4DF}"/>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7F171268-ABC1-4DF2-8AEA-51BC92BD5643}"/>
              </a:ext>
            </a:extLst>
          </p:cNvPr>
          <p:cNvSpPr>
            <a:spLocks noGrp="1"/>
          </p:cNvSpPr>
          <p:nvPr>
            <p:ph type="sldNum" sz="quarter" idx="12"/>
          </p:nvPr>
        </p:nvSpPr>
        <p:spPr/>
        <p:txBody>
          <a:bodyPr/>
          <a:lstStyle>
            <a:lvl1pPr>
              <a:defRPr/>
            </a:lvl1pPr>
          </a:lstStyle>
          <a:p>
            <a:pPr>
              <a:defRPr/>
            </a:pPr>
            <a:fld id="{73756678-4CD1-4FCF-99E9-8E7BD75D6016}" type="slidenum">
              <a:rPr lang="ko-KR" altLang="en-US"/>
              <a:pPr>
                <a:defRPr/>
              </a:pPr>
              <a:t>‹#›</a:t>
            </a:fld>
            <a:endParaRPr lang="ko-KR" altLang="en-US"/>
          </a:p>
        </p:txBody>
      </p:sp>
    </p:spTree>
    <p:extLst>
      <p:ext uri="{BB962C8B-B14F-4D97-AF65-F5344CB8AC3E}">
        <p14:creationId xmlns:p14="http://schemas.microsoft.com/office/powerpoint/2010/main" val="86781473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0CF1814B-B4F7-8EEF-232F-6A5B4401F39A}"/>
              </a:ext>
            </a:extLst>
          </p:cNvPr>
          <p:cNvSpPr>
            <a:spLocks noGrp="1"/>
          </p:cNvSpPr>
          <p:nvPr>
            <p:ph type="dt" sz="half" idx="10"/>
          </p:nvPr>
        </p:nvSpPr>
        <p:spPr/>
        <p:txBody>
          <a:bodyPr/>
          <a:lstStyle>
            <a:lvl1pPr>
              <a:defRPr/>
            </a:lvl1pPr>
          </a:lstStyle>
          <a:p>
            <a:pPr>
              <a:defRPr/>
            </a:pPr>
            <a:fld id="{EAC19810-74C8-4686-8374-069E627B61A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F10571B-92C5-B6CA-3909-B572A2EC7EA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F080456-9B70-6BF8-4AAB-EFD4732A0B90}"/>
              </a:ext>
            </a:extLst>
          </p:cNvPr>
          <p:cNvSpPr>
            <a:spLocks noGrp="1"/>
          </p:cNvSpPr>
          <p:nvPr>
            <p:ph type="sldNum" sz="quarter" idx="12"/>
          </p:nvPr>
        </p:nvSpPr>
        <p:spPr/>
        <p:txBody>
          <a:bodyPr/>
          <a:lstStyle>
            <a:lvl1pPr>
              <a:defRPr/>
            </a:lvl1pPr>
          </a:lstStyle>
          <a:p>
            <a:pPr>
              <a:defRPr/>
            </a:pPr>
            <a:fld id="{9D3A1E0D-212B-44A9-A0C3-D168A8CC8CE5}" type="slidenum">
              <a:rPr lang="ko-KR" altLang="en-US"/>
              <a:pPr>
                <a:defRPr/>
              </a:pPr>
              <a:t>‹#›</a:t>
            </a:fld>
            <a:endParaRPr lang="ko-KR" altLang="en-US"/>
          </a:p>
        </p:txBody>
      </p:sp>
    </p:spTree>
    <p:extLst>
      <p:ext uri="{BB962C8B-B14F-4D97-AF65-F5344CB8AC3E}">
        <p14:creationId xmlns:p14="http://schemas.microsoft.com/office/powerpoint/2010/main" val="2140707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C4898237-B66C-529C-B271-42EC0E37631C}"/>
              </a:ext>
            </a:extLst>
          </p:cNvPr>
          <p:cNvSpPr>
            <a:spLocks noGrp="1"/>
          </p:cNvSpPr>
          <p:nvPr>
            <p:ph type="dt" sz="half" idx="10"/>
          </p:nvPr>
        </p:nvSpPr>
        <p:spPr/>
        <p:txBody>
          <a:bodyPr/>
          <a:lstStyle>
            <a:lvl1pPr>
              <a:defRPr/>
            </a:lvl1pPr>
          </a:lstStyle>
          <a:p>
            <a:pPr>
              <a:defRPr/>
            </a:pPr>
            <a:fld id="{22F07123-1333-412C-B25D-1A3FC4FC2653}"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03AD140-ED6C-ABC1-45B8-D4A02FF0D4B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238A51C-8C35-5A93-A79B-48B83C38C998}"/>
              </a:ext>
            </a:extLst>
          </p:cNvPr>
          <p:cNvSpPr>
            <a:spLocks noGrp="1"/>
          </p:cNvSpPr>
          <p:nvPr>
            <p:ph type="sldNum" sz="quarter" idx="12"/>
          </p:nvPr>
        </p:nvSpPr>
        <p:spPr/>
        <p:txBody>
          <a:bodyPr/>
          <a:lstStyle>
            <a:lvl1pPr>
              <a:defRPr/>
            </a:lvl1pPr>
          </a:lstStyle>
          <a:p>
            <a:pPr>
              <a:defRPr/>
            </a:pPr>
            <a:fld id="{562671E4-B4CF-481B-AF7F-D42D8846EA4B}" type="slidenum">
              <a:rPr lang="ko-KR" altLang="en-US"/>
              <a:pPr>
                <a:defRPr/>
              </a:pPr>
              <a:t>‹#›</a:t>
            </a:fld>
            <a:endParaRPr lang="ko-KR" altLang="en-US"/>
          </a:p>
        </p:txBody>
      </p:sp>
    </p:spTree>
    <p:extLst>
      <p:ext uri="{BB962C8B-B14F-4D97-AF65-F5344CB8AC3E}">
        <p14:creationId xmlns:p14="http://schemas.microsoft.com/office/powerpoint/2010/main" val="17877274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FC4E0BC-9EB8-C948-4F92-3EE33922DD98}"/>
              </a:ext>
            </a:extLst>
          </p:cNvPr>
          <p:cNvSpPr>
            <a:spLocks noGrp="1"/>
          </p:cNvSpPr>
          <p:nvPr>
            <p:ph type="dt" sz="half" idx="10"/>
          </p:nvPr>
        </p:nvSpPr>
        <p:spPr/>
        <p:txBody>
          <a:bodyPr/>
          <a:lstStyle>
            <a:lvl1pPr>
              <a:defRPr/>
            </a:lvl1pPr>
          </a:lstStyle>
          <a:p>
            <a:pPr>
              <a:defRPr/>
            </a:pPr>
            <a:fld id="{239BA13B-0E2C-4F58-9B82-F79ADE1F5869}"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5BEFD5D-2AF7-52CB-1939-E7373835C37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79B66AAF-289A-0D56-2739-BDCDA7FE88B1}"/>
              </a:ext>
            </a:extLst>
          </p:cNvPr>
          <p:cNvSpPr>
            <a:spLocks noGrp="1"/>
          </p:cNvSpPr>
          <p:nvPr>
            <p:ph type="sldNum" sz="quarter" idx="12"/>
          </p:nvPr>
        </p:nvSpPr>
        <p:spPr/>
        <p:txBody>
          <a:bodyPr/>
          <a:lstStyle>
            <a:lvl1pPr>
              <a:defRPr/>
            </a:lvl1pPr>
          </a:lstStyle>
          <a:p>
            <a:pPr>
              <a:defRPr/>
            </a:pPr>
            <a:fld id="{6C3898C7-6942-42C6-94E1-16EE84D54DB7}" type="slidenum">
              <a:rPr lang="ko-KR" altLang="en-US"/>
              <a:pPr>
                <a:defRPr/>
              </a:pPr>
              <a:t>‹#›</a:t>
            </a:fld>
            <a:endParaRPr lang="ko-KR" altLang="en-US"/>
          </a:p>
        </p:txBody>
      </p:sp>
    </p:spTree>
    <p:extLst>
      <p:ext uri="{BB962C8B-B14F-4D97-AF65-F5344CB8AC3E}">
        <p14:creationId xmlns:p14="http://schemas.microsoft.com/office/powerpoint/2010/main" val="37744166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70DBEBA9-294E-C86A-ADB2-E22E9011EBFA}"/>
              </a:ext>
            </a:extLst>
          </p:cNvPr>
          <p:cNvSpPr>
            <a:spLocks noGrp="1"/>
          </p:cNvSpPr>
          <p:nvPr>
            <p:ph type="dt" sz="half" idx="10"/>
          </p:nvPr>
        </p:nvSpPr>
        <p:spPr/>
        <p:txBody>
          <a:bodyPr/>
          <a:lstStyle>
            <a:lvl1pPr>
              <a:defRPr/>
            </a:lvl1pPr>
          </a:lstStyle>
          <a:p>
            <a:pPr>
              <a:defRPr/>
            </a:pPr>
            <a:fld id="{D830DC12-A575-4721-97EE-82D387AD64F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DBB5A35A-E572-AF7F-3485-E23794D3E93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66607CF-F9A7-2191-61B2-1FDA48DFD170}"/>
              </a:ext>
            </a:extLst>
          </p:cNvPr>
          <p:cNvSpPr>
            <a:spLocks noGrp="1"/>
          </p:cNvSpPr>
          <p:nvPr>
            <p:ph type="sldNum" sz="quarter" idx="12"/>
          </p:nvPr>
        </p:nvSpPr>
        <p:spPr/>
        <p:txBody>
          <a:bodyPr/>
          <a:lstStyle>
            <a:lvl1pPr>
              <a:defRPr/>
            </a:lvl1pPr>
          </a:lstStyle>
          <a:p>
            <a:pPr>
              <a:defRPr/>
            </a:pPr>
            <a:fld id="{10AAF474-8709-4409-AF35-DDD91747AC73}" type="slidenum">
              <a:rPr lang="ko-KR" altLang="en-US"/>
              <a:pPr>
                <a:defRPr/>
              </a:pPr>
              <a:t>‹#›</a:t>
            </a:fld>
            <a:endParaRPr lang="ko-KR" altLang="en-US"/>
          </a:p>
        </p:txBody>
      </p:sp>
    </p:spTree>
    <p:extLst>
      <p:ext uri="{BB962C8B-B14F-4D97-AF65-F5344CB8AC3E}">
        <p14:creationId xmlns:p14="http://schemas.microsoft.com/office/powerpoint/2010/main" val="350308477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7AD5A842-DED7-91F9-9CBD-81C86FB6CEE1}"/>
              </a:ext>
            </a:extLst>
          </p:cNvPr>
          <p:cNvSpPr>
            <a:spLocks noGrp="1"/>
          </p:cNvSpPr>
          <p:nvPr>
            <p:ph type="dt" sz="half" idx="10"/>
          </p:nvPr>
        </p:nvSpPr>
        <p:spPr/>
        <p:txBody>
          <a:bodyPr/>
          <a:lstStyle>
            <a:lvl1pPr>
              <a:defRPr/>
            </a:lvl1pPr>
          </a:lstStyle>
          <a:p>
            <a:pPr>
              <a:defRPr/>
            </a:pPr>
            <a:fld id="{2509CFBD-6C72-4131-8563-5444131E96B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03D9A804-958A-5C4D-0665-B8904C630E14}"/>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EBE8F84E-630D-B68D-686C-A7A7D0A5F200}"/>
              </a:ext>
            </a:extLst>
          </p:cNvPr>
          <p:cNvSpPr>
            <a:spLocks noGrp="1"/>
          </p:cNvSpPr>
          <p:nvPr>
            <p:ph type="sldNum" sz="quarter" idx="12"/>
          </p:nvPr>
        </p:nvSpPr>
        <p:spPr/>
        <p:txBody>
          <a:bodyPr/>
          <a:lstStyle>
            <a:lvl1pPr>
              <a:defRPr/>
            </a:lvl1pPr>
          </a:lstStyle>
          <a:p>
            <a:pPr>
              <a:defRPr/>
            </a:pPr>
            <a:fld id="{D8D2310B-8B1A-42C5-A047-54950E2C70AE}" type="slidenum">
              <a:rPr lang="ko-KR" altLang="en-US"/>
              <a:pPr>
                <a:defRPr/>
              </a:pPr>
              <a:t>‹#›</a:t>
            </a:fld>
            <a:endParaRPr lang="ko-KR" altLang="en-US"/>
          </a:p>
        </p:txBody>
      </p:sp>
    </p:spTree>
    <p:extLst>
      <p:ext uri="{BB962C8B-B14F-4D97-AF65-F5344CB8AC3E}">
        <p14:creationId xmlns:p14="http://schemas.microsoft.com/office/powerpoint/2010/main" val="21207712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ACB95FEE-3418-EFA4-B8B9-81D3CCFFE4F0}"/>
              </a:ext>
            </a:extLst>
          </p:cNvPr>
          <p:cNvSpPr>
            <a:spLocks noGrp="1"/>
          </p:cNvSpPr>
          <p:nvPr>
            <p:ph type="dt" sz="half" idx="10"/>
          </p:nvPr>
        </p:nvSpPr>
        <p:spPr/>
        <p:txBody>
          <a:bodyPr/>
          <a:lstStyle>
            <a:lvl1pPr>
              <a:defRPr/>
            </a:lvl1pPr>
          </a:lstStyle>
          <a:p>
            <a:pPr>
              <a:defRPr/>
            </a:pPr>
            <a:fld id="{8D293036-67F5-4D05-BDFA-AAA5CCEE7CCD}"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3921D18E-5F8C-905B-E788-DD91F984A1A3}"/>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22F07551-80B0-C5EF-981C-36018C57C5CD}"/>
              </a:ext>
            </a:extLst>
          </p:cNvPr>
          <p:cNvSpPr>
            <a:spLocks noGrp="1"/>
          </p:cNvSpPr>
          <p:nvPr>
            <p:ph type="sldNum" sz="quarter" idx="12"/>
          </p:nvPr>
        </p:nvSpPr>
        <p:spPr/>
        <p:txBody>
          <a:bodyPr/>
          <a:lstStyle>
            <a:lvl1pPr>
              <a:defRPr/>
            </a:lvl1pPr>
          </a:lstStyle>
          <a:p>
            <a:pPr>
              <a:defRPr/>
            </a:pPr>
            <a:fld id="{39682888-FA0F-40CE-A37F-E410156C05FF}" type="slidenum">
              <a:rPr lang="ko-KR" altLang="en-US"/>
              <a:pPr>
                <a:defRPr/>
              </a:pPr>
              <a:t>‹#›</a:t>
            </a:fld>
            <a:endParaRPr lang="ko-KR" altLang="en-US"/>
          </a:p>
        </p:txBody>
      </p:sp>
    </p:spTree>
    <p:extLst>
      <p:ext uri="{BB962C8B-B14F-4D97-AF65-F5344CB8AC3E}">
        <p14:creationId xmlns:p14="http://schemas.microsoft.com/office/powerpoint/2010/main" val="56936956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AB829D3D-B88A-D407-1379-2617BC0FB876}"/>
              </a:ext>
            </a:extLst>
          </p:cNvPr>
          <p:cNvSpPr>
            <a:spLocks noGrp="1"/>
          </p:cNvSpPr>
          <p:nvPr>
            <p:ph type="dt" sz="half" idx="10"/>
          </p:nvPr>
        </p:nvSpPr>
        <p:spPr/>
        <p:txBody>
          <a:bodyPr/>
          <a:lstStyle>
            <a:lvl1pPr>
              <a:defRPr/>
            </a:lvl1pPr>
          </a:lstStyle>
          <a:p>
            <a:pPr>
              <a:defRPr/>
            </a:pPr>
            <a:fld id="{AF96F82D-8731-452D-B183-1380632120C8}"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36B9FF21-EC15-5B74-1A59-6A90007840DD}"/>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7F1064B-8892-487B-0461-BCCD216ED562}"/>
              </a:ext>
            </a:extLst>
          </p:cNvPr>
          <p:cNvSpPr>
            <a:spLocks noGrp="1"/>
          </p:cNvSpPr>
          <p:nvPr>
            <p:ph type="sldNum" sz="quarter" idx="12"/>
          </p:nvPr>
        </p:nvSpPr>
        <p:spPr/>
        <p:txBody>
          <a:bodyPr/>
          <a:lstStyle>
            <a:lvl1pPr>
              <a:defRPr/>
            </a:lvl1pPr>
          </a:lstStyle>
          <a:p>
            <a:pPr>
              <a:defRPr/>
            </a:pPr>
            <a:fld id="{6CCAD757-6424-4536-99D8-CD654B58BEED}" type="slidenum">
              <a:rPr lang="ko-KR" altLang="en-US"/>
              <a:pPr>
                <a:defRPr/>
              </a:pPr>
              <a:t>‹#›</a:t>
            </a:fld>
            <a:endParaRPr lang="ko-KR" altLang="en-US"/>
          </a:p>
        </p:txBody>
      </p:sp>
    </p:spTree>
    <p:extLst>
      <p:ext uri="{BB962C8B-B14F-4D97-AF65-F5344CB8AC3E}">
        <p14:creationId xmlns:p14="http://schemas.microsoft.com/office/powerpoint/2010/main" val="8803421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DE84F2B9-3232-2BBC-6D48-C8DB75576593}"/>
              </a:ext>
            </a:extLst>
          </p:cNvPr>
          <p:cNvSpPr>
            <a:spLocks noGrp="1"/>
          </p:cNvSpPr>
          <p:nvPr>
            <p:ph type="dt" sz="half" idx="10"/>
          </p:nvPr>
        </p:nvSpPr>
        <p:spPr/>
        <p:txBody>
          <a:bodyPr/>
          <a:lstStyle>
            <a:lvl1pPr>
              <a:defRPr/>
            </a:lvl1pPr>
          </a:lstStyle>
          <a:p>
            <a:pPr>
              <a:defRPr/>
            </a:pPr>
            <a:fld id="{A93D83A9-B2D9-4709-AA19-57ECD6141321}"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C1264E64-0EFA-A318-7263-39168EC0BCC0}"/>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63E1D142-CAD0-4613-775A-91CE6AEE642D}"/>
              </a:ext>
            </a:extLst>
          </p:cNvPr>
          <p:cNvSpPr>
            <a:spLocks noGrp="1"/>
          </p:cNvSpPr>
          <p:nvPr>
            <p:ph type="sldNum" sz="quarter" idx="12"/>
          </p:nvPr>
        </p:nvSpPr>
        <p:spPr/>
        <p:txBody>
          <a:bodyPr/>
          <a:lstStyle>
            <a:lvl1pPr>
              <a:defRPr/>
            </a:lvl1pPr>
          </a:lstStyle>
          <a:p>
            <a:pPr>
              <a:defRPr/>
            </a:pPr>
            <a:fld id="{AC7EDBBE-E08A-43B4-A31A-4EAB07B9C667}" type="slidenum">
              <a:rPr lang="ko-KR" altLang="en-US"/>
              <a:pPr>
                <a:defRPr/>
              </a:pPr>
              <a:t>‹#›</a:t>
            </a:fld>
            <a:endParaRPr lang="ko-KR" altLang="en-US"/>
          </a:p>
        </p:txBody>
      </p:sp>
    </p:spTree>
    <p:extLst>
      <p:ext uri="{BB962C8B-B14F-4D97-AF65-F5344CB8AC3E}">
        <p14:creationId xmlns:p14="http://schemas.microsoft.com/office/powerpoint/2010/main" val="41474187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9F6E1240-E155-D7AF-D0D1-E7DE527A31FD}"/>
              </a:ext>
            </a:extLst>
          </p:cNvPr>
          <p:cNvSpPr>
            <a:spLocks noGrp="1"/>
          </p:cNvSpPr>
          <p:nvPr>
            <p:ph type="dt" sz="half" idx="10"/>
          </p:nvPr>
        </p:nvSpPr>
        <p:spPr/>
        <p:txBody>
          <a:bodyPr/>
          <a:lstStyle>
            <a:lvl1pPr>
              <a:defRPr/>
            </a:lvl1pPr>
          </a:lstStyle>
          <a:p>
            <a:pPr>
              <a:defRPr/>
            </a:pPr>
            <a:fld id="{8F9C42C4-B46A-4661-9629-9FE0C52C63C8}"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EBA1079E-8BF1-3985-4078-7E67FB2DAB4A}"/>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C85D53AB-19FB-A675-30BC-A39171B560B3}"/>
              </a:ext>
            </a:extLst>
          </p:cNvPr>
          <p:cNvSpPr>
            <a:spLocks noGrp="1"/>
          </p:cNvSpPr>
          <p:nvPr>
            <p:ph type="sldNum" sz="quarter" idx="12"/>
          </p:nvPr>
        </p:nvSpPr>
        <p:spPr/>
        <p:txBody>
          <a:bodyPr/>
          <a:lstStyle>
            <a:lvl1pPr>
              <a:defRPr/>
            </a:lvl1pPr>
          </a:lstStyle>
          <a:p>
            <a:pPr>
              <a:defRPr/>
            </a:pPr>
            <a:fld id="{03BF3BA5-550F-47A3-9F9F-989968485483}" type="slidenum">
              <a:rPr lang="ko-KR" altLang="en-US"/>
              <a:pPr>
                <a:defRPr/>
              </a:pPr>
              <a:t>‹#›</a:t>
            </a:fld>
            <a:endParaRPr lang="ko-KR" altLang="en-US"/>
          </a:p>
        </p:txBody>
      </p:sp>
    </p:spTree>
    <p:extLst>
      <p:ext uri="{BB962C8B-B14F-4D97-AF65-F5344CB8AC3E}">
        <p14:creationId xmlns:p14="http://schemas.microsoft.com/office/powerpoint/2010/main" val="14814010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F1F96332-59C4-86FE-ED58-12C7B3ADF728}"/>
              </a:ext>
            </a:extLst>
          </p:cNvPr>
          <p:cNvSpPr>
            <a:spLocks noGrp="1"/>
          </p:cNvSpPr>
          <p:nvPr>
            <p:ph type="dt" sz="half" idx="10"/>
          </p:nvPr>
        </p:nvSpPr>
        <p:spPr/>
        <p:txBody>
          <a:bodyPr/>
          <a:lstStyle>
            <a:lvl1pPr>
              <a:defRPr/>
            </a:lvl1pPr>
          </a:lstStyle>
          <a:p>
            <a:pPr>
              <a:defRPr/>
            </a:pPr>
            <a:fld id="{9974C0DC-520A-4BD8-8509-EBD37EB888C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1BFF89A9-5933-BBBA-71D6-71CD48C3148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48615823-1885-CB93-3898-0230612AB21B}"/>
              </a:ext>
            </a:extLst>
          </p:cNvPr>
          <p:cNvSpPr>
            <a:spLocks noGrp="1"/>
          </p:cNvSpPr>
          <p:nvPr>
            <p:ph type="sldNum" sz="quarter" idx="12"/>
          </p:nvPr>
        </p:nvSpPr>
        <p:spPr/>
        <p:txBody>
          <a:bodyPr/>
          <a:lstStyle>
            <a:lvl1pPr>
              <a:defRPr/>
            </a:lvl1pPr>
          </a:lstStyle>
          <a:p>
            <a:pPr>
              <a:defRPr/>
            </a:pPr>
            <a:fld id="{C161FA6E-8F18-4C76-BD7F-0B49543AFB9F}" type="slidenum">
              <a:rPr lang="ko-KR" altLang="en-US"/>
              <a:pPr>
                <a:defRPr/>
              </a:pPr>
              <a:t>‹#›</a:t>
            </a:fld>
            <a:endParaRPr lang="ko-KR" altLang="en-US"/>
          </a:p>
        </p:txBody>
      </p:sp>
    </p:spTree>
    <p:extLst>
      <p:ext uri="{BB962C8B-B14F-4D97-AF65-F5344CB8AC3E}">
        <p14:creationId xmlns:p14="http://schemas.microsoft.com/office/powerpoint/2010/main" val="354419226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BC5B4B0-067F-037E-2F4A-4FA861104A60}"/>
              </a:ext>
            </a:extLst>
          </p:cNvPr>
          <p:cNvSpPr>
            <a:spLocks noGrp="1"/>
          </p:cNvSpPr>
          <p:nvPr>
            <p:ph type="dt" sz="half" idx="10"/>
          </p:nvPr>
        </p:nvSpPr>
        <p:spPr/>
        <p:txBody>
          <a:bodyPr/>
          <a:lstStyle>
            <a:lvl1pPr>
              <a:defRPr/>
            </a:lvl1pPr>
          </a:lstStyle>
          <a:p>
            <a:pPr>
              <a:defRPr/>
            </a:pPr>
            <a:fld id="{2BD072DA-2F48-4B71-99BC-34FAC282D5A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2DF247E-1C8F-BC0C-9D73-DF1F2EEB477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E84B0FF-50E2-751D-0912-B2F93499B423}"/>
              </a:ext>
            </a:extLst>
          </p:cNvPr>
          <p:cNvSpPr>
            <a:spLocks noGrp="1"/>
          </p:cNvSpPr>
          <p:nvPr>
            <p:ph type="sldNum" sz="quarter" idx="12"/>
          </p:nvPr>
        </p:nvSpPr>
        <p:spPr/>
        <p:txBody>
          <a:bodyPr/>
          <a:lstStyle>
            <a:lvl1pPr>
              <a:defRPr/>
            </a:lvl1pPr>
          </a:lstStyle>
          <a:p>
            <a:pPr>
              <a:defRPr/>
            </a:pPr>
            <a:fld id="{A9D56C65-CC00-4EB1-B5B3-325E2E97286F}" type="slidenum">
              <a:rPr lang="ko-KR" altLang="en-US"/>
              <a:pPr>
                <a:defRPr/>
              </a:pPr>
              <a:t>‹#›</a:t>
            </a:fld>
            <a:endParaRPr lang="ko-KR" altLang="en-US"/>
          </a:p>
        </p:txBody>
      </p:sp>
    </p:spTree>
    <p:extLst>
      <p:ext uri="{BB962C8B-B14F-4D97-AF65-F5344CB8AC3E}">
        <p14:creationId xmlns:p14="http://schemas.microsoft.com/office/powerpoint/2010/main" val="44054594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5EE7CF3-7555-3538-D9EC-178DA42E95B5}"/>
              </a:ext>
            </a:extLst>
          </p:cNvPr>
          <p:cNvSpPr>
            <a:spLocks noGrp="1"/>
          </p:cNvSpPr>
          <p:nvPr>
            <p:ph type="dt" sz="half" idx="10"/>
          </p:nvPr>
        </p:nvSpPr>
        <p:spPr/>
        <p:txBody>
          <a:bodyPr/>
          <a:lstStyle>
            <a:lvl1pPr>
              <a:defRPr/>
            </a:lvl1pPr>
          </a:lstStyle>
          <a:p>
            <a:pPr>
              <a:defRPr/>
            </a:pPr>
            <a:fld id="{EBBA35E4-69B0-4AE4-9213-4F2CB44419E9}"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C9630DA-408D-ADFB-88C1-80665A8B98F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6AA3B0D-8588-EB00-C884-7FB106CFF448}"/>
              </a:ext>
            </a:extLst>
          </p:cNvPr>
          <p:cNvSpPr>
            <a:spLocks noGrp="1"/>
          </p:cNvSpPr>
          <p:nvPr>
            <p:ph type="sldNum" sz="quarter" idx="12"/>
          </p:nvPr>
        </p:nvSpPr>
        <p:spPr/>
        <p:txBody>
          <a:bodyPr/>
          <a:lstStyle>
            <a:lvl1pPr>
              <a:defRPr/>
            </a:lvl1pPr>
          </a:lstStyle>
          <a:p>
            <a:pPr>
              <a:defRPr/>
            </a:pPr>
            <a:fld id="{4D9C305C-A0FB-47BA-BCCE-4AD25E827208}" type="slidenum">
              <a:rPr lang="ko-KR" altLang="en-US"/>
              <a:pPr>
                <a:defRPr/>
              </a:pPr>
              <a:t>‹#›</a:t>
            </a:fld>
            <a:endParaRPr lang="ko-KR" altLang="en-US"/>
          </a:p>
        </p:txBody>
      </p:sp>
    </p:spTree>
    <p:extLst>
      <p:ext uri="{BB962C8B-B14F-4D97-AF65-F5344CB8AC3E}">
        <p14:creationId xmlns:p14="http://schemas.microsoft.com/office/powerpoint/2010/main" val="33553212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892158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A8F290A0-3F78-B05B-8FCF-48E37AA608CB}"/>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F7552C73-9D5F-294A-CDB2-4659DF4AF36D}"/>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882B13C7-4269-6372-7957-5BC32C6D13A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420224143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A60D1D5E-EBC8-91D8-B8FC-DB917C90C087}"/>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2179255D-10AC-4C93-977A-BDCD6A0875A2}"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3812396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40E50E16-7D2D-147E-850C-D5C84EE494D8}"/>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F04F0D46-AC81-4DD6-A1FA-E0B8555A1F5C}"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137587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768BF8EE-2061-C544-1B51-543A7320B4DB}"/>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B218DC6C-AE16-DE75-14FD-810ADAF052A6}"/>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B953303C-E40F-E910-4EBA-19A7C25D8C1D}"/>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6B89EB28-C5D7-AA5F-E156-141C52CD8A0A}"/>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2A6C8DFB-3327-C31E-061C-1C645D3AB110}"/>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0BF2B3D2-1844-83F5-924F-67508A8D8781}"/>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5F0230C3-1B5D-378B-E576-D67F5747BC75}"/>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204D2C3-61D9-8E41-4404-B5E9A48203DC}"/>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413294E4-47F5-452E-8945-8DD0B53C25E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D1EC5ABD-D709-FCEC-9F5B-945073904028}"/>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0D05E1CA-BD2F-FE0F-E601-B853A8A394C9}"/>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FD3C1F12-07B0-4708-AB3D-A39678FE813D}"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776B7397-822A-E3D7-AAEE-E2EA3EE7DD98}"/>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3C65E30C-1495-7407-898A-184D422561CE}"/>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D3D5862B-03FB-5518-7005-B13586B5B663}"/>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C17ED16C-35A1-4BF3-A4F7-0E4449034F5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DD13752-258A-1276-63E5-262CD16DA42D}"/>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2E074666-60A9-7AD2-0AA7-B59C167485FB}"/>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0BC25D34-0B10-4F46-8056-2822D9A9DAD5}"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9F0ECDFD-4246-B0DD-3CA9-D1C47C1C5220}"/>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CE4A7788-F4A4-48A5-BA76-A46E76804B4F}"/>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CE0FDD0-C595-D8E4-0494-8229AEA437E3}"/>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EA71CCAB-F5A1-49F6-A2C2-AB5574EB483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31389E7-E5EA-0D49-D0C7-C71EBF434FED}"/>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16CBB77E-B4F0-BE52-557E-0AE4EBCDEFB9}"/>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30245CFC-B77B-4039-ACF5-8A5D8653A34B}"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5CEA5C0C-85D5-C38C-5C27-4E0E563C38C2}"/>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CB68EA31-325B-D813-4A96-178F5B5A69F0}"/>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73DFB772-D93D-6E12-850D-E4A7736E00E3}"/>
              </a:ext>
            </a:extLst>
          </p:cNvPr>
          <p:cNvGraphicFramePr>
            <a:graphicFrameLocks noGrp="1"/>
          </p:cNvGraphicFramePr>
          <p:nvPr>
            <p:extLst>
              <p:ext uri="{D42A27DB-BD31-4B8C-83A1-F6EECF244321}">
                <p14:modId xmlns:p14="http://schemas.microsoft.com/office/powerpoint/2010/main" val="1462332024"/>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nomoredazzling@gmail.com</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4BE53077-DF23-BBAB-A688-CBEAB273B2C8}"/>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8E813187-7284-0F0E-DCD6-BF99FF65B6C2}"/>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0EA767B7-CF21-01DB-0B3A-D62B24CC4C51}"/>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0B7287DC-679E-3DC6-9123-2C97111BB26C}"/>
              </a:ext>
            </a:extLst>
          </p:cNvPr>
          <p:cNvGraphicFramePr>
            <a:graphicFrameLocks noGrp="1"/>
          </p:cNvGraphicFramePr>
          <p:nvPr>
            <p:extLst>
              <p:ext uri="{D42A27DB-BD31-4B8C-83A1-F6EECF244321}">
                <p14:modId xmlns:p14="http://schemas.microsoft.com/office/powerpoint/2010/main" val="3365825862"/>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DC2FAB70-BAA1-C69E-3165-9E7DB7293E4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AC7864C1-949A-655A-A5DC-FC290B3EBA97}"/>
              </a:ext>
            </a:extLst>
          </p:cNvPr>
          <p:cNvGraphicFramePr>
            <a:graphicFrameLocks noGrp="1"/>
          </p:cNvGraphicFramePr>
          <p:nvPr>
            <p:extLst>
              <p:ext uri="{D42A27DB-BD31-4B8C-83A1-F6EECF244321}">
                <p14:modId xmlns:p14="http://schemas.microsoft.com/office/powerpoint/2010/main" val="3110520362"/>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96C1454C-0593-0E13-1311-29EEA2EFD616}"/>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9A69D704-6822-0018-D3CA-71684A465712}"/>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A4E2BA5C-A259-2FFA-176A-1A9AC008B272}"/>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D8FB3820-2A9A-976F-4420-A146C8BEC8D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CDC9C115-FF58-9C3D-A1F3-6BF06F595EB1}"/>
              </a:ext>
            </a:extLst>
          </p:cNvPr>
          <p:cNvGraphicFramePr>
            <a:graphicFrameLocks noGrp="1"/>
          </p:cNvGraphicFramePr>
          <p:nvPr>
            <p:extLst>
              <p:ext uri="{D42A27DB-BD31-4B8C-83A1-F6EECF244321}">
                <p14:modId xmlns:p14="http://schemas.microsoft.com/office/powerpoint/2010/main" val="2781832807"/>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2019537862"/>
                    </a:ext>
                  </a:extLst>
                </a:gridCol>
                <a:gridCol w="7569200">
                  <a:extLst>
                    <a:ext uri="{9D8B030D-6E8A-4147-A177-3AD203B41FA5}">
                      <a16:colId xmlns:a16="http://schemas.microsoft.com/office/drawing/2014/main" val="1582411093"/>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329717438"/>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47847310"/>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39231233"/>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52698205"/>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37249033"/>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5897709"/>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93555169"/>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06443626"/>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00684786"/>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94660336"/>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35457438"/>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63547199"/>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9A4A8F62-58E8-62C2-A24F-469B0236A03D}"/>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 the TV guide fills in moments later.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asks for a server address, username and password, and checks the login before saving.</a:t>
            </a:r>
          </a:p>
        </p:txBody>
      </p:sp>
      <p:sp>
        <p:nvSpPr>
          <p:cNvPr id="18" name="텍스트 개체 틀 16">
            <a:extLst>
              <a:ext uri="{FF2B5EF4-FFF2-40B4-BE49-F238E27FC236}">
                <a16:creationId xmlns:a16="http://schemas.microsoft.com/office/drawing/2014/main" id="{28362278-AC7B-78D2-8643-C196857F2B84}"/>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2D2A50DC-71E0-8B7E-FC22-CA1CCF262F48}"/>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7E724665-BA7C-D966-CA6A-29F40FA2457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02BC9EE7-1854-3EDD-A5AE-C91DBE04A945}"/>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89F57284-0A76-BB9E-853B-0C8D9C579546}"/>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4F7FED1D-3B15-A466-A194-32627E03E044}"/>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224E805B-D1A3-D10F-9A75-456A774FD9BB}"/>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D8F3123A-73A1-0A60-6A59-D8DAB3EF3F92}"/>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F5B25AED-9F6C-C981-7E27-52EF5B9AE5FE}"/>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6A28FDFF-48AE-2A14-6FCD-4223BCC6A369}"/>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CF53E306-CB72-B626-FDA6-21A9EE111D03}"/>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D7D9CF20-C08D-B679-6473-594BEA2F0B6B}"/>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890E18E0-0FD9-E762-0400-B7A7FD06804E}"/>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graphicFrame>
        <p:nvGraphicFramePr>
          <p:cNvPr id="19" name="Table 18">
            <a:extLst>
              <a:ext uri="{FF2B5EF4-FFF2-40B4-BE49-F238E27FC236}">
                <a16:creationId xmlns:a16="http://schemas.microsoft.com/office/drawing/2014/main" id="{3D1E2BF4-670F-FD7C-1C6C-C4AB81A8F12A}"/>
              </a:ext>
            </a:extLst>
          </p:cNvPr>
          <p:cNvGraphicFramePr>
            <a:graphicFrameLocks noGrp="1"/>
          </p:cNvGraphicFramePr>
          <p:nvPr>
            <p:extLst>
              <p:ext uri="{D42A27DB-BD31-4B8C-83A1-F6EECF244321}">
                <p14:modId xmlns:p14="http://schemas.microsoft.com/office/powerpoint/2010/main" val="4038462258"/>
              </p:ext>
            </p:extLst>
          </p:nvPr>
        </p:nvGraphicFramePr>
        <p:xfrm>
          <a:off x="7239000" y="647700"/>
          <a:ext cx="2616200" cy="1828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777144854"/>
                    </a:ext>
                  </a:extLst>
                </a:gridCol>
                <a:gridCol w="2336800">
                  <a:extLst>
                    <a:ext uri="{9D8B030D-6E8A-4147-A177-3AD203B41FA5}">
                      <a16:colId xmlns:a16="http://schemas.microsoft.com/office/drawing/2014/main" val="185637411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11349518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6539170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8470740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3251658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19383267"/>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93770130"/>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80886406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https://raw.githubusercontent.com/dazzling-no-more/zaplist/main/store/test-playlist</a:t>
                      </a:r>
                      <a:r>
                        <a:rPr lang="en-US" sz="800" b="0" i="0">
                          <a:solidFill>
                            <a:srgbClr val="000000"/>
                          </a:solidFill>
                          <a:latin typeface="Arial" panose="020B0604020202020204" pitchFamily="34" charset="0"/>
                        </a:rPr>
                        <a:t>.m3u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51269902"/>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2884497231"/>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Needs an account from an IPTV provider; not supplied. The M3U path covers the same </a:t>
                      </a:r>
                      <a:r>
                        <a:rPr lang="en-US" sz="800" b="0" i="0">
                          <a:solidFill>
                            <a:srgbClr val="000000"/>
                          </a:solidFill>
                          <a:latin typeface="Arial" panose="020B0604020202020204" pitchFamily="34" charset="0"/>
                        </a:rPr>
                        <a:t>screens.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75783789"/>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700572193"/>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84592721"/>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1C05890-7F53-BDEB-3787-3362A2232577}"/>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52EF79E9-C3AA-09F5-0393-699748BFBEF3}"/>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495FC102-A1A6-AE33-2A19-524C281B41E7}"/>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A7785E1-8A33-9B2D-992D-A392D6A76CB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6391663-EB9D-2455-4E7E-168816D56F2C}"/>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4031DDBB-EBF9-D3F9-B9BE-0D96124E1AEA}"/>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593EE60-3526-D026-81B2-A05814E6B212}"/>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33EBAE4-96D4-F9BB-1F73-A227C121A062}"/>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0849784F-AA8B-7C2F-9F87-892662C394CA}"/>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7F055B15-B328-2052-EE0F-8791EE631A7A}"/>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57D61D63-418F-DF4F-E84E-76E0FEDC9744}"/>
              </a:ext>
            </a:extLst>
          </p:cNvPr>
          <p:cNvGraphicFramePr>
            <a:graphicFrameLocks noGrp="1"/>
          </p:cNvGraphicFramePr>
          <p:nvPr>
            <p:extLst>
              <p:ext uri="{D42A27DB-BD31-4B8C-83A1-F6EECF244321}">
                <p14:modId xmlns:p14="http://schemas.microsoft.com/office/powerpoint/2010/main" val="922259255"/>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625018178"/>
                    </a:ext>
                  </a:extLst>
                </a:gridCol>
                <a:gridCol w="2336800">
                  <a:extLst>
                    <a:ext uri="{9D8B030D-6E8A-4147-A177-3AD203B41FA5}">
                      <a16:colId xmlns:a16="http://schemas.microsoft.com/office/drawing/2014/main" val="43843115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94337298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9432803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4499538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34387359"/>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854CED9-729A-5B07-5273-1A1E146402B8}"/>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43D36A58-FBEE-F66E-2CEA-3A166107F113}"/>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736C2B0B-0F4B-B196-3E41-2DC91F9AC6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E64C5402-DB5A-8D55-21BA-1E4BD4239CF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C164F0D-1EA1-31C7-5949-D1B08E2E490D}"/>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B82833C-7BEB-5F91-CA70-5B0BA7683CB0}"/>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AEBA4ED-05FC-CE2D-5950-1CA0D27D7703}"/>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3D6AFD5-6FA4-30B4-1F27-CB8E71FAAD07}"/>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288EED78-28A6-43F9-8866-15FF846B7EB0}"/>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483874F8-CAA7-631E-2770-6B463E9E2248}"/>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6803B96-2F7D-B03C-233A-BB123322F857}"/>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6FAF0DC6-5787-2EB7-CDF5-AD300D8B9849}"/>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712A25D5-944B-9D35-582C-87C789AE0C8D}"/>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D1A9BA9F-B911-BCEC-6155-7DFF91F82FB0}"/>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E5D7CE65-2033-D4DB-87C7-265417AA09D4}"/>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663F93B6-3B6B-5B8F-BC30-FAC63437D665}"/>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F71B3606-E6C6-A64B-17CD-89A51B8A75A6}"/>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FAE0E26B-9D6E-97F4-2F86-4D797DF38523}"/>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7296A055-9BBE-FB91-A827-08936DBCDF1C}"/>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24C128AA-973C-843E-01FB-78B29265A34C}"/>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0682FECB-4FA3-9EFF-FF9B-6AD2192A7166}"/>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370109D9-59EC-F827-3B2F-2627BEAB6771}"/>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449C94E9-06A8-68D1-6B72-C7531D35751D}"/>
              </a:ext>
            </a:extLst>
          </p:cNvPr>
          <p:cNvGraphicFramePr>
            <a:graphicFrameLocks noGrp="1"/>
          </p:cNvGraphicFramePr>
          <p:nvPr>
            <p:extLst>
              <p:ext uri="{D42A27DB-BD31-4B8C-83A1-F6EECF244321}">
                <p14:modId xmlns:p14="http://schemas.microsoft.com/office/powerpoint/2010/main" val="1703465137"/>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597468721"/>
                    </a:ext>
                  </a:extLst>
                </a:gridCol>
                <a:gridCol w="2336800">
                  <a:extLst>
                    <a:ext uri="{9D8B030D-6E8A-4147-A177-3AD203B41FA5}">
                      <a16:colId xmlns:a16="http://schemas.microsoft.com/office/drawing/2014/main" val="174132906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95660880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3301759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02324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7650855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1395569"/>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21795142"/>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15737787"/>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28952754"/>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54854931"/>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11846400"/>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7AFB30D-36BB-57BB-16AF-9FC7B37422C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A1D127FD-E0EB-1997-69E2-F6C49B48269B}"/>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5043F630-6026-61BD-3E9B-056D660B2A06}"/>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7B43824-2551-5E49-9831-6639BD335627}"/>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3A05F64-2F17-A53E-3C70-26FE07B8EDDA}"/>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1CD27D30-86C1-50A3-CDEE-EAB6CFE7B05F}"/>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28AEE029-2C85-7994-7023-FC7A1191506B}"/>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CF06B71C-AAC3-A918-BEAB-8B4E3B30EE48}"/>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59EDD59F-DA33-8ABD-CB56-1A76CEA82338}"/>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9712A5B-37BD-946D-57E7-B60403725497}"/>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A03E0DB1-851B-742F-444C-2BD2D78A10B7}"/>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D6265B47-EB11-EA20-C62F-A609858CFDAB}"/>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670CB45F-1C48-39B7-DC20-EB2BF11406F3}"/>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AC6AE9D2-0C50-CC0B-BA48-24FCB60A4DF5}"/>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D298C396-1C10-65A7-D2C8-9E831DA8C2B3}"/>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F12D64BE-F397-E4D3-D908-FDF607AA3E1C}"/>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C53FC9C0-D65C-05E5-B930-67E738FF995E}"/>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ECBE00D3-D04E-863C-6C40-E66C172660C9}"/>
              </a:ext>
            </a:extLst>
          </p:cNvPr>
          <p:cNvGraphicFramePr>
            <a:graphicFrameLocks noGrp="1"/>
          </p:cNvGraphicFramePr>
          <p:nvPr>
            <p:extLst>
              <p:ext uri="{D42A27DB-BD31-4B8C-83A1-F6EECF244321}">
                <p14:modId xmlns:p14="http://schemas.microsoft.com/office/powerpoint/2010/main" val="3685941981"/>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727653302"/>
                    </a:ext>
                  </a:extLst>
                </a:gridCol>
                <a:gridCol w="2336800">
                  <a:extLst>
                    <a:ext uri="{9D8B030D-6E8A-4147-A177-3AD203B41FA5}">
                      <a16:colId xmlns:a16="http://schemas.microsoft.com/office/drawing/2014/main" val="312189975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57876211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6486573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0920910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5734528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24409121"/>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73993913"/>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54502678"/>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10417270"/>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4801282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D5B2F596-AC6D-EC95-E924-1E5EA65D064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9E23C2B-1BD2-BF5D-8B3E-344B4C48ABC6}"/>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8719C62-252D-CBDC-A2D5-DFB068A25471}"/>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2260716A-774C-8C45-1F1B-237CB092A0E2}"/>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904B678-C35E-83AD-8415-3E058864FD49}"/>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64AD49A-D287-11FB-6AE6-068CE0793E46}"/>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3BA70253-9464-99A3-08A2-38FB76404659}"/>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A5279CF7-9845-1191-C70C-3FE6AB2418F1}"/>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3E2EA7C2-5CBF-5C37-3BA2-0B279728F0B5}"/>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DC4C8932-7F6F-529D-E55B-99FD39358507}"/>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9470CA56-C16A-2EDA-4666-F41123E827BF}"/>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40B4BA38-02F1-727A-DECD-D8367BE309AA}"/>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8CABD223-0E34-EBAA-170E-BCD2017EB6C2}"/>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FE1B1798-E78A-BBA3-FB57-E7036D64205C}"/>
              </a:ext>
            </a:extLst>
          </p:cNvPr>
          <p:cNvGraphicFramePr>
            <a:graphicFrameLocks noGrp="1"/>
          </p:cNvGraphicFramePr>
          <p:nvPr>
            <p:extLst>
              <p:ext uri="{D42A27DB-BD31-4B8C-83A1-F6EECF244321}">
                <p14:modId xmlns:p14="http://schemas.microsoft.com/office/powerpoint/2010/main" val="1940336247"/>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386905509"/>
                    </a:ext>
                  </a:extLst>
                </a:gridCol>
                <a:gridCol w="2336800">
                  <a:extLst>
                    <a:ext uri="{9D8B030D-6E8A-4147-A177-3AD203B41FA5}">
                      <a16:colId xmlns:a16="http://schemas.microsoft.com/office/drawing/2014/main" val="20658984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7300531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3215062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8150015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9657358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2505625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50144556"/>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54737073"/>
                  </a:ext>
                </a:extLst>
              </a:tr>
            </a:tbl>
          </a:graphicData>
        </a:graphic>
      </p:graphicFrame>
    </p:spTree>
    <p:extLst>
      <p:ext uri="{BB962C8B-B14F-4D97-AF65-F5344CB8AC3E}">
        <p14:creationId xmlns:p14="http://schemas.microsoft.com/office/powerpoint/2010/main" val="5890900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comes with guide data, so every test channel shows </a:t>
            </a:r>
            <a:r>
              <a:rPr lang="en-US" altLang="ko-KR" sz="900" err="1">
                <a:latin typeface="Arial" pitchFamily="34" charset="0"/>
                <a:ea typeface="굴림" panose="020B0600000101010101" pitchFamily="50" charset="-127"/>
                <a:cs typeface="Arial" pitchFamily="34" charset="0"/>
              </a:rPr>
              <a:t>programmes</a:t>
            </a:r>
            <a:r>
              <a:rPr lang="en-US" altLang="ko-KR" sz="900">
                <a:latin typeface="Arial" pitchFamily="34" charset="0"/>
                <a:ea typeface="굴림" panose="020B0600000101010101" pitchFamily="50" charset="-127"/>
                <a:cs typeface="Arial" pitchFamily="34" charset="0"/>
              </a:rPr>
              <a: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FB452BB2-21A1-C11B-00B9-4754194EC70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2FEA780-AB05-9F46-7AC7-3D1EA92AC4EF}"/>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1A08FA6-07FF-0825-9FAE-734035D08A89}"/>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099F255D-FC71-619F-0ED0-F8A6D4E2BFC2}"/>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1BBBA51-C02C-DD5D-98D1-590D909DC652}"/>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13B20971-9584-9B3E-A6C5-BA86E87B92E6}"/>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465BCCC2-FD5B-6F68-5D29-A0ACD0E0596A}"/>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11AE8C5E-E76E-6DBC-0D8C-DFDC7A779280}"/>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2EFE2EE4-321B-E16C-9312-36D517032256}"/>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30272397-42AB-367E-80CB-62DF028DC769}"/>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0D7094E7-C80D-16F4-7899-9D1F3C9EE876}"/>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409C8118-1DE1-5579-BD68-1EA4E12733A1}"/>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427CBC03-03E4-6033-5FC3-DA6AF033E5A5}"/>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E5A66195-BF1C-7EDD-F73F-07C91E20FE11}"/>
              </a:ext>
            </a:extLst>
          </p:cNvPr>
          <p:cNvGraphicFramePr>
            <a:graphicFrameLocks noGrp="1"/>
          </p:cNvGraphicFramePr>
          <p:nvPr>
            <p:extLst>
              <p:ext uri="{D42A27DB-BD31-4B8C-83A1-F6EECF244321}">
                <p14:modId xmlns:p14="http://schemas.microsoft.com/office/powerpoint/2010/main" val="937400145"/>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18738481"/>
                    </a:ext>
                  </a:extLst>
                </a:gridCol>
                <a:gridCol w="2336800">
                  <a:extLst>
                    <a:ext uri="{9D8B030D-6E8A-4147-A177-3AD203B41FA5}">
                      <a16:colId xmlns:a16="http://schemas.microsoft.com/office/drawing/2014/main" val="265966993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75937463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1986588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8746130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7099923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10430948"/>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3183311"/>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76562089"/>
                  </a:ext>
                </a:extLst>
              </a:tr>
            </a:tbl>
          </a:graphicData>
        </a:graphic>
      </p:graphicFrame>
    </p:spTree>
    <p:extLst>
      <p:ext uri="{BB962C8B-B14F-4D97-AF65-F5344CB8AC3E}">
        <p14:creationId xmlns:p14="http://schemas.microsoft.com/office/powerpoint/2010/main" val="1276576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94C8B2E-8657-E0B4-B321-7B15EE44783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4154E18-13C7-C34F-E2D6-81B7CB900637}"/>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A8CC20B-A46E-81EC-3F65-EACF2A681410}"/>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CCD485C-C717-9282-6F1C-D4F97985D320}"/>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05BB9850-F34F-A2E9-A8B7-7ADA625707F9}"/>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36C03C73-6D94-822A-7002-70C3A198D54D}"/>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21B43149-4074-1F07-CEB1-46B57C0205D3}"/>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BC013F66-FE65-4A09-0F78-9CE4DEE63253}"/>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57280E42-943D-9909-A8B6-C35321312DBE}"/>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96EF9A45-B684-574C-6D99-4DBDE1D84EF4}"/>
              </a:ext>
            </a:extLst>
          </p:cNvPr>
          <p:cNvGraphicFramePr>
            <a:graphicFrameLocks noGrp="1"/>
          </p:cNvGraphicFramePr>
          <p:nvPr>
            <p:extLst>
              <p:ext uri="{D42A27DB-BD31-4B8C-83A1-F6EECF244321}">
                <p14:modId xmlns:p14="http://schemas.microsoft.com/office/powerpoint/2010/main" val="876229786"/>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019451613"/>
                    </a:ext>
                  </a:extLst>
                </a:gridCol>
                <a:gridCol w="2336800">
                  <a:extLst>
                    <a:ext uri="{9D8B030D-6E8A-4147-A177-3AD203B41FA5}">
                      <a16:colId xmlns:a16="http://schemas.microsoft.com/office/drawing/2014/main" val="178250360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78661196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6544112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2836766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81242443"/>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61817326"/>
                  </a:ext>
                </a:extLst>
              </a:tr>
            </a:tbl>
          </a:graphicData>
        </a:graphic>
      </p:graphicFrame>
    </p:spTree>
    <p:extLst>
      <p:ext uri="{BB962C8B-B14F-4D97-AF65-F5344CB8AC3E}">
        <p14:creationId xmlns:p14="http://schemas.microsoft.com/office/powerpoint/2010/main" val="3056016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reorder the channel and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63D8FD0E-337D-D056-2EE7-85DE9007B79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A1FC0E49-B1E3-4AAD-AC11-3496FB0DFA0A}"/>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6486CD72-A458-92BD-0E77-7952CAD2C634}"/>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596781A5-73CE-41B6-4884-7B16028C3046}"/>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61F3F825-8CA9-3299-754A-9B0A27671995}"/>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F1DC114C-8379-0F45-735C-B8985668869E}"/>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6489D77-07CD-7C0F-49E4-9DCCB25970B7}"/>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17317F1B-77DB-5843-A416-CECF87F47456}"/>
              </a:ext>
            </a:extLst>
          </p:cNvPr>
          <p:cNvGraphicFramePr>
            <a:graphicFrameLocks noGrp="1"/>
          </p:cNvGraphicFramePr>
          <p:nvPr>
            <p:extLst>
              <p:ext uri="{D42A27DB-BD31-4B8C-83A1-F6EECF244321}">
                <p14:modId xmlns:p14="http://schemas.microsoft.com/office/powerpoint/2010/main" val="3887432023"/>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105455871"/>
                    </a:ext>
                  </a:extLst>
                </a:gridCol>
                <a:gridCol w="2336800">
                  <a:extLst>
                    <a:ext uri="{9D8B030D-6E8A-4147-A177-3AD203B41FA5}">
                      <a16:colId xmlns:a16="http://schemas.microsoft.com/office/drawing/2014/main" val="245729407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2784293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2722160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0870453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89327372"/>
                  </a:ext>
                </a:extLst>
              </a:tr>
            </a:tbl>
          </a:graphicData>
        </a:graphic>
      </p:graphicFrame>
    </p:spTree>
    <p:extLst>
      <p:ext uri="{BB962C8B-B14F-4D97-AF65-F5344CB8AC3E}">
        <p14:creationId xmlns:p14="http://schemas.microsoft.com/office/powerpoint/2010/main" val="34095826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5A9FF14-0BD9-8F04-9ED0-B1F4E658BAC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714AAD0F-B39F-C588-3C23-8DB9077E5A05}"/>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1FD4B91-7560-D86A-48FC-E40A2F402F68}"/>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839F9BD-2F11-0E74-0B69-5F835F2B1747}"/>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504BA675-D8EB-FA3B-CB9E-4202F4F42734}"/>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5707EBCF-4A04-85F4-ACD5-8968E21E7C90}"/>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AD9C5699-EF63-2122-5233-3044365D1F6B}"/>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C8724880-28A7-CC48-3877-0D4B96B861EB}"/>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306C533F-28F0-021F-755E-836EB6B7E85E}"/>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C8C8FB2-B637-0E4A-33EB-79002133278F}"/>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8F17A2DE-56F5-52CB-FECA-9CC24E7A5462}"/>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0A46F504-091A-6EAF-30DD-9B13C9CE07FC}"/>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89C519BC-DF9D-C460-FA42-31AA25D47DB6}"/>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4B067B00-FAB6-452F-E7FA-68D0B0645E7B}"/>
              </a:ext>
            </a:extLst>
          </p:cNvPr>
          <p:cNvGraphicFramePr>
            <a:graphicFrameLocks noGrp="1"/>
          </p:cNvGraphicFramePr>
          <p:nvPr>
            <p:extLst>
              <p:ext uri="{D42A27DB-BD31-4B8C-83A1-F6EECF244321}">
                <p14:modId xmlns:p14="http://schemas.microsoft.com/office/powerpoint/2010/main" val="980879086"/>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822544603"/>
                    </a:ext>
                  </a:extLst>
                </a:gridCol>
                <a:gridCol w="2336800">
                  <a:extLst>
                    <a:ext uri="{9D8B030D-6E8A-4147-A177-3AD203B41FA5}">
                      <a16:colId xmlns:a16="http://schemas.microsoft.com/office/drawing/2014/main" val="52181582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31425847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4625820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6673649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5918804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50186329"/>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80177920"/>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20526928"/>
                  </a:ext>
                </a:extLst>
              </a:tr>
            </a:tbl>
          </a:graphicData>
        </a:graphic>
      </p:graphicFrame>
    </p:spTree>
    <p:extLst>
      <p:ext uri="{BB962C8B-B14F-4D97-AF65-F5344CB8AC3E}">
        <p14:creationId xmlns:p14="http://schemas.microsoft.com/office/powerpoint/2010/main" val="37197822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FF151EEA-BFDC-4F9B-AFBB-015C11F5D32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B45737E-494E-E215-0153-F72A0F26044F}"/>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A509B837-513D-EF55-DA0B-F2D680739890}"/>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9AF11D10-E720-CBF8-05C9-69CF3012FFF6}"/>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E6997099-D298-AC4A-0D5F-7FC7F66EFD63}"/>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151343E-7923-ABAB-E60D-84016B4AD541}"/>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C8591B7B-153B-312C-85B9-0F92EEFED825}"/>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F144B01-4203-675B-623B-E760162F10CD}"/>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06B5C43C-00CD-9095-5A34-490C8D80B311}"/>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11B529DE-D49B-A5A7-06B3-12CE9F575A54}"/>
              </a:ext>
            </a:extLst>
          </p:cNvPr>
          <p:cNvGraphicFramePr>
            <a:graphicFrameLocks noGrp="1"/>
          </p:cNvGraphicFramePr>
          <p:nvPr>
            <p:extLst>
              <p:ext uri="{D42A27DB-BD31-4B8C-83A1-F6EECF244321}">
                <p14:modId xmlns:p14="http://schemas.microsoft.com/office/powerpoint/2010/main" val="1203282075"/>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919892653"/>
                    </a:ext>
                  </a:extLst>
                </a:gridCol>
                <a:gridCol w="2336800">
                  <a:extLst>
                    <a:ext uri="{9D8B030D-6E8A-4147-A177-3AD203B41FA5}">
                      <a16:colId xmlns:a16="http://schemas.microsoft.com/office/drawing/2014/main" val="41677200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723462117"/>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0172010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6430338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7014904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88921677"/>
                  </a:ext>
                </a:extLst>
              </a:tr>
            </a:tbl>
          </a:graphicData>
        </a:graphic>
      </p:graphicFrame>
    </p:spTree>
    <p:extLst>
      <p:ext uri="{BB962C8B-B14F-4D97-AF65-F5344CB8AC3E}">
        <p14:creationId xmlns:p14="http://schemas.microsoft.com/office/powerpoint/2010/main" val="1457469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AE5AC5E-D02E-DA64-F30E-71BCC8FD9FB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DF14603-F279-57F0-C707-9B86948D8672}"/>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C432D71-2BF6-BF49-02FC-191227B646AA}"/>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E5DB974-E81E-3F75-8AB9-DDB1CC09DEDB}"/>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B3B62C0-84AF-9D2E-372E-F61CE32B9897}"/>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133F16A-ECB7-0D42-46CD-A91643CBDB2A}"/>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EC7E9C5-A277-721D-6A05-D2E4CE955D64}"/>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F7A0F1E2-8DF2-A986-16C7-A9C3BF11B1E9}"/>
              </a:ext>
            </a:extLst>
          </p:cNvPr>
          <p:cNvGraphicFramePr>
            <a:graphicFrameLocks noGrp="1"/>
          </p:cNvGraphicFramePr>
          <p:nvPr>
            <p:extLst>
              <p:ext uri="{D42A27DB-BD31-4B8C-83A1-F6EECF244321}">
                <p14:modId xmlns:p14="http://schemas.microsoft.com/office/powerpoint/2010/main" val="2170928926"/>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30600375"/>
                    </a:ext>
                  </a:extLst>
                </a:gridCol>
                <a:gridCol w="2336800">
                  <a:extLst>
                    <a:ext uri="{9D8B030D-6E8A-4147-A177-3AD203B41FA5}">
                      <a16:colId xmlns:a16="http://schemas.microsoft.com/office/drawing/2014/main" val="402837561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11954559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7264155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3247208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55764379"/>
                  </a:ext>
                </a:extLst>
              </a:tr>
            </a:tbl>
          </a:graphicData>
        </a:graphic>
      </p:graphicFrame>
    </p:spTree>
    <p:extLst>
      <p:ext uri="{BB962C8B-B14F-4D97-AF65-F5344CB8AC3E}">
        <p14:creationId xmlns:p14="http://schemas.microsoft.com/office/powerpoint/2010/main" val="12259060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09DAB5F-C8B9-959E-77BB-AAADD397E19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F2B6F651-94D7-4DC9-B52C-DDF73A698E28}"/>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7A09186-0FC1-B7A4-DC95-E231DAAFAC4E}"/>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A3F03CD2-B6C7-98CE-3C02-7551F68F9AB9}"/>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03680EA-C359-755C-7126-4BD4BEC37A26}"/>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73AF0954-3F20-3B14-6759-9897FF3354E8}"/>
              </a:ext>
            </a:extLst>
          </p:cNvPr>
          <p:cNvGraphicFramePr>
            <a:graphicFrameLocks noGrp="1"/>
          </p:cNvGraphicFramePr>
          <p:nvPr>
            <p:extLst>
              <p:ext uri="{D42A27DB-BD31-4B8C-83A1-F6EECF244321}">
                <p14:modId xmlns:p14="http://schemas.microsoft.com/office/powerpoint/2010/main" val="2979722813"/>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191549053"/>
                    </a:ext>
                  </a:extLst>
                </a:gridCol>
                <a:gridCol w="2336800">
                  <a:extLst>
                    <a:ext uri="{9D8B030D-6E8A-4147-A177-3AD203B41FA5}">
                      <a16:colId xmlns:a16="http://schemas.microsoft.com/office/drawing/2014/main" val="59005129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60359953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8662856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33510892"/>
                  </a:ext>
                </a:extLst>
              </a:tr>
            </a:tbl>
          </a:graphicData>
        </a:graphic>
      </p:graphicFrame>
    </p:spTree>
    <p:extLst>
      <p:ext uri="{BB962C8B-B14F-4D97-AF65-F5344CB8AC3E}">
        <p14:creationId xmlns:p14="http://schemas.microsoft.com/office/powerpoint/2010/main" val="18443780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7A25104-4CCB-1DAD-E1CA-D5B29081770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576E5A5-ABBE-A128-534D-23D1687A9D74}"/>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4899E285-4E8E-6BF7-0C39-3FBB64C58EAC}"/>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EDE6E01-1043-B420-7008-62538CEFB279}"/>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8C19FB57-B7E4-9DC2-A7BD-154C70DB6215}"/>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801F85E3-6BFE-5EED-FDD5-B9D1C56EC1D4}"/>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A15FE45-8F6C-1517-E987-749EFB4881A1}"/>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566E7234-719B-BABA-0428-DBCF58FD7087}"/>
              </a:ext>
            </a:extLst>
          </p:cNvPr>
          <p:cNvGraphicFramePr>
            <a:graphicFrameLocks noGrp="1"/>
          </p:cNvGraphicFramePr>
          <p:nvPr>
            <p:extLst>
              <p:ext uri="{D42A27DB-BD31-4B8C-83A1-F6EECF244321}">
                <p14:modId xmlns:p14="http://schemas.microsoft.com/office/powerpoint/2010/main" val="265016176"/>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930790600"/>
                    </a:ext>
                  </a:extLst>
                </a:gridCol>
                <a:gridCol w="2336800">
                  <a:extLst>
                    <a:ext uri="{9D8B030D-6E8A-4147-A177-3AD203B41FA5}">
                      <a16:colId xmlns:a16="http://schemas.microsoft.com/office/drawing/2014/main" val="31269714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64986898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393527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0240019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89858321"/>
                  </a:ext>
                </a:extLst>
              </a:tr>
            </a:tbl>
          </a:graphicData>
        </a:graphic>
      </p:graphicFrame>
    </p:spTree>
    <p:extLst>
      <p:ext uri="{BB962C8B-B14F-4D97-AF65-F5344CB8AC3E}">
        <p14:creationId xmlns:p14="http://schemas.microsoft.com/office/powerpoint/2010/main" val="549434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4EAE8F9-621B-6B11-718F-6B8483D3841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8032657F-0209-3C84-8416-18DFC36CFB7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1396051D-4EAE-40A4-5128-CF21CCF982C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4C7FE1AC-2CAC-FC7F-0023-74354AD67AC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3E892CF-1C74-FA04-7861-2A2245B69206}"/>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4F7ACB6-A2E0-69AE-26E7-C67D02305397}"/>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F70B8E86-FC93-1F0D-A34F-F6F2C7F63039}"/>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2491354-D6CA-B4E9-EEB2-86FC6E1DA5F8}"/>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CB8D38E-ACA3-0F54-946B-2227070356A0}"/>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8C255164-467E-1A5A-1CA2-B6C47FA2CF91}"/>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6DF8D6E-16F5-8B21-2BEE-C8ED8A496E6D}"/>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D011CA03-C824-D647-3994-23464268D0C9}"/>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76E62AF1-BF25-D754-CD7F-528442D97286}"/>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6C53F54A-456F-1B88-F76E-119A18C933F8}"/>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A57A5E49-D682-717D-6609-F58A6B9950E6}"/>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F483E427-AFB6-BD5F-6F3D-93D84AC40E39}"/>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CF989E76-2E87-5314-2910-5258EE5700C8}"/>
              </a:ext>
            </a:extLst>
          </p:cNvPr>
          <p:cNvGraphicFramePr>
            <a:graphicFrameLocks noGrp="1"/>
          </p:cNvGraphicFramePr>
          <p:nvPr>
            <p:extLst>
              <p:ext uri="{D42A27DB-BD31-4B8C-83A1-F6EECF244321}">
                <p14:modId xmlns:p14="http://schemas.microsoft.com/office/powerpoint/2010/main" val="4231609953"/>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350985954"/>
                    </a:ext>
                  </a:extLst>
                </a:gridCol>
                <a:gridCol w="2336800">
                  <a:extLst>
                    <a:ext uri="{9D8B030D-6E8A-4147-A177-3AD203B41FA5}">
                      <a16:colId xmlns:a16="http://schemas.microsoft.com/office/drawing/2014/main" val="205991142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05548944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8522736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8014698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9396887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7359486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1815940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75106492"/>
                  </a:ext>
                </a:extLst>
              </a:tr>
            </a:tbl>
          </a:graphicData>
        </a:graphic>
      </p:graphicFrame>
    </p:spTree>
    <p:extLst>
      <p:ext uri="{BB962C8B-B14F-4D97-AF65-F5344CB8AC3E}">
        <p14:creationId xmlns:p14="http://schemas.microsoft.com/office/powerpoint/2010/main" val="694102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255A5A5-6E5F-9C53-4158-714509C3901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B96EB7E4-9541-814F-2AD6-FDEF46A06FE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B1628271-0EA5-F70F-1EEE-F1B9C9A8C604}"/>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DC98C1BC-4691-2251-0D89-C917CECB89DE}"/>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68C30F0-C146-EB4C-9346-9A9178AAB64D}"/>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3DDA0E68-6E0F-C436-7940-11E5BD11B186}"/>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AFCCC3BA-3972-F0EE-D3A9-141E433FABFA}"/>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7B6D187D-928E-B898-3BE2-621B0CB489DB}"/>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F273E7A4-96CB-61A1-963E-4DF50256B151}"/>
              </a:ext>
            </a:extLst>
          </p:cNvPr>
          <p:cNvSpPr txBox="1">
            <a:spLocks noChangeArrowheads="1"/>
          </p:cNvSpPr>
          <p:nvPr/>
        </p:nvSpPr>
        <p:spPr bwMode="auto">
          <a:xfrm>
            <a:off x="381000" y="1000125"/>
            <a:ext cx="9109075" cy="2308324"/>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4 to test playback and the TV guide; it uses public test streams (Blender Foundation open movies, Apple and Google test streams) and comes with guide data.</a:t>
            </a:r>
          </a:p>
          <a:p>
            <a:pPr latinLnBrk="0" marL="0" indent="0">
              <a:defRPr/>
            </a:pPr>
            <a:r>
              <a:rPr lang="en-US" altLang="ko-KR" sz="1200" dirty="0">
                <a:latin typeface="Arial" pitchFamily="34" charset="0"/>
                <a:ea typeface="맑은 고딕" pitchFamily="50" charset="-127"/>
              </a:rPr>
              <a:t>2.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sources need an account from an IPTV provider, which we can't supply; the M3U path covers the same screens.</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nomoredazzling@gmail.com</a:t>
            </a:r>
          </a:p>
        </p:txBody>
      </p:sp>
      <p:sp>
        <p:nvSpPr>
          <p:cNvPr id="5" name="텍스트 개체 틀 4">
            <a:extLst>
              <a:ext uri="{FF2B5EF4-FFF2-40B4-BE49-F238E27FC236}">
                <a16:creationId xmlns:a16="http://schemas.microsoft.com/office/drawing/2014/main" id="{47AD1548-C4E0-42E6-375E-DA960CD7AFF3}"/>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2528</Words>
  <Application>Microsoft Office PowerPoint</Application>
  <PresentationFormat>A4 Paper (210x297 mm)</PresentationFormat>
  <Paragraphs>456</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2026-10-10T09:48:22Z</dcterms:modified>
</cp:coreProperties>
</file>