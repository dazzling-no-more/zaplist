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3.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4.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5.xml" ContentType="application/vnd.openxmlformats-officedocument.theme+xml"/>
  <Override PartName="/ppt/slideLayouts/slideLayout43.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0" r:id="rId1"/>
    <p:sldMasterId id="2147484825" r:id="rId2"/>
    <p:sldMasterId id="2147484839" r:id="rId3"/>
    <p:sldMasterId id="2147484851" r:id="rId4"/>
    <p:sldMasterId id="2147483701" r:id="rId5"/>
    <p:sldMasterId id="2147483689" r:id="rId6"/>
  </p:sldMasterIdLst>
  <p:notesMasterIdLst>
    <p:notesMasterId r:id="rId29"/>
  </p:notesMasterIdLst>
  <p:handoutMasterIdLst>
    <p:handoutMasterId r:id="rId30"/>
  </p:handoutMasterIdLst>
  <p:sldIdLst>
    <p:sldId id="299" r:id="rId7"/>
    <p:sldId id="319" r:id="rId8"/>
    <p:sldId id="301" r:id="rId9"/>
    <p:sldId id="320" r:id="rId10"/>
    <p:sldId id="318" r:id="rId11"/>
    <p:sldId id="317" r:id="rId12"/>
    <p:sldId id="304" r:id="rId13"/>
    <p:sldId id="323" r:id="rId14"/>
    <p:sldId id="309" r:id="rId15"/>
    <p:sldId id="333" r:id="rId16"/>
    <p:sldId id="332" r:id="rId17"/>
    <p:sldId id="331" r:id="rId18"/>
    <p:sldId id="330" r:id="rId19"/>
    <p:sldId id="329" r:id="rId20"/>
    <p:sldId id="328" r:id="rId21"/>
    <p:sldId id="327" r:id="rId22"/>
    <p:sldId id="326" r:id="rId23"/>
    <p:sldId id="325" r:id="rId24"/>
    <p:sldId id="324" r:id="rId25"/>
    <p:sldId id="321" r:id="rId26"/>
    <p:sldId id="311" r:id="rId27"/>
    <p:sldId id="308" r:id="rId28"/>
  </p:sldIdLst>
  <p:sldSz cx="9906000" cy="6858000" type="A4"/>
  <p:notesSz cx="6858000" cy="9144000"/>
  <p:defaultTextStyle>
    <a:defPPr>
      <a:defRPr lang="ko-KR"/>
    </a:defPPr>
    <a:lvl1pPr algn="l" rtl="0" eaLnBrk="0" fontAlgn="base" hangingPunct="0">
      <a:spcBef>
        <a:spcPct val="0"/>
      </a:spcBef>
      <a:spcAft>
        <a:spcPct val="0"/>
      </a:spcAft>
      <a:defRPr kern="1200">
        <a:solidFill>
          <a:schemeClr val="tx1"/>
        </a:solidFill>
        <a:latin typeface="Wingdings 2" panose="05020102010507070707" pitchFamily="18" charset="2"/>
        <a:ea typeface="굴림" panose="020B0600000101010101" pitchFamily="34" charset="-127"/>
        <a:cs typeface="+mn-cs"/>
      </a:defRPr>
    </a:lvl1pPr>
    <a:lvl2pPr marL="457200" algn="l" rtl="0" eaLnBrk="0" fontAlgn="base" hangingPunct="0">
      <a:spcBef>
        <a:spcPct val="0"/>
      </a:spcBef>
      <a:spcAft>
        <a:spcPct val="0"/>
      </a:spcAft>
      <a:defRPr kern="1200">
        <a:solidFill>
          <a:schemeClr val="tx1"/>
        </a:solidFill>
        <a:latin typeface="Wingdings 2" panose="05020102010507070707" pitchFamily="18" charset="2"/>
        <a:ea typeface="굴림" panose="020B0600000101010101" pitchFamily="34" charset="-127"/>
        <a:cs typeface="+mn-cs"/>
      </a:defRPr>
    </a:lvl2pPr>
    <a:lvl3pPr marL="914400" algn="l" rtl="0" eaLnBrk="0" fontAlgn="base" hangingPunct="0">
      <a:spcBef>
        <a:spcPct val="0"/>
      </a:spcBef>
      <a:spcAft>
        <a:spcPct val="0"/>
      </a:spcAft>
      <a:defRPr kern="1200">
        <a:solidFill>
          <a:schemeClr val="tx1"/>
        </a:solidFill>
        <a:latin typeface="Wingdings 2" panose="05020102010507070707" pitchFamily="18" charset="2"/>
        <a:ea typeface="굴림" panose="020B0600000101010101" pitchFamily="34" charset="-127"/>
        <a:cs typeface="+mn-cs"/>
      </a:defRPr>
    </a:lvl3pPr>
    <a:lvl4pPr marL="1371600" algn="l" rtl="0" eaLnBrk="0" fontAlgn="base" hangingPunct="0">
      <a:spcBef>
        <a:spcPct val="0"/>
      </a:spcBef>
      <a:spcAft>
        <a:spcPct val="0"/>
      </a:spcAft>
      <a:defRPr kern="1200">
        <a:solidFill>
          <a:schemeClr val="tx1"/>
        </a:solidFill>
        <a:latin typeface="Wingdings 2" panose="05020102010507070707" pitchFamily="18" charset="2"/>
        <a:ea typeface="굴림" panose="020B0600000101010101" pitchFamily="34" charset="-127"/>
        <a:cs typeface="+mn-cs"/>
      </a:defRPr>
    </a:lvl4pPr>
    <a:lvl5pPr marL="1828800" algn="l" rtl="0" eaLnBrk="0" fontAlgn="base" hangingPunct="0">
      <a:spcBef>
        <a:spcPct val="0"/>
      </a:spcBef>
      <a:spcAft>
        <a:spcPct val="0"/>
      </a:spcAft>
      <a:defRPr kern="1200">
        <a:solidFill>
          <a:schemeClr val="tx1"/>
        </a:solidFill>
        <a:latin typeface="Wingdings 2" panose="05020102010507070707" pitchFamily="18" charset="2"/>
        <a:ea typeface="굴림" panose="020B0600000101010101" pitchFamily="34" charset="-127"/>
        <a:cs typeface="+mn-cs"/>
      </a:defRPr>
    </a:lvl5pPr>
    <a:lvl6pPr marL="2286000" algn="l" defTabSz="914400" rtl="0" eaLnBrk="1" latinLnBrk="0" hangingPunct="1">
      <a:defRPr kern="1200">
        <a:solidFill>
          <a:schemeClr val="tx1"/>
        </a:solidFill>
        <a:latin typeface="Wingdings 2" panose="05020102010507070707" pitchFamily="18" charset="2"/>
        <a:ea typeface="굴림" panose="020B0600000101010101" pitchFamily="34" charset="-127"/>
        <a:cs typeface="+mn-cs"/>
      </a:defRPr>
    </a:lvl6pPr>
    <a:lvl7pPr marL="2743200" algn="l" defTabSz="914400" rtl="0" eaLnBrk="1" latinLnBrk="0" hangingPunct="1">
      <a:defRPr kern="1200">
        <a:solidFill>
          <a:schemeClr val="tx1"/>
        </a:solidFill>
        <a:latin typeface="Wingdings 2" panose="05020102010507070707" pitchFamily="18" charset="2"/>
        <a:ea typeface="굴림" panose="020B0600000101010101" pitchFamily="34" charset="-127"/>
        <a:cs typeface="+mn-cs"/>
      </a:defRPr>
    </a:lvl7pPr>
    <a:lvl8pPr marL="3200400" algn="l" defTabSz="914400" rtl="0" eaLnBrk="1" latinLnBrk="0" hangingPunct="1">
      <a:defRPr kern="1200">
        <a:solidFill>
          <a:schemeClr val="tx1"/>
        </a:solidFill>
        <a:latin typeface="Wingdings 2" panose="05020102010507070707" pitchFamily="18" charset="2"/>
        <a:ea typeface="굴림" panose="020B0600000101010101" pitchFamily="34" charset="-127"/>
        <a:cs typeface="+mn-cs"/>
      </a:defRPr>
    </a:lvl8pPr>
    <a:lvl9pPr marL="3657600" algn="l" defTabSz="914400" rtl="0" eaLnBrk="1" latinLnBrk="0" hangingPunct="1">
      <a:defRPr kern="1200">
        <a:solidFill>
          <a:schemeClr val="tx1"/>
        </a:solidFill>
        <a:latin typeface="Wingdings 2" panose="05020102010507070707" pitchFamily="18" charset="2"/>
        <a:ea typeface="굴림" panose="020B0600000101010101" pitchFamily="34" charset="-127"/>
        <a:cs typeface="+mn-cs"/>
      </a:defRPr>
    </a:lvl9pPr>
  </p:defaultTextStyle>
  <p:extLst>
    <p:ext uri="{EFAFB233-063F-42B5-8137-9DF3F51BA10A}">
      <p15:sldGuideLst xmlns:p15="http://schemas.microsoft.com/office/powerpoint/2012/main">
        <p15:guide id="1" orient="horz" pos="3784">
          <p15:clr>
            <a:srgbClr val="A4A3A4"/>
          </p15:clr>
        </p15:guide>
        <p15:guide id="2" orient="horz" pos="482">
          <p15:clr>
            <a:srgbClr val="A4A3A4"/>
          </p15:clr>
        </p15:guide>
        <p15:guide id="3" orient="horz" pos="845">
          <p15:clr>
            <a:srgbClr val="A4A3A4"/>
          </p15:clr>
        </p15:guide>
        <p15:guide id="4" orient="horz" pos="3430">
          <p15:clr>
            <a:srgbClr val="A4A3A4"/>
          </p15:clr>
        </p15:guide>
        <p15:guide id="5" orient="horz" pos="3833">
          <p15:clr>
            <a:srgbClr val="A4A3A4"/>
          </p15:clr>
        </p15:guide>
        <p15:guide id="6" pos="221">
          <p15:clr>
            <a:srgbClr val="A4A3A4"/>
          </p15:clr>
        </p15:guide>
        <p15:guide id="7" pos="312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FFFF66"/>
    <a:srgbClr val="E9F5A3"/>
    <a:srgbClr val="F6FBAF"/>
    <a:srgbClr val="DDDDDD"/>
    <a:srgbClr val="969696"/>
    <a:srgbClr val="FF0000"/>
    <a:srgbClr val="BBE0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스타일 없음, 눈금 없음">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31" autoAdjust="0"/>
    <p:restoredTop sz="99708" autoAdjust="0"/>
  </p:normalViewPr>
  <p:slideViewPr>
    <p:cSldViewPr>
      <p:cViewPr varScale="1">
        <p:scale>
          <a:sx n="111" d="100"/>
          <a:sy n="111" d="100"/>
        </p:scale>
        <p:origin x="1260" y="96"/>
      </p:cViewPr>
      <p:guideLst>
        <p:guide orient="horz" pos="3784"/>
        <p:guide orient="horz" pos="482"/>
        <p:guide orient="horz" pos="845"/>
        <p:guide orient="horz" pos="3430"/>
        <p:guide orient="horz" pos="3833"/>
        <p:guide pos="221"/>
        <p:guide pos="3120"/>
      </p:guideLst>
    </p:cSldViewPr>
  </p:slideViewPr>
  <p:notesTextViewPr>
    <p:cViewPr>
      <p:scale>
        <a:sx n="100" d="100"/>
        <a:sy n="100" d="100"/>
      </p:scale>
      <p:origin x="0" y="0"/>
    </p:cViewPr>
  </p:notesTextViewPr>
  <p:sorterViewPr>
    <p:cViewPr>
      <p:scale>
        <a:sx n="200" d="100"/>
        <a:sy n="200" d="100"/>
      </p:scale>
      <p:origin x="0" y="0"/>
    </p:cViewPr>
  </p:sorterViewPr>
  <p:notesViewPr>
    <p:cSldViewPr>
      <p:cViewPr varScale="1">
        <p:scale>
          <a:sx n="86" d="100"/>
          <a:sy n="86" d="100"/>
        </p:scale>
        <p:origin x="386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handoutMaster" Target="handoutMasters/handoutMaster1.xml"/><Relationship Id="rId8"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4D699AA2-2A00-B03D-5CB6-2F875C1BCD8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굴림" pitchFamily="50" charset="-127"/>
                <a:cs typeface="Arial" charset="0"/>
              </a:defRPr>
            </a:lvl1pPr>
          </a:lstStyle>
          <a:p>
            <a:pPr>
              <a:defRPr/>
            </a:pPr>
            <a:endParaRPr lang="ko-KR" altLang="en-US"/>
          </a:p>
        </p:txBody>
      </p:sp>
      <p:sp>
        <p:nvSpPr>
          <p:cNvPr id="3" name="날짜 개체 틀 2">
            <a:extLst>
              <a:ext uri="{FF2B5EF4-FFF2-40B4-BE49-F238E27FC236}">
                <a16:creationId xmlns:a16="http://schemas.microsoft.com/office/drawing/2014/main" id="{49A75F1A-528E-6ADC-B41C-BB3C0C6519B9}"/>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ea typeface="굴림" pitchFamily="50" charset="-127"/>
                <a:cs typeface="Arial" charset="0"/>
              </a:defRPr>
            </a:lvl1pPr>
          </a:lstStyle>
          <a:p>
            <a:pPr>
              <a:defRPr/>
            </a:pPr>
            <a:fld id="{CD37390B-59E5-4019-92CB-5C36DF678029}" type="datetimeFigureOut">
              <a:rPr lang="ko-KR" altLang="en-US"/>
              <a:pPr>
                <a:defRPr/>
              </a:pPr>
              <a:t>2026-10-10</a:t>
            </a:fld>
            <a:endParaRPr lang="ko-KR" altLang="en-US" dirty="0"/>
          </a:p>
        </p:txBody>
      </p:sp>
      <p:sp>
        <p:nvSpPr>
          <p:cNvPr id="4" name="바닥글 개체 틀 3">
            <a:extLst>
              <a:ext uri="{FF2B5EF4-FFF2-40B4-BE49-F238E27FC236}">
                <a16:creationId xmlns:a16="http://schemas.microsoft.com/office/drawing/2014/main" id="{A0754546-D3D9-D1A6-E794-81D56F3971F7}"/>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ea typeface="굴림" pitchFamily="50" charset="-127"/>
                <a:cs typeface="Arial" charset="0"/>
              </a:defRPr>
            </a:lvl1pPr>
          </a:lstStyle>
          <a:p>
            <a:pPr>
              <a:defRPr/>
            </a:pPr>
            <a:endParaRPr lang="ko-KR" altLang="en-US"/>
          </a:p>
        </p:txBody>
      </p:sp>
      <p:sp>
        <p:nvSpPr>
          <p:cNvPr id="5" name="슬라이드 번호 개체 틀 4">
            <a:extLst>
              <a:ext uri="{FF2B5EF4-FFF2-40B4-BE49-F238E27FC236}">
                <a16:creationId xmlns:a16="http://schemas.microsoft.com/office/drawing/2014/main" id="{81048D9D-6D98-1902-BC66-36565F91C5B0}"/>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ea typeface="굴림" panose="020B0600000101010101" pitchFamily="50" charset="-127"/>
              </a:defRPr>
            </a:lvl1pPr>
          </a:lstStyle>
          <a:p>
            <a:pPr>
              <a:defRPr/>
            </a:pPr>
            <a:fld id="{25AB3E07-4FC6-4669-AA05-56682C9FB6F0}" type="slidenum">
              <a:rPr lang="ko-KR" altLang="en-US"/>
              <a:pPr>
                <a:defRPr/>
              </a:pPr>
              <a:t>‹#›</a:t>
            </a:fld>
            <a:endParaRPr lang="ko-KR"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875BA924-66B0-C4BD-3442-BD091224F102}"/>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latinLnBrk="1" hangingPunct="1">
              <a:defRPr kumimoji="1" sz="1200">
                <a:latin typeface="굴림" pitchFamily="50" charset="-127"/>
                <a:ea typeface="굴림" pitchFamily="50" charset="-127"/>
                <a:cs typeface="Arial" charset="0"/>
              </a:defRPr>
            </a:lvl1pPr>
          </a:lstStyle>
          <a:p>
            <a:pPr>
              <a:defRPr/>
            </a:pPr>
            <a:endParaRPr lang="en-US" altLang="ko-KR"/>
          </a:p>
        </p:txBody>
      </p:sp>
      <p:sp>
        <p:nvSpPr>
          <p:cNvPr id="6147" name="Rectangle 3">
            <a:extLst>
              <a:ext uri="{FF2B5EF4-FFF2-40B4-BE49-F238E27FC236}">
                <a16:creationId xmlns:a16="http://schemas.microsoft.com/office/drawing/2014/main" id="{943399E3-6CB5-C6C9-D7BB-A7809907D7ED}"/>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latinLnBrk="1" hangingPunct="1">
              <a:defRPr kumimoji="1" sz="1200">
                <a:latin typeface="굴림" pitchFamily="50" charset="-127"/>
                <a:ea typeface="굴림" pitchFamily="50" charset="-127"/>
                <a:cs typeface="Arial" charset="0"/>
              </a:defRPr>
            </a:lvl1pPr>
          </a:lstStyle>
          <a:p>
            <a:pPr>
              <a:defRPr/>
            </a:pPr>
            <a:endParaRPr lang="en-US" altLang="ko-KR"/>
          </a:p>
        </p:txBody>
      </p:sp>
      <p:sp>
        <p:nvSpPr>
          <p:cNvPr id="12292" name="Rectangle 4">
            <a:extLst>
              <a:ext uri="{FF2B5EF4-FFF2-40B4-BE49-F238E27FC236}">
                <a16:creationId xmlns:a16="http://schemas.microsoft.com/office/drawing/2014/main" id="{A01F2F91-BE1C-2B6F-7F9B-9379AEF74C84}"/>
              </a:ext>
            </a:extLst>
          </p:cNvPr>
          <p:cNvSpPr>
            <a:spLocks noRot="1" noChangeArrowheads="1" noTextEdit="1"/>
          </p:cNvSpPr>
          <p:nvPr>
            <p:ph type="sldImg" idx="2"/>
          </p:nvPr>
        </p:nvSpPr>
        <p:spPr bwMode="auto">
          <a:xfrm>
            <a:off x="952500" y="685800"/>
            <a:ext cx="4953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95F3CD22-0AFC-8DC3-60F7-67BBB812B5A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150" name="Rectangle 6">
            <a:extLst>
              <a:ext uri="{FF2B5EF4-FFF2-40B4-BE49-F238E27FC236}">
                <a16:creationId xmlns:a16="http://schemas.microsoft.com/office/drawing/2014/main" id="{B0FCE80C-A80F-336F-6083-168BA312E222}"/>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latinLnBrk="1" hangingPunct="1">
              <a:defRPr kumimoji="1" sz="1200">
                <a:latin typeface="굴림" pitchFamily="50" charset="-127"/>
                <a:ea typeface="굴림" pitchFamily="50" charset="-127"/>
                <a:cs typeface="Arial" charset="0"/>
              </a:defRPr>
            </a:lvl1pPr>
          </a:lstStyle>
          <a:p>
            <a:pPr>
              <a:defRPr/>
            </a:pPr>
            <a:endParaRPr lang="en-US" altLang="ko-KR"/>
          </a:p>
        </p:txBody>
      </p:sp>
      <p:sp>
        <p:nvSpPr>
          <p:cNvPr id="6151" name="Rectangle 7">
            <a:extLst>
              <a:ext uri="{FF2B5EF4-FFF2-40B4-BE49-F238E27FC236}">
                <a16:creationId xmlns:a16="http://schemas.microsoft.com/office/drawing/2014/main" id="{C8B0100A-DEE6-13FE-9B07-974F59917DEB}"/>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latinLnBrk="1" hangingPunct="1">
              <a:defRPr kumimoji="1" sz="1200">
                <a:latin typeface="굴림" panose="020B0600000101010101" pitchFamily="50" charset="-127"/>
                <a:ea typeface="굴림" panose="020B0600000101010101" pitchFamily="50" charset="-127"/>
              </a:defRPr>
            </a:lvl1pPr>
          </a:lstStyle>
          <a:p>
            <a:pPr>
              <a:defRPr/>
            </a:pPr>
            <a:fld id="{9F930013-553C-441A-AAEA-D3663BCB24ED}" type="slidenum">
              <a:rPr lang="en-US" altLang="ko-KR"/>
              <a:pPr>
                <a:defRPr/>
              </a:pPr>
              <a:t>‹#›</a:t>
            </a:fld>
            <a:endParaRPr lang="en-US" altLang="ko-KR"/>
          </a:p>
        </p:txBody>
      </p:sp>
    </p:spTree>
  </p:cSld>
  <p:clrMap bg1="lt1" tx1="dk1" bg2="lt2" tx2="dk2" accent1="accent1" accent2="accent2" accent3="accent3" accent4="accent4" accent5="accent5" accent6="accent6" hlink="hlink" folHlink="folHlink"/>
  <p:hf hdr="0" ftr="0" dt="0"/>
  <p:notesStyle>
    <a:lvl1pPr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1pPr>
    <a:lvl2pPr marL="4572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2pPr>
    <a:lvl3pPr marL="9144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3pPr>
    <a:lvl4pPr marL="13716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4pPr>
    <a:lvl5pPr marL="1828800" algn="l" rtl="0" eaLnBrk="0" fontAlgn="base" latinLnBrk="1" hangingPunct="0">
      <a:spcBef>
        <a:spcPct val="30000"/>
      </a:spcBef>
      <a:spcAft>
        <a:spcPct val="0"/>
      </a:spcAft>
      <a:defRPr kumimoji="1" sz="1200" kern="1200">
        <a:solidFill>
          <a:schemeClr val="tx1"/>
        </a:solidFill>
        <a:latin typeface="굴림" pitchFamily="50" charset="-127"/>
        <a:ea typeface="굴림" pitchFamily="50"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슬라이드 이미지 개체 틀 1">
            <a:extLst>
              <a:ext uri="{FF2B5EF4-FFF2-40B4-BE49-F238E27FC236}">
                <a16:creationId xmlns:a16="http://schemas.microsoft.com/office/drawing/2014/main" id="{AA075CAC-7C14-C1FC-6045-202D71435A1F}"/>
              </a:ext>
            </a:extLst>
          </p:cNvPr>
          <p:cNvSpPr>
            <a:spLocks noGrp="1" noRot="1" noChangeAspect="1" noChangeArrowheads="1" noTextEdit="1"/>
          </p:cNvSpPr>
          <p:nvPr>
            <p:ph type="sldImg"/>
          </p:nvPr>
        </p:nvSpPr>
        <p:spPr>
          <a:ln/>
        </p:spPr>
      </p:sp>
      <p:sp>
        <p:nvSpPr>
          <p:cNvPr id="15363" name="슬라이드 노트 개체 틀 2">
            <a:extLst>
              <a:ext uri="{FF2B5EF4-FFF2-40B4-BE49-F238E27FC236}">
                <a16:creationId xmlns:a16="http://schemas.microsoft.com/office/drawing/2014/main" id="{B4F21101-F3B2-4511-4C70-77E195932D9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en-US">
              <a:latin typeface="굴림" panose="020B0600000101010101" pitchFamily="34" charset="-127"/>
              <a:ea typeface="굴림" panose="020B0600000101010101" pitchFamily="34" charset="-127"/>
            </a:endParaRPr>
          </a:p>
        </p:txBody>
      </p:sp>
      <p:sp>
        <p:nvSpPr>
          <p:cNvPr id="15364" name="슬라이드 번호 개체 틀 3">
            <a:extLst>
              <a:ext uri="{FF2B5EF4-FFF2-40B4-BE49-F238E27FC236}">
                <a16:creationId xmlns:a16="http://schemas.microsoft.com/office/drawing/2014/main" id="{1DEF448C-46F1-4F75-90C5-5099923EC98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A975C996-88FE-4795-85E3-844F7BC2ACD1}" type="slidenum">
              <a:rPr lang="en-US" altLang="ko-KR" smtClean="0">
                <a:latin typeface="굴림" panose="020B0600000101010101" pitchFamily="34" charset="-127"/>
              </a:rPr>
              <a:pPr/>
              <a:t>1</a:t>
            </a:fld>
            <a:endParaRPr lang="en-US" altLang="ko-KR">
              <a:latin typeface="굴림" panose="020B0600000101010101" pitchFamily="34" charset="-127"/>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슬라이드 이미지 개체 틀 1">
            <a:extLst>
              <a:ext uri="{FF2B5EF4-FFF2-40B4-BE49-F238E27FC236}">
                <a16:creationId xmlns:a16="http://schemas.microsoft.com/office/drawing/2014/main" id="{23279BA8-5E07-11BB-0064-A5B157A219E1}"/>
              </a:ext>
            </a:extLst>
          </p:cNvPr>
          <p:cNvSpPr>
            <a:spLocks noGrp="1" noRot="1" noChangeAspect="1" noChangeArrowheads="1" noTextEdit="1"/>
          </p:cNvSpPr>
          <p:nvPr>
            <p:ph type="sldImg"/>
          </p:nvPr>
        </p:nvSpPr>
        <p:spPr>
          <a:ln/>
        </p:spPr>
      </p:sp>
      <p:sp>
        <p:nvSpPr>
          <p:cNvPr id="17411" name="슬라이드 노트 개체 틀 2">
            <a:extLst>
              <a:ext uri="{FF2B5EF4-FFF2-40B4-BE49-F238E27FC236}">
                <a16:creationId xmlns:a16="http://schemas.microsoft.com/office/drawing/2014/main" id="{0AC3DFE8-4E8E-4048-CE27-C849F04B8FD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17412" name="슬라이드 번호 개체 틀 3">
            <a:extLst>
              <a:ext uri="{FF2B5EF4-FFF2-40B4-BE49-F238E27FC236}">
                <a16:creationId xmlns:a16="http://schemas.microsoft.com/office/drawing/2014/main" id="{235075EE-B426-A562-D2A3-EE6B460F79A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99754ED1-548D-4B78-B040-8A4FB28F7739}" type="slidenum">
              <a:rPr lang="en-US" altLang="ko-KR" smtClean="0">
                <a:latin typeface="굴림" panose="020B0600000101010101" pitchFamily="34" charset="-127"/>
              </a:rPr>
              <a:pPr/>
              <a:t>2</a:t>
            </a:fld>
            <a:endParaRPr lang="en-US" altLang="ko-KR">
              <a:latin typeface="굴림" panose="020B0600000101010101" pitchFamily="34" charset="-127"/>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슬라이드 이미지 개체 틀 1">
            <a:extLst>
              <a:ext uri="{FF2B5EF4-FFF2-40B4-BE49-F238E27FC236}">
                <a16:creationId xmlns:a16="http://schemas.microsoft.com/office/drawing/2014/main" id="{5D96EFC9-95E5-B3E8-481C-5882BA0ED3FD}"/>
              </a:ext>
            </a:extLst>
          </p:cNvPr>
          <p:cNvSpPr>
            <a:spLocks noGrp="1" noRot="1" noChangeAspect="1" noChangeArrowheads="1" noTextEdit="1"/>
          </p:cNvSpPr>
          <p:nvPr>
            <p:ph type="sldImg"/>
          </p:nvPr>
        </p:nvSpPr>
        <p:spPr>
          <a:ln/>
        </p:spPr>
      </p:sp>
      <p:sp>
        <p:nvSpPr>
          <p:cNvPr id="19459" name="슬라이드 노트 개체 틀 2">
            <a:extLst>
              <a:ext uri="{FF2B5EF4-FFF2-40B4-BE49-F238E27FC236}">
                <a16:creationId xmlns:a16="http://schemas.microsoft.com/office/drawing/2014/main" id="{0FEAAF6A-6E05-AB46-7A59-6B067EBE463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19460" name="슬라이드 번호 개체 틀 3">
            <a:extLst>
              <a:ext uri="{FF2B5EF4-FFF2-40B4-BE49-F238E27FC236}">
                <a16:creationId xmlns:a16="http://schemas.microsoft.com/office/drawing/2014/main" id="{8C544001-D174-4B4D-6CF3-75D22BD20DF2}"/>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2800A73E-DC64-41F0-B7A5-A0D45A1B8613}" type="slidenum">
              <a:rPr lang="en-US" altLang="ko-KR" smtClean="0">
                <a:latin typeface="굴림" panose="020B0600000101010101" pitchFamily="34" charset="-127"/>
              </a:rPr>
              <a:pPr/>
              <a:t>3</a:t>
            </a:fld>
            <a:endParaRPr lang="en-US" altLang="ko-KR">
              <a:latin typeface="굴림" panose="020B0600000101010101" pitchFamily="34" charset="-127"/>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49E6FC34-BE94-6DBB-97CD-AF9390CB8EF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1pPr>
            <a:lvl2pPr marL="742950" indent="-285750">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2pPr>
            <a:lvl3pPr marL="1143000" indent="-228600">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3pPr>
            <a:lvl4pPr marL="1600200" indent="-228600">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4pPr>
            <a:lvl5pPr marL="2057400" indent="-228600">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tabLst>
                <a:tab pos="449263" algn="l"/>
                <a:tab pos="898525" algn="l"/>
                <a:tab pos="1347788" algn="l"/>
                <a:tab pos="1797050" algn="l"/>
                <a:tab pos="2246313" algn="l"/>
                <a:tab pos="2695575" algn="l"/>
              </a:tabLst>
              <a:defRPr>
                <a:solidFill>
                  <a:schemeClr val="tx1"/>
                </a:solidFill>
                <a:latin typeface="Wingdings 2" panose="05020102010507070707" pitchFamily="18" charset="2"/>
                <a:ea typeface="굴림" panose="020B0600000101010101" pitchFamily="34" charset="-127"/>
              </a:defRPr>
            </a:lvl9pPr>
          </a:lstStyle>
          <a:p>
            <a:fld id="{F007FE0F-055B-4085-B799-3DFDDB0E079B}" type="slidenum">
              <a:rPr lang="en-US" altLang="ru-RU" smtClean="0">
                <a:solidFill>
                  <a:srgbClr val="000000"/>
                </a:solidFill>
                <a:latin typeface="굴림" panose="020B0600000101010101" pitchFamily="34" charset="-127"/>
              </a:rPr>
              <a:pPr/>
              <a:t>4</a:t>
            </a:fld>
            <a:endParaRPr lang="en-US" altLang="ru-RU">
              <a:solidFill>
                <a:srgbClr val="000000"/>
              </a:solidFill>
              <a:latin typeface="굴림" panose="020B0600000101010101" pitchFamily="34" charset="-127"/>
            </a:endParaRPr>
          </a:p>
        </p:txBody>
      </p:sp>
      <p:sp>
        <p:nvSpPr>
          <p:cNvPr id="21507" name="Rectangle 1">
            <a:extLst>
              <a:ext uri="{FF2B5EF4-FFF2-40B4-BE49-F238E27FC236}">
                <a16:creationId xmlns:a16="http://schemas.microsoft.com/office/drawing/2014/main" id="{3FE1A7E1-044F-DE8F-B8F8-E845CA00DDE3}"/>
              </a:ext>
            </a:extLst>
          </p:cNvPr>
          <p:cNvSpPr>
            <a:spLocks noChangeArrowheads="1" noTextEdit="1"/>
          </p:cNvSpPr>
          <p:nvPr>
            <p:ph type="sldImg"/>
          </p:nvPr>
        </p:nvSpPr>
        <p:spPr>
          <a:solidFill>
            <a:srgbClr val="FFFFFF"/>
          </a:solidFill>
          <a:ln/>
        </p:spPr>
      </p:sp>
      <p:sp>
        <p:nvSpPr>
          <p:cNvPr id="21508" name="Text Box 2">
            <a:extLst>
              <a:ext uri="{FF2B5EF4-FFF2-40B4-BE49-F238E27FC236}">
                <a16:creationId xmlns:a16="http://schemas.microsoft.com/office/drawing/2014/main" id="{6312FEF4-DF50-CA98-1056-B4DFCED5A7E5}"/>
              </a:ext>
            </a:extLst>
          </p:cNvPr>
          <p:cNvSpPr txBox="1">
            <a:spLocks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endParaRPr lang="uk-UA" altLang="ru-RU"/>
          </a:p>
        </p:txBody>
      </p:sp>
      <p:sp>
        <p:nvSpPr>
          <p:cNvPr id="21509" name="Text Box 3">
            <a:extLst>
              <a:ext uri="{FF2B5EF4-FFF2-40B4-BE49-F238E27FC236}">
                <a16:creationId xmlns:a16="http://schemas.microsoft.com/office/drawing/2014/main" id="{456F1A4C-64E2-9FDA-221A-7907B5C58DE3}"/>
              </a:ext>
            </a:extLst>
          </p:cNvPr>
          <p:cNvSpPr txBox="1">
            <a:spLocks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1pPr>
            <a:lvl2pPr marL="742950" indent="-28575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2pPr>
            <a:lvl3pPr marL="11430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3pPr>
            <a:lvl4pPr marL="16002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4pPr>
            <a:lvl5pPr marL="2057400" indent="-2286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a:solidFill>
                  <a:schemeClr val="tx1"/>
                </a:solidFill>
                <a:latin typeface="Wingdings 2" panose="05020102010507070707" pitchFamily="18" charset="2"/>
                <a:ea typeface="굴림" panose="020B0600000101010101" pitchFamily="34" charset="-127"/>
              </a:defRPr>
            </a:lvl9pPr>
          </a:lstStyle>
          <a:p>
            <a:pPr algn="r" eaLnBrk="1" hangingPunct="1"/>
            <a:fld id="{77362754-AA02-4613-BC5B-14501D5E2CBB}" type="slidenum">
              <a:rPr lang="en-US" altLang="ru-RU" sz="1200">
                <a:solidFill>
                  <a:srgbClr val="000000"/>
                </a:solidFill>
                <a:latin typeface="굴림" panose="020B0600000101010101" pitchFamily="34" charset="-127"/>
              </a:rPr>
              <a:pPr algn="r" eaLnBrk="1" hangingPunct="1"/>
              <a:t>4</a:t>
            </a:fld>
            <a:endParaRPr lang="en-US" altLang="ru-RU" sz="1200">
              <a:solidFill>
                <a:srgbClr val="000000"/>
              </a:solidFill>
              <a:latin typeface="굴림" panose="020B0600000101010101" pitchFamily="34" charset="-127"/>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슬라이드 이미지 개체 틀 1">
            <a:extLst>
              <a:ext uri="{FF2B5EF4-FFF2-40B4-BE49-F238E27FC236}">
                <a16:creationId xmlns:a16="http://schemas.microsoft.com/office/drawing/2014/main" id="{12092833-0E66-5BCC-9475-29D3BDAB67BF}"/>
              </a:ext>
            </a:extLst>
          </p:cNvPr>
          <p:cNvSpPr>
            <a:spLocks noGrp="1" noRot="1" noChangeAspect="1" noChangeArrowheads="1" noTextEdit="1"/>
          </p:cNvSpPr>
          <p:nvPr>
            <p:ph type="sldImg"/>
          </p:nvPr>
        </p:nvSpPr>
        <p:spPr>
          <a:ln/>
        </p:spPr>
      </p:sp>
      <p:sp>
        <p:nvSpPr>
          <p:cNvPr id="23555" name="슬라이드 노트 개체 틀 2">
            <a:extLst>
              <a:ext uri="{FF2B5EF4-FFF2-40B4-BE49-F238E27FC236}">
                <a16:creationId xmlns:a16="http://schemas.microsoft.com/office/drawing/2014/main" id="{2269AC30-E675-4627-9CD2-03C84B70F9F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23556" name="슬라이드 번호 개체 틀 3">
            <a:extLst>
              <a:ext uri="{FF2B5EF4-FFF2-40B4-BE49-F238E27FC236}">
                <a16:creationId xmlns:a16="http://schemas.microsoft.com/office/drawing/2014/main" id="{A8AB024B-C922-11D6-A61B-212D76660D3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AE1EEF44-ECB5-445E-9F3F-A06232BBF068}" type="slidenum">
              <a:rPr lang="en-US" altLang="ko-KR" smtClean="0">
                <a:latin typeface="굴림" panose="020B0600000101010101" pitchFamily="34" charset="-127"/>
              </a:rPr>
              <a:pPr/>
              <a:t>5</a:t>
            </a:fld>
            <a:endParaRPr lang="en-US" altLang="ko-KR">
              <a:latin typeface="굴림" panose="020B0600000101010101" pitchFamily="34" charset="-127"/>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슬라이드 이미지 개체 틀 1">
            <a:extLst>
              <a:ext uri="{FF2B5EF4-FFF2-40B4-BE49-F238E27FC236}">
                <a16:creationId xmlns:a16="http://schemas.microsoft.com/office/drawing/2014/main" id="{66A89D34-ECEE-467B-A3F1-684C81F8351C}"/>
              </a:ext>
            </a:extLst>
          </p:cNvPr>
          <p:cNvSpPr>
            <a:spLocks noGrp="1" noRot="1" noChangeAspect="1" noChangeArrowheads="1" noTextEdit="1"/>
          </p:cNvSpPr>
          <p:nvPr>
            <p:ph type="sldImg"/>
          </p:nvPr>
        </p:nvSpPr>
        <p:spPr>
          <a:ln/>
        </p:spPr>
      </p:sp>
      <p:sp>
        <p:nvSpPr>
          <p:cNvPr id="25603" name="슬라이드 노트 개체 틀 2">
            <a:extLst>
              <a:ext uri="{FF2B5EF4-FFF2-40B4-BE49-F238E27FC236}">
                <a16:creationId xmlns:a16="http://schemas.microsoft.com/office/drawing/2014/main" id="{B9A030DD-F3CD-7408-444A-8E0BCFE1CC6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25604" name="슬라이드 번호 개체 틀 3">
            <a:extLst>
              <a:ext uri="{FF2B5EF4-FFF2-40B4-BE49-F238E27FC236}">
                <a16:creationId xmlns:a16="http://schemas.microsoft.com/office/drawing/2014/main" id="{5C3950BF-AD47-672B-E362-9842AA37D14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635E1079-D275-4C3E-AC27-0E4402A75AB7}" type="slidenum">
              <a:rPr lang="en-US" altLang="ko-KR" smtClean="0">
                <a:latin typeface="굴림" panose="020B0600000101010101" pitchFamily="34" charset="-127"/>
              </a:rPr>
              <a:pPr/>
              <a:t>6</a:t>
            </a:fld>
            <a:endParaRPr lang="en-US" altLang="ko-KR">
              <a:latin typeface="굴림" panose="020B0600000101010101" pitchFamily="34" charset="-127"/>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슬라이드 이미지 개체 틀 1">
            <a:extLst>
              <a:ext uri="{FF2B5EF4-FFF2-40B4-BE49-F238E27FC236}">
                <a16:creationId xmlns:a16="http://schemas.microsoft.com/office/drawing/2014/main" id="{0089868E-4AFD-6C93-87FC-42DE5E39E445}"/>
              </a:ext>
            </a:extLst>
          </p:cNvPr>
          <p:cNvSpPr>
            <a:spLocks noGrp="1" noRot="1" noChangeAspect="1" noChangeArrowheads="1" noTextEdit="1"/>
          </p:cNvSpPr>
          <p:nvPr>
            <p:ph type="sldImg"/>
          </p:nvPr>
        </p:nvSpPr>
        <p:spPr>
          <a:ln/>
        </p:spPr>
      </p:sp>
      <p:sp>
        <p:nvSpPr>
          <p:cNvPr id="27651" name="슬라이드 노트 개체 틀 2">
            <a:extLst>
              <a:ext uri="{FF2B5EF4-FFF2-40B4-BE49-F238E27FC236}">
                <a16:creationId xmlns:a16="http://schemas.microsoft.com/office/drawing/2014/main" id="{EB51430C-0407-7122-A3EB-D7B4200A13C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27652" name="슬라이드 번호 개체 틀 3">
            <a:extLst>
              <a:ext uri="{FF2B5EF4-FFF2-40B4-BE49-F238E27FC236}">
                <a16:creationId xmlns:a16="http://schemas.microsoft.com/office/drawing/2014/main" id="{C9A5FEDF-7FB2-7FAD-986E-C12EE8CC07F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E6C173C6-95C1-471A-ACA6-C287F9F2AA01}" type="slidenum">
              <a:rPr lang="en-US" altLang="ko-KR" smtClean="0">
                <a:latin typeface="굴림" panose="020B0600000101010101" pitchFamily="34" charset="-127"/>
              </a:rPr>
              <a:pPr/>
              <a:t>7</a:t>
            </a:fld>
            <a:endParaRPr lang="en-US" altLang="ko-KR">
              <a:latin typeface="굴림" panose="020B0600000101010101" pitchFamily="34" charset="-127"/>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슬라이드 이미지 개체 틀 1">
            <a:extLst>
              <a:ext uri="{FF2B5EF4-FFF2-40B4-BE49-F238E27FC236}">
                <a16:creationId xmlns:a16="http://schemas.microsoft.com/office/drawing/2014/main" id="{AB660994-C047-7EDD-16E6-7B4DB255E454}"/>
              </a:ext>
            </a:extLst>
          </p:cNvPr>
          <p:cNvSpPr>
            <a:spLocks noGrp="1" noRot="1" noChangeAspect="1" noChangeArrowheads="1" noTextEdit="1"/>
          </p:cNvSpPr>
          <p:nvPr>
            <p:ph type="sldImg"/>
          </p:nvPr>
        </p:nvSpPr>
        <p:spPr>
          <a:ln/>
        </p:spPr>
      </p:sp>
      <p:sp>
        <p:nvSpPr>
          <p:cNvPr id="29699" name="슬라이드 노트 개체 틀 2">
            <a:extLst>
              <a:ext uri="{FF2B5EF4-FFF2-40B4-BE49-F238E27FC236}">
                <a16:creationId xmlns:a16="http://schemas.microsoft.com/office/drawing/2014/main" id="{7D94F377-C006-94A5-BFCB-B3BD84772C6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29700" name="슬라이드 번호 개체 틀 3">
            <a:extLst>
              <a:ext uri="{FF2B5EF4-FFF2-40B4-BE49-F238E27FC236}">
                <a16:creationId xmlns:a16="http://schemas.microsoft.com/office/drawing/2014/main" id="{BAE07022-2B07-1928-166B-49CFFF3CCFD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AB206AD3-5D8A-48B5-9F57-10E7C0470BF6}" type="slidenum">
              <a:rPr lang="en-US" altLang="ko-KR" smtClean="0">
                <a:latin typeface="굴림" panose="020B0600000101010101" pitchFamily="34" charset="-127"/>
              </a:rPr>
              <a:pPr/>
              <a:t>8</a:t>
            </a:fld>
            <a:endParaRPr lang="en-US" altLang="ko-KR">
              <a:latin typeface="굴림" panose="020B0600000101010101" pitchFamily="34" charset="-127"/>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슬라이드 이미지 개체 틀 1">
            <a:extLst>
              <a:ext uri="{FF2B5EF4-FFF2-40B4-BE49-F238E27FC236}">
                <a16:creationId xmlns:a16="http://schemas.microsoft.com/office/drawing/2014/main" id="{F9841412-ABF0-150B-D2E0-6BB8340B35F3}"/>
              </a:ext>
            </a:extLst>
          </p:cNvPr>
          <p:cNvSpPr>
            <a:spLocks noGrp="1" noRot="1" noChangeAspect="1" noChangeArrowheads="1" noTextEdit="1"/>
          </p:cNvSpPr>
          <p:nvPr>
            <p:ph type="sldImg"/>
          </p:nvPr>
        </p:nvSpPr>
        <p:spPr>
          <a:ln/>
        </p:spPr>
      </p:sp>
      <p:sp>
        <p:nvSpPr>
          <p:cNvPr id="33795" name="슬라이드 노트 개체 틀 2">
            <a:extLst>
              <a:ext uri="{FF2B5EF4-FFF2-40B4-BE49-F238E27FC236}">
                <a16:creationId xmlns:a16="http://schemas.microsoft.com/office/drawing/2014/main" id="{6EF4F004-BFBC-4AFF-1B3E-01F61F7684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3796" name="슬라이드 번호 개체 틀 3">
            <a:extLst>
              <a:ext uri="{FF2B5EF4-FFF2-40B4-BE49-F238E27FC236}">
                <a16:creationId xmlns:a16="http://schemas.microsoft.com/office/drawing/2014/main" id="{EB4C468F-A024-CC5D-ACE3-06DB7891F3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99B58660-FD74-4C1B-8AED-29A68B23B86C}" type="slidenum">
              <a:rPr lang="en-US" altLang="ko-KR" smtClean="0">
                <a:latin typeface="굴림" panose="020B0600000101010101" pitchFamily="34" charset="-127"/>
              </a:rPr>
              <a:pPr/>
              <a:t>9</a:t>
            </a:fld>
            <a:endParaRPr lang="en-US" altLang="ko-KR">
              <a:latin typeface="굴림" panose="020B0600000101010101" pitchFamily="34" charset="-127"/>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슬라이드 이미지 개체 틀 1">
            <a:extLst>
              <a:ext uri="{FF2B5EF4-FFF2-40B4-BE49-F238E27FC236}">
                <a16:creationId xmlns:a16="http://schemas.microsoft.com/office/drawing/2014/main" id="{F9841412-ABF0-150B-D2E0-6BB8340B35F3}"/>
              </a:ext>
            </a:extLst>
          </p:cNvPr>
          <p:cNvSpPr>
            <a:spLocks noGrp="1" noRot="1" noChangeAspect="1" noChangeArrowheads="1" noTextEdit="1"/>
          </p:cNvSpPr>
          <p:nvPr>
            <p:ph type="sldImg"/>
          </p:nvPr>
        </p:nvSpPr>
        <p:spPr>
          <a:ln/>
        </p:spPr>
      </p:sp>
      <p:sp>
        <p:nvSpPr>
          <p:cNvPr id="33795" name="슬라이드 노트 개체 틀 2">
            <a:extLst>
              <a:ext uri="{FF2B5EF4-FFF2-40B4-BE49-F238E27FC236}">
                <a16:creationId xmlns:a16="http://schemas.microsoft.com/office/drawing/2014/main" id="{6EF4F004-BFBC-4AFF-1B3E-01F61F7684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3796" name="슬라이드 번호 개체 틀 3">
            <a:extLst>
              <a:ext uri="{FF2B5EF4-FFF2-40B4-BE49-F238E27FC236}">
                <a16:creationId xmlns:a16="http://schemas.microsoft.com/office/drawing/2014/main" id="{EB4C468F-A024-CC5D-ACE3-06DB7891F3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99B58660-FD74-4C1B-8AED-29A68B23B86C}" type="slidenum">
              <a:rPr lang="en-US" altLang="ko-KR" smtClean="0">
                <a:latin typeface="굴림" panose="020B0600000101010101" pitchFamily="34" charset="-127"/>
              </a:rPr>
              <a:pPr/>
              <a:t>10</a:t>
            </a:fld>
            <a:endParaRPr lang="en-US" altLang="ko-KR">
              <a:latin typeface="굴림" panose="020B0600000101010101" pitchFamily="34" charset="-127"/>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슬라이드 이미지 개체 틀 1">
            <a:extLst>
              <a:ext uri="{FF2B5EF4-FFF2-40B4-BE49-F238E27FC236}">
                <a16:creationId xmlns:a16="http://schemas.microsoft.com/office/drawing/2014/main" id="{F9841412-ABF0-150B-D2E0-6BB8340B35F3}"/>
              </a:ext>
            </a:extLst>
          </p:cNvPr>
          <p:cNvSpPr>
            <a:spLocks noGrp="1" noRot="1" noChangeAspect="1" noChangeArrowheads="1" noTextEdit="1"/>
          </p:cNvSpPr>
          <p:nvPr>
            <p:ph type="sldImg"/>
          </p:nvPr>
        </p:nvSpPr>
        <p:spPr>
          <a:ln/>
        </p:spPr>
      </p:sp>
      <p:sp>
        <p:nvSpPr>
          <p:cNvPr id="33795" name="슬라이드 노트 개체 틀 2">
            <a:extLst>
              <a:ext uri="{FF2B5EF4-FFF2-40B4-BE49-F238E27FC236}">
                <a16:creationId xmlns:a16="http://schemas.microsoft.com/office/drawing/2014/main" id="{6EF4F004-BFBC-4AFF-1B3E-01F61F7684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3796" name="슬라이드 번호 개체 틀 3">
            <a:extLst>
              <a:ext uri="{FF2B5EF4-FFF2-40B4-BE49-F238E27FC236}">
                <a16:creationId xmlns:a16="http://schemas.microsoft.com/office/drawing/2014/main" id="{EB4C468F-A024-CC5D-ACE3-06DB7891F3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99B58660-FD74-4C1B-8AED-29A68B23B86C}" type="slidenum">
              <a:rPr lang="en-US" altLang="ko-KR" smtClean="0">
                <a:latin typeface="굴림" panose="020B0600000101010101" pitchFamily="34" charset="-127"/>
              </a:rPr>
              <a:pPr/>
              <a:t>11</a:t>
            </a:fld>
            <a:endParaRPr lang="en-US" altLang="ko-KR">
              <a:latin typeface="굴림" panose="020B0600000101010101" pitchFamily="34" charset="-127"/>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슬라이드 이미지 개체 틀 1">
            <a:extLst>
              <a:ext uri="{FF2B5EF4-FFF2-40B4-BE49-F238E27FC236}">
                <a16:creationId xmlns:a16="http://schemas.microsoft.com/office/drawing/2014/main" id="{F9841412-ABF0-150B-D2E0-6BB8340B35F3}"/>
              </a:ext>
            </a:extLst>
          </p:cNvPr>
          <p:cNvSpPr>
            <a:spLocks noGrp="1" noRot="1" noChangeAspect="1" noChangeArrowheads="1" noTextEdit="1"/>
          </p:cNvSpPr>
          <p:nvPr>
            <p:ph type="sldImg"/>
          </p:nvPr>
        </p:nvSpPr>
        <p:spPr>
          <a:ln/>
        </p:spPr>
      </p:sp>
      <p:sp>
        <p:nvSpPr>
          <p:cNvPr id="33795" name="슬라이드 노트 개체 틀 2">
            <a:extLst>
              <a:ext uri="{FF2B5EF4-FFF2-40B4-BE49-F238E27FC236}">
                <a16:creationId xmlns:a16="http://schemas.microsoft.com/office/drawing/2014/main" id="{6EF4F004-BFBC-4AFF-1B3E-01F61F7684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3796" name="슬라이드 번호 개체 틀 3">
            <a:extLst>
              <a:ext uri="{FF2B5EF4-FFF2-40B4-BE49-F238E27FC236}">
                <a16:creationId xmlns:a16="http://schemas.microsoft.com/office/drawing/2014/main" id="{EB4C468F-A024-CC5D-ACE3-06DB7891F3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99B58660-FD74-4C1B-8AED-29A68B23B86C}" type="slidenum">
              <a:rPr lang="en-US" altLang="ko-KR" smtClean="0">
                <a:latin typeface="굴림" panose="020B0600000101010101" pitchFamily="34" charset="-127"/>
              </a:rPr>
              <a:pPr/>
              <a:t>12</a:t>
            </a:fld>
            <a:endParaRPr lang="en-US" altLang="ko-KR">
              <a:latin typeface="굴림" panose="020B0600000101010101" pitchFamily="34" charset="-127"/>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슬라이드 이미지 개체 틀 1">
            <a:extLst>
              <a:ext uri="{FF2B5EF4-FFF2-40B4-BE49-F238E27FC236}">
                <a16:creationId xmlns:a16="http://schemas.microsoft.com/office/drawing/2014/main" id="{F9841412-ABF0-150B-D2E0-6BB8340B35F3}"/>
              </a:ext>
            </a:extLst>
          </p:cNvPr>
          <p:cNvSpPr>
            <a:spLocks noGrp="1" noRot="1" noChangeAspect="1" noChangeArrowheads="1" noTextEdit="1"/>
          </p:cNvSpPr>
          <p:nvPr>
            <p:ph type="sldImg"/>
          </p:nvPr>
        </p:nvSpPr>
        <p:spPr>
          <a:ln/>
        </p:spPr>
      </p:sp>
      <p:sp>
        <p:nvSpPr>
          <p:cNvPr id="33795" name="슬라이드 노트 개체 틀 2">
            <a:extLst>
              <a:ext uri="{FF2B5EF4-FFF2-40B4-BE49-F238E27FC236}">
                <a16:creationId xmlns:a16="http://schemas.microsoft.com/office/drawing/2014/main" id="{6EF4F004-BFBC-4AFF-1B3E-01F61F7684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3796" name="슬라이드 번호 개체 틀 3">
            <a:extLst>
              <a:ext uri="{FF2B5EF4-FFF2-40B4-BE49-F238E27FC236}">
                <a16:creationId xmlns:a16="http://schemas.microsoft.com/office/drawing/2014/main" id="{EB4C468F-A024-CC5D-ACE3-06DB7891F3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99B58660-FD74-4C1B-8AED-29A68B23B86C}" type="slidenum">
              <a:rPr lang="en-US" altLang="ko-KR" smtClean="0">
                <a:latin typeface="굴림" panose="020B0600000101010101" pitchFamily="34" charset="-127"/>
              </a:rPr>
              <a:pPr/>
              <a:t>13</a:t>
            </a:fld>
            <a:endParaRPr lang="en-US" altLang="ko-KR">
              <a:latin typeface="굴림" panose="020B0600000101010101" pitchFamily="34" charset="-127"/>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슬라이드 이미지 개체 틀 1">
            <a:extLst>
              <a:ext uri="{FF2B5EF4-FFF2-40B4-BE49-F238E27FC236}">
                <a16:creationId xmlns:a16="http://schemas.microsoft.com/office/drawing/2014/main" id="{F9841412-ABF0-150B-D2E0-6BB8340B35F3}"/>
              </a:ext>
            </a:extLst>
          </p:cNvPr>
          <p:cNvSpPr>
            <a:spLocks noGrp="1" noRot="1" noChangeAspect="1" noChangeArrowheads="1" noTextEdit="1"/>
          </p:cNvSpPr>
          <p:nvPr>
            <p:ph type="sldImg"/>
          </p:nvPr>
        </p:nvSpPr>
        <p:spPr>
          <a:ln/>
        </p:spPr>
      </p:sp>
      <p:sp>
        <p:nvSpPr>
          <p:cNvPr id="33795" name="슬라이드 노트 개체 틀 2">
            <a:extLst>
              <a:ext uri="{FF2B5EF4-FFF2-40B4-BE49-F238E27FC236}">
                <a16:creationId xmlns:a16="http://schemas.microsoft.com/office/drawing/2014/main" id="{6EF4F004-BFBC-4AFF-1B3E-01F61F7684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3796" name="슬라이드 번호 개체 틀 3">
            <a:extLst>
              <a:ext uri="{FF2B5EF4-FFF2-40B4-BE49-F238E27FC236}">
                <a16:creationId xmlns:a16="http://schemas.microsoft.com/office/drawing/2014/main" id="{EB4C468F-A024-CC5D-ACE3-06DB7891F3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99B58660-FD74-4C1B-8AED-29A68B23B86C}" type="slidenum">
              <a:rPr lang="en-US" altLang="ko-KR" smtClean="0">
                <a:latin typeface="굴림" panose="020B0600000101010101" pitchFamily="34" charset="-127"/>
              </a:rPr>
              <a:pPr/>
              <a:t>14</a:t>
            </a:fld>
            <a:endParaRPr lang="en-US" altLang="ko-KR">
              <a:latin typeface="굴림" panose="020B0600000101010101" pitchFamily="34" charset="-127"/>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슬라이드 이미지 개체 틀 1">
            <a:extLst>
              <a:ext uri="{FF2B5EF4-FFF2-40B4-BE49-F238E27FC236}">
                <a16:creationId xmlns:a16="http://schemas.microsoft.com/office/drawing/2014/main" id="{F9841412-ABF0-150B-D2E0-6BB8340B35F3}"/>
              </a:ext>
            </a:extLst>
          </p:cNvPr>
          <p:cNvSpPr>
            <a:spLocks noGrp="1" noRot="1" noChangeAspect="1" noChangeArrowheads="1" noTextEdit="1"/>
          </p:cNvSpPr>
          <p:nvPr>
            <p:ph type="sldImg"/>
          </p:nvPr>
        </p:nvSpPr>
        <p:spPr>
          <a:ln/>
        </p:spPr>
      </p:sp>
      <p:sp>
        <p:nvSpPr>
          <p:cNvPr id="33795" name="슬라이드 노트 개체 틀 2">
            <a:extLst>
              <a:ext uri="{FF2B5EF4-FFF2-40B4-BE49-F238E27FC236}">
                <a16:creationId xmlns:a16="http://schemas.microsoft.com/office/drawing/2014/main" id="{6EF4F004-BFBC-4AFF-1B3E-01F61F7684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3796" name="슬라이드 번호 개체 틀 3">
            <a:extLst>
              <a:ext uri="{FF2B5EF4-FFF2-40B4-BE49-F238E27FC236}">
                <a16:creationId xmlns:a16="http://schemas.microsoft.com/office/drawing/2014/main" id="{EB4C468F-A024-CC5D-ACE3-06DB7891F3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99B58660-FD74-4C1B-8AED-29A68B23B86C}" type="slidenum">
              <a:rPr lang="en-US" altLang="ko-KR" smtClean="0">
                <a:latin typeface="굴림" panose="020B0600000101010101" pitchFamily="34" charset="-127"/>
              </a:rPr>
              <a:pPr/>
              <a:t>15</a:t>
            </a:fld>
            <a:endParaRPr lang="en-US" altLang="ko-KR">
              <a:latin typeface="굴림" panose="020B0600000101010101" pitchFamily="34" charset="-127"/>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슬라이드 이미지 개체 틀 1">
            <a:extLst>
              <a:ext uri="{FF2B5EF4-FFF2-40B4-BE49-F238E27FC236}">
                <a16:creationId xmlns:a16="http://schemas.microsoft.com/office/drawing/2014/main" id="{F9841412-ABF0-150B-D2E0-6BB8340B35F3}"/>
              </a:ext>
            </a:extLst>
          </p:cNvPr>
          <p:cNvSpPr>
            <a:spLocks noGrp="1" noRot="1" noChangeAspect="1" noChangeArrowheads="1" noTextEdit="1"/>
          </p:cNvSpPr>
          <p:nvPr>
            <p:ph type="sldImg"/>
          </p:nvPr>
        </p:nvSpPr>
        <p:spPr>
          <a:ln/>
        </p:spPr>
      </p:sp>
      <p:sp>
        <p:nvSpPr>
          <p:cNvPr id="33795" name="슬라이드 노트 개체 틀 2">
            <a:extLst>
              <a:ext uri="{FF2B5EF4-FFF2-40B4-BE49-F238E27FC236}">
                <a16:creationId xmlns:a16="http://schemas.microsoft.com/office/drawing/2014/main" id="{6EF4F004-BFBC-4AFF-1B3E-01F61F7684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3796" name="슬라이드 번호 개체 틀 3">
            <a:extLst>
              <a:ext uri="{FF2B5EF4-FFF2-40B4-BE49-F238E27FC236}">
                <a16:creationId xmlns:a16="http://schemas.microsoft.com/office/drawing/2014/main" id="{EB4C468F-A024-CC5D-ACE3-06DB7891F3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99B58660-FD74-4C1B-8AED-29A68B23B86C}" type="slidenum">
              <a:rPr lang="en-US" altLang="ko-KR" smtClean="0">
                <a:latin typeface="굴림" panose="020B0600000101010101" pitchFamily="34" charset="-127"/>
              </a:rPr>
              <a:pPr/>
              <a:t>16</a:t>
            </a:fld>
            <a:endParaRPr lang="en-US" altLang="ko-KR">
              <a:latin typeface="굴림" panose="020B0600000101010101" pitchFamily="34" charset="-127"/>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슬라이드 이미지 개체 틀 1">
            <a:extLst>
              <a:ext uri="{FF2B5EF4-FFF2-40B4-BE49-F238E27FC236}">
                <a16:creationId xmlns:a16="http://schemas.microsoft.com/office/drawing/2014/main" id="{F9841412-ABF0-150B-D2E0-6BB8340B35F3}"/>
              </a:ext>
            </a:extLst>
          </p:cNvPr>
          <p:cNvSpPr>
            <a:spLocks noGrp="1" noRot="1" noChangeAspect="1" noChangeArrowheads="1" noTextEdit="1"/>
          </p:cNvSpPr>
          <p:nvPr>
            <p:ph type="sldImg"/>
          </p:nvPr>
        </p:nvSpPr>
        <p:spPr>
          <a:ln/>
        </p:spPr>
      </p:sp>
      <p:sp>
        <p:nvSpPr>
          <p:cNvPr id="33795" name="슬라이드 노트 개체 틀 2">
            <a:extLst>
              <a:ext uri="{FF2B5EF4-FFF2-40B4-BE49-F238E27FC236}">
                <a16:creationId xmlns:a16="http://schemas.microsoft.com/office/drawing/2014/main" id="{6EF4F004-BFBC-4AFF-1B3E-01F61F7684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3796" name="슬라이드 번호 개체 틀 3">
            <a:extLst>
              <a:ext uri="{FF2B5EF4-FFF2-40B4-BE49-F238E27FC236}">
                <a16:creationId xmlns:a16="http://schemas.microsoft.com/office/drawing/2014/main" id="{EB4C468F-A024-CC5D-ACE3-06DB7891F3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99B58660-FD74-4C1B-8AED-29A68B23B86C}" type="slidenum">
              <a:rPr lang="en-US" altLang="ko-KR" smtClean="0">
                <a:latin typeface="굴림" panose="020B0600000101010101" pitchFamily="34" charset="-127"/>
              </a:rPr>
              <a:pPr/>
              <a:t>17</a:t>
            </a:fld>
            <a:endParaRPr lang="en-US" altLang="ko-KR">
              <a:latin typeface="굴림" panose="020B0600000101010101" pitchFamily="34" charset="-127"/>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슬라이드 이미지 개체 틀 1">
            <a:extLst>
              <a:ext uri="{FF2B5EF4-FFF2-40B4-BE49-F238E27FC236}">
                <a16:creationId xmlns:a16="http://schemas.microsoft.com/office/drawing/2014/main" id="{F9841412-ABF0-150B-D2E0-6BB8340B35F3}"/>
              </a:ext>
            </a:extLst>
          </p:cNvPr>
          <p:cNvSpPr>
            <a:spLocks noGrp="1" noRot="1" noChangeAspect="1" noChangeArrowheads="1" noTextEdit="1"/>
          </p:cNvSpPr>
          <p:nvPr>
            <p:ph type="sldImg"/>
          </p:nvPr>
        </p:nvSpPr>
        <p:spPr>
          <a:ln/>
        </p:spPr>
      </p:sp>
      <p:sp>
        <p:nvSpPr>
          <p:cNvPr id="33795" name="슬라이드 노트 개체 틀 2">
            <a:extLst>
              <a:ext uri="{FF2B5EF4-FFF2-40B4-BE49-F238E27FC236}">
                <a16:creationId xmlns:a16="http://schemas.microsoft.com/office/drawing/2014/main" id="{6EF4F004-BFBC-4AFF-1B3E-01F61F7684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3796" name="슬라이드 번호 개체 틀 3">
            <a:extLst>
              <a:ext uri="{FF2B5EF4-FFF2-40B4-BE49-F238E27FC236}">
                <a16:creationId xmlns:a16="http://schemas.microsoft.com/office/drawing/2014/main" id="{EB4C468F-A024-CC5D-ACE3-06DB7891F3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99B58660-FD74-4C1B-8AED-29A68B23B86C}" type="slidenum">
              <a:rPr lang="en-US" altLang="ko-KR" smtClean="0">
                <a:latin typeface="굴림" panose="020B0600000101010101" pitchFamily="34" charset="-127"/>
              </a:rPr>
              <a:pPr/>
              <a:t>18</a:t>
            </a:fld>
            <a:endParaRPr lang="en-US" altLang="ko-KR">
              <a:latin typeface="굴림" panose="020B0600000101010101" pitchFamily="34" charset="-127"/>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슬라이드 이미지 개체 틀 1">
            <a:extLst>
              <a:ext uri="{FF2B5EF4-FFF2-40B4-BE49-F238E27FC236}">
                <a16:creationId xmlns:a16="http://schemas.microsoft.com/office/drawing/2014/main" id="{F9841412-ABF0-150B-D2E0-6BB8340B35F3}"/>
              </a:ext>
            </a:extLst>
          </p:cNvPr>
          <p:cNvSpPr>
            <a:spLocks noGrp="1" noRot="1" noChangeAspect="1" noChangeArrowheads="1" noTextEdit="1"/>
          </p:cNvSpPr>
          <p:nvPr>
            <p:ph type="sldImg"/>
          </p:nvPr>
        </p:nvSpPr>
        <p:spPr>
          <a:ln/>
        </p:spPr>
      </p:sp>
      <p:sp>
        <p:nvSpPr>
          <p:cNvPr id="33795" name="슬라이드 노트 개체 틀 2">
            <a:extLst>
              <a:ext uri="{FF2B5EF4-FFF2-40B4-BE49-F238E27FC236}">
                <a16:creationId xmlns:a16="http://schemas.microsoft.com/office/drawing/2014/main" id="{6EF4F004-BFBC-4AFF-1B3E-01F61F7684D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3796" name="슬라이드 번호 개체 틀 3">
            <a:extLst>
              <a:ext uri="{FF2B5EF4-FFF2-40B4-BE49-F238E27FC236}">
                <a16:creationId xmlns:a16="http://schemas.microsoft.com/office/drawing/2014/main" id="{EB4C468F-A024-CC5D-ACE3-06DB7891F3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99B58660-FD74-4C1B-8AED-29A68B23B86C}" type="slidenum">
              <a:rPr lang="en-US" altLang="ko-KR" smtClean="0">
                <a:latin typeface="굴림" panose="020B0600000101010101" pitchFamily="34" charset="-127"/>
              </a:rPr>
              <a:pPr/>
              <a:t>19</a:t>
            </a:fld>
            <a:endParaRPr lang="en-US" altLang="ko-KR">
              <a:latin typeface="굴림" panose="020B0600000101010101" pitchFamily="34" charset="-127"/>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슬라이드 이미지 개체 틀 1">
            <a:extLst>
              <a:ext uri="{FF2B5EF4-FFF2-40B4-BE49-F238E27FC236}">
                <a16:creationId xmlns:a16="http://schemas.microsoft.com/office/drawing/2014/main" id="{039F30C8-31F4-DC34-0142-0ED89B5F732E}"/>
              </a:ext>
            </a:extLst>
          </p:cNvPr>
          <p:cNvSpPr>
            <a:spLocks noGrp="1" noRot="1" noChangeAspect="1" noChangeArrowheads="1" noTextEdit="1"/>
          </p:cNvSpPr>
          <p:nvPr>
            <p:ph type="sldImg"/>
          </p:nvPr>
        </p:nvSpPr>
        <p:spPr>
          <a:ln/>
        </p:spPr>
      </p:sp>
      <p:sp>
        <p:nvSpPr>
          <p:cNvPr id="37891" name="슬라이드 노트 개체 틀 2">
            <a:extLst>
              <a:ext uri="{FF2B5EF4-FFF2-40B4-BE49-F238E27FC236}">
                <a16:creationId xmlns:a16="http://schemas.microsoft.com/office/drawing/2014/main" id="{ECA336D3-DC7E-025E-808B-99F132F20BC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7892" name="슬라이드 번호 개체 틀 3">
            <a:extLst>
              <a:ext uri="{FF2B5EF4-FFF2-40B4-BE49-F238E27FC236}">
                <a16:creationId xmlns:a16="http://schemas.microsoft.com/office/drawing/2014/main" id="{66B5168C-95B1-E608-9ACE-AFEEBC07C66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BFB64B70-E7EB-4CF9-AC0D-B16A31122CE1}" type="slidenum">
              <a:rPr lang="en-US" altLang="ko-KR" smtClean="0">
                <a:latin typeface="굴림" panose="020B0600000101010101" pitchFamily="34" charset="-127"/>
              </a:rPr>
              <a:pPr/>
              <a:t>20</a:t>
            </a:fld>
            <a:endParaRPr lang="en-US" altLang="ko-KR">
              <a:latin typeface="굴림" panose="020B0600000101010101" pitchFamily="34" charset="-127"/>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슬라이드 이미지 개체 틀 1">
            <a:extLst>
              <a:ext uri="{FF2B5EF4-FFF2-40B4-BE49-F238E27FC236}">
                <a16:creationId xmlns:a16="http://schemas.microsoft.com/office/drawing/2014/main" id="{9DB7B75A-AAE9-4C66-0FA1-1A6C5807C055}"/>
              </a:ext>
            </a:extLst>
          </p:cNvPr>
          <p:cNvSpPr>
            <a:spLocks noGrp="1" noRot="1" noChangeAspect="1" noChangeArrowheads="1" noTextEdit="1"/>
          </p:cNvSpPr>
          <p:nvPr>
            <p:ph type="sldImg"/>
          </p:nvPr>
        </p:nvSpPr>
        <p:spPr>
          <a:ln/>
        </p:spPr>
      </p:sp>
      <p:sp>
        <p:nvSpPr>
          <p:cNvPr id="39939" name="슬라이드 노트 개체 틀 2">
            <a:extLst>
              <a:ext uri="{FF2B5EF4-FFF2-40B4-BE49-F238E27FC236}">
                <a16:creationId xmlns:a16="http://schemas.microsoft.com/office/drawing/2014/main" id="{E5202334-DA08-FF63-417B-DADCF891272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39940" name="슬라이드 번호 개체 틀 3">
            <a:extLst>
              <a:ext uri="{FF2B5EF4-FFF2-40B4-BE49-F238E27FC236}">
                <a16:creationId xmlns:a16="http://schemas.microsoft.com/office/drawing/2014/main" id="{1FB1CD79-79A6-7E39-4291-DB76DE0EE56A}"/>
              </a:ext>
            </a:extLst>
          </p:cNvPr>
          <p:cNvSpPr txBox="1">
            <a:spLocks noGrp="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algn="r" eaLnBrk="1" latinLnBrk="1" hangingPunct="1"/>
            <a:fld id="{B1266A41-57A1-4D1A-95DB-13CA4C41B5BA}" type="slidenum">
              <a:rPr kumimoji="1" lang="en-US" altLang="ko-KR" sz="1200">
                <a:latin typeface="굴림" panose="020B0600000101010101" pitchFamily="34" charset="-127"/>
              </a:rPr>
              <a:pPr algn="r" eaLnBrk="1" latinLnBrk="1" hangingPunct="1"/>
              <a:t>21</a:t>
            </a:fld>
            <a:endParaRPr kumimoji="1" lang="en-US" altLang="ko-KR" sz="1200">
              <a:latin typeface="굴림" panose="020B0600000101010101" pitchFamily="34" charset="-127"/>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슬라이드 이미지 개체 틀 1">
            <a:extLst>
              <a:ext uri="{FF2B5EF4-FFF2-40B4-BE49-F238E27FC236}">
                <a16:creationId xmlns:a16="http://schemas.microsoft.com/office/drawing/2014/main" id="{A489DE2D-440B-D274-CAEE-C0C4694F84B5}"/>
              </a:ext>
            </a:extLst>
          </p:cNvPr>
          <p:cNvSpPr>
            <a:spLocks noGrp="1" noRot="1" noChangeAspect="1" noChangeArrowheads="1" noTextEdit="1"/>
          </p:cNvSpPr>
          <p:nvPr>
            <p:ph type="sldImg"/>
          </p:nvPr>
        </p:nvSpPr>
        <p:spPr>
          <a:ln/>
        </p:spPr>
      </p:sp>
      <p:sp>
        <p:nvSpPr>
          <p:cNvPr id="44035" name="슬라이드 노트 개체 틀 2">
            <a:extLst>
              <a:ext uri="{FF2B5EF4-FFF2-40B4-BE49-F238E27FC236}">
                <a16:creationId xmlns:a16="http://schemas.microsoft.com/office/drawing/2014/main" id="{25793615-F09E-BBA5-31BD-8060AC3FB288}"/>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en-US">
              <a:latin typeface="굴림" panose="020B0600000101010101" pitchFamily="34" charset="-127"/>
              <a:ea typeface="굴림" panose="020B0600000101010101" pitchFamily="34" charset="-127"/>
            </a:endParaRPr>
          </a:p>
        </p:txBody>
      </p:sp>
      <p:sp>
        <p:nvSpPr>
          <p:cNvPr id="44036" name="슬라이드 번호 개체 틀 3">
            <a:extLst>
              <a:ext uri="{FF2B5EF4-FFF2-40B4-BE49-F238E27FC236}">
                <a16:creationId xmlns:a16="http://schemas.microsoft.com/office/drawing/2014/main" id="{EE1FCA50-D8D6-11A3-959B-3B31F7C7601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fld id="{C985FFA9-C642-4388-AE5A-DBD585B1A70B}" type="slidenum">
              <a:rPr lang="en-US" altLang="ko-KR" smtClean="0">
                <a:latin typeface="굴림" panose="020B0600000101010101" pitchFamily="34" charset="-127"/>
              </a:rPr>
              <a:pPr/>
              <a:t>22</a:t>
            </a:fld>
            <a:endParaRPr lang="en-US" altLang="ko-KR">
              <a:latin typeface="굴림" panose="020B0600000101010101" pitchFamily="34" charset="-127"/>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ntents Page">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88F71A2A-710F-0138-374B-44E62A44D729}"/>
              </a:ext>
            </a:extLst>
          </p:cNvPr>
          <p:cNvSpPr txBox="1">
            <a:spLocks noChangeArrowheads="1"/>
          </p:cNvSpPr>
          <p:nvPr userDrawn="1"/>
        </p:nvSpPr>
        <p:spPr>
          <a:xfrm>
            <a:off x="4449763" y="6524625"/>
            <a:ext cx="1006475" cy="204788"/>
          </a:xfrm>
          <a:prstGeom prst="rect">
            <a:avLst/>
          </a:prstGeom>
          <a:ln/>
        </p:spPr>
        <p:txBody>
          <a:bodyPr anchor="ctr"/>
          <a:lstStyle>
            <a:lvl1pPr>
              <a:defRPr>
                <a:solidFill>
                  <a:schemeClr val="tx1"/>
                </a:solidFill>
                <a:latin typeface="Wingdings 2" panose="05020102010507070707" pitchFamily="18" charset="2"/>
                <a:ea typeface="굴림" panose="020B0600000101010101" pitchFamily="50" charset="-127"/>
              </a:defRPr>
            </a:lvl1pPr>
            <a:lvl2pPr marL="742950" indent="-285750">
              <a:defRPr>
                <a:solidFill>
                  <a:schemeClr val="tx1"/>
                </a:solidFill>
                <a:latin typeface="Wingdings 2" panose="05020102010507070707" pitchFamily="18" charset="2"/>
                <a:ea typeface="굴림" panose="020B0600000101010101" pitchFamily="50" charset="-127"/>
              </a:defRPr>
            </a:lvl2pPr>
            <a:lvl3pPr marL="1143000" indent="-228600">
              <a:defRPr>
                <a:solidFill>
                  <a:schemeClr val="tx1"/>
                </a:solidFill>
                <a:latin typeface="Wingdings 2" panose="05020102010507070707" pitchFamily="18" charset="2"/>
                <a:ea typeface="굴림" panose="020B0600000101010101" pitchFamily="50" charset="-127"/>
              </a:defRPr>
            </a:lvl3pPr>
            <a:lvl4pPr marL="1600200" indent="-228600">
              <a:defRPr>
                <a:solidFill>
                  <a:schemeClr val="tx1"/>
                </a:solidFill>
                <a:latin typeface="Wingdings 2" panose="05020102010507070707" pitchFamily="18" charset="2"/>
                <a:ea typeface="굴림" panose="020B0600000101010101" pitchFamily="50" charset="-127"/>
              </a:defRPr>
            </a:lvl4pPr>
            <a:lvl5pPr marL="2057400" indent="-228600">
              <a:defRPr>
                <a:solidFill>
                  <a:schemeClr val="tx1"/>
                </a:solidFill>
                <a:latin typeface="Wingdings 2" panose="05020102010507070707" pitchFamily="18" charset="2"/>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9pPr>
          </a:lstStyle>
          <a:p>
            <a:pPr algn="ctr">
              <a:lnSpc>
                <a:spcPct val="110000"/>
              </a:lnSpc>
              <a:spcBef>
                <a:spcPct val="25000"/>
              </a:spcBef>
              <a:buFont typeface="Wingdings" panose="05000000000000000000" pitchFamily="2" charset="2"/>
              <a:buNone/>
              <a:defRPr/>
            </a:pPr>
            <a:fld id="{07BDD3B5-3E8A-48A7-9054-859D7D4E1265}" type="slidenum">
              <a:rPr lang="ko-KR" altLang="en-US" sz="1000" smtClean="0">
                <a:solidFill>
                  <a:srgbClr val="7F7F7F"/>
                </a:solidFill>
                <a:latin typeface="맑은 고딕" panose="020B0503020000020004" pitchFamily="50" charset="-127"/>
                <a:ea typeface="맑은 고딕" panose="020B0503020000020004" pitchFamily="50" charset="-127"/>
              </a:rPr>
              <a:pPr algn="ctr">
                <a:lnSpc>
                  <a:spcPct val="110000"/>
                </a:lnSpc>
                <a:spcBef>
                  <a:spcPct val="25000"/>
                </a:spcBef>
                <a:buFont typeface="Wingdings" panose="05000000000000000000" pitchFamily="2" charset="2"/>
                <a:buNone/>
                <a:defRPr/>
              </a:pPr>
              <a:t>‹#›</a:t>
            </a:fld>
            <a:endParaRPr lang="en-US" altLang="ko-KR" sz="1000">
              <a:solidFill>
                <a:srgbClr val="7F7F7F"/>
              </a:solidFill>
              <a:latin typeface="맑은 고딕" panose="020B0503020000020004" pitchFamily="50" charset="-127"/>
              <a:ea typeface="맑은 고딕" panose="020B0503020000020004" pitchFamily="50" charset="-127"/>
            </a:endParaRPr>
          </a:p>
        </p:txBody>
      </p:sp>
      <p:sp>
        <p:nvSpPr>
          <p:cNvPr id="6" name="텍스트 개체 틀 18"/>
          <p:cNvSpPr>
            <a:spLocks noGrp="1"/>
          </p:cNvSpPr>
          <p:nvPr>
            <p:ph type="body" sz="quarter" idx="13"/>
          </p:nvPr>
        </p:nvSpPr>
        <p:spPr>
          <a:xfrm>
            <a:off x="344488" y="188640"/>
            <a:ext cx="7416824" cy="369332"/>
          </a:xfrm>
          <a:prstGeom prst="rect">
            <a:avLst/>
          </a:prstGeom>
          <a:noFill/>
          <a:ln w="9525">
            <a:noFill/>
            <a:miter lim="800000"/>
            <a:headEnd/>
            <a:tailEnd/>
          </a:ln>
        </p:spPr>
        <p:txBody>
          <a:bodyPr wrap="square">
            <a:spAutoFit/>
          </a:bodyPr>
          <a:lstStyle>
            <a:lvl1pPr algn="l" rtl="0" eaLnBrk="0" fontAlgn="base" hangingPunct="0">
              <a:spcBef>
                <a:spcPct val="50000"/>
              </a:spcBef>
              <a:spcAft>
                <a:spcPct val="0"/>
              </a:spcAft>
              <a:buNone/>
              <a:defRPr lang="ko-KR" altLang="en-US" sz="1800" b="1" kern="1200" dirty="0">
                <a:solidFill>
                  <a:schemeClr val="tx1"/>
                </a:solidFill>
                <a:latin typeface="맑은 고딕" pitchFamily="50" charset="-127"/>
                <a:ea typeface="맑은 고딕" pitchFamily="50" charset="-127"/>
                <a:cs typeface="+mn-cs"/>
              </a:defRPr>
            </a:lvl1pPr>
          </a:lstStyle>
          <a:p>
            <a:pPr lvl="0"/>
            <a:endParaRPr lang="ko-KR" altLang="en-US" dirty="0"/>
          </a:p>
        </p:txBody>
      </p:sp>
    </p:spTree>
    <p:extLst>
      <p:ext uri="{BB962C8B-B14F-4D97-AF65-F5344CB8AC3E}">
        <p14:creationId xmlns:p14="http://schemas.microsoft.com/office/powerpoint/2010/main" val="2175972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bTitle / Logo">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A9D9C5B7-5B93-2489-529F-8730579468C8}"/>
              </a:ext>
            </a:extLst>
          </p:cNvPr>
          <p:cNvSpPr txBox="1">
            <a:spLocks noChangeArrowheads="1"/>
          </p:cNvSpPr>
          <p:nvPr userDrawn="1"/>
        </p:nvSpPr>
        <p:spPr>
          <a:xfrm>
            <a:off x="4449763" y="6524625"/>
            <a:ext cx="1006475" cy="204788"/>
          </a:xfrm>
          <a:prstGeom prst="rect">
            <a:avLst/>
          </a:prstGeom>
          <a:ln/>
        </p:spPr>
        <p:txBody>
          <a:bodyPr anchor="ctr"/>
          <a:lstStyle>
            <a:lvl1pPr>
              <a:defRPr>
                <a:solidFill>
                  <a:schemeClr val="tx1"/>
                </a:solidFill>
                <a:latin typeface="Wingdings 2" panose="05020102010507070707" pitchFamily="18" charset="2"/>
                <a:ea typeface="굴림" panose="020B0600000101010101" pitchFamily="50" charset="-127"/>
              </a:defRPr>
            </a:lvl1pPr>
            <a:lvl2pPr marL="742950" indent="-285750">
              <a:defRPr>
                <a:solidFill>
                  <a:schemeClr val="tx1"/>
                </a:solidFill>
                <a:latin typeface="Wingdings 2" panose="05020102010507070707" pitchFamily="18" charset="2"/>
                <a:ea typeface="굴림" panose="020B0600000101010101" pitchFamily="50" charset="-127"/>
              </a:defRPr>
            </a:lvl2pPr>
            <a:lvl3pPr marL="1143000" indent="-228600">
              <a:defRPr>
                <a:solidFill>
                  <a:schemeClr val="tx1"/>
                </a:solidFill>
                <a:latin typeface="Wingdings 2" panose="05020102010507070707" pitchFamily="18" charset="2"/>
                <a:ea typeface="굴림" panose="020B0600000101010101" pitchFamily="50" charset="-127"/>
              </a:defRPr>
            </a:lvl3pPr>
            <a:lvl4pPr marL="1600200" indent="-228600">
              <a:defRPr>
                <a:solidFill>
                  <a:schemeClr val="tx1"/>
                </a:solidFill>
                <a:latin typeface="Wingdings 2" panose="05020102010507070707" pitchFamily="18" charset="2"/>
                <a:ea typeface="굴림" panose="020B0600000101010101" pitchFamily="50" charset="-127"/>
              </a:defRPr>
            </a:lvl4pPr>
            <a:lvl5pPr marL="2057400" indent="-228600">
              <a:defRPr>
                <a:solidFill>
                  <a:schemeClr val="tx1"/>
                </a:solidFill>
                <a:latin typeface="Wingdings 2" panose="05020102010507070707" pitchFamily="18" charset="2"/>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9pPr>
          </a:lstStyle>
          <a:p>
            <a:pPr algn="ctr">
              <a:lnSpc>
                <a:spcPct val="110000"/>
              </a:lnSpc>
              <a:spcBef>
                <a:spcPct val="25000"/>
              </a:spcBef>
              <a:buFont typeface="Wingdings" panose="05000000000000000000" pitchFamily="2" charset="2"/>
              <a:buNone/>
              <a:defRPr/>
            </a:pPr>
            <a:fld id="{CBF2804C-7E0C-472F-A993-06D87E7147A5}" type="slidenum">
              <a:rPr lang="ko-KR" altLang="en-US" sz="1000" smtClean="0">
                <a:solidFill>
                  <a:srgbClr val="7F7F7F"/>
                </a:solidFill>
                <a:latin typeface="맑은 고딕" panose="020B0503020000020004" pitchFamily="50" charset="-127"/>
                <a:ea typeface="맑은 고딕" panose="020B0503020000020004" pitchFamily="50" charset="-127"/>
              </a:rPr>
              <a:pPr algn="ctr">
                <a:lnSpc>
                  <a:spcPct val="110000"/>
                </a:lnSpc>
                <a:spcBef>
                  <a:spcPct val="25000"/>
                </a:spcBef>
                <a:buFont typeface="Wingdings" panose="05000000000000000000" pitchFamily="2" charset="2"/>
                <a:buNone/>
                <a:defRPr/>
              </a:pPr>
              <a:t>‹#›</a:t>
            </a:fld>
            <a:endParaRPr lang="en-US" altLang="ko-KR" sz="1000">
              <a:solidFill>
                <a:srgbClr val="7F7F7F"/>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3055624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Page">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79E728FA-A1F0-0BEF-145C-7C5A4B4F8230}"/>
              </a:ext>
            </a:extLst>
          </p:cNvPr>
          <p:cNvSpPr txBox="1">
            <a:spLocks noChangeArrowheads="1"/>
          </p:cNvSpPr>
          <p:nvPr userDrawn="1"/>
        </p:nvSpPr>
        <p:spPr>
          <a:xfrm>
            <a:off x="4449763" y="6524625"/>
            <a:ext cx="1006475" cy="204788"/>
          </a:xfrm>
          <a:prstGeom prst="rect">
            <a:avLst/>
          </a:prstGeom>
          <a:ln/>
        </p:spPr>
        <p:txBody>
          <a:bodyPr anchor="ctr"/>
          <a:lstStyle>
            <a:lvl1pPr>
              <a:defRPr>
                <a:solidFill>
                  <a:schemeClr val="tx1"/>
                </a:solidFill>
                <a:latin typeface="Wingdings 2" panose="05020102010507070707" pitchFamily="18" charset="2"/>
                <a:ea typeface="굴림" panose="020B0600000101010101" pitchFamily="50" charset="-127"/>
              </a:defRPr>
            </a:lvl1pPr>
            <a:lvl2pPr marL="742950" indent="-285750">
              <a:defRPr>
                <a:solidFill>
                  <a:schemeClr val="tx1"/>
                </a:solidFill>
                <a:latin typeface="Wingdings 2" panose="05020102010507070707" pitchFamily="18" charset="2"/>
                <a:ea typeface="굴림" panose="020B0600000101010101" pitchFamily="50" charset="-127"/>
              </a:defRPr>
            </a:lvl2pPr>
            <a:lvl3pPr marL="1143000" indent="-228600">
              <a:defRPr>
                <a:solidFill>
                  <a:schemeClr val="tx1"/>
                </a:solidFill>
                <a:latin typeface="Wingdings 2" panose="05020102010507070707" pitchFamily="18" charset="2"/>
                <a:ea typeface="굴림" panose="020B0600000101010101" pitchFamily="50" charset="-127"/>
              </a:defRPr>
            </a:lvl3pPr>
            <a:lvl4pPr marL="1600200" indent="-228600">
              <a:defRPr>
                <a:solidFill>
                  <a:schemeClr val="tx1"/>
                </a:solidFill>
                <a:latin typeface="Wingdings 2" panose="05020102010507070707" pitchFamily="18" charset="2"/>
                <a:ea typeface="굴림" panose="020B0600000101010101" pitchFamily="50" charset="-127"/>
              </a:defRPr>
            </a:lvl4pPr>
            <a:lvl5pPr marL="2057400" indent="-228600">
              <a:defRPr>
                <a:solidFill>
                  <a:schemeClr val="tx1"/>
                </a:solidFill>
                <a:latin typeface="Wingdings 2" panose="05020102010507070707" pitchFamily="18" charset="2"/>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9pPr>
          </a:lstStyle>
          <a:p>
            <a:pPr algn="ctr">
              <a:lnSpc>
                <a:spcPct val="110000"/>
              </a:lnSpc>
              <a:spcBef>
                <a:spcPct val="25000"/>
              </a:spcBef>
              <a:buFont typeface="Wingdings" panose="05000000000000000000" pitchFamily="2" charset="2"/>
              <a:buNone/>
              <a:defRPr/>
            </a:pPr>
            <a:fld id="{4298F31F-0EE6-4DB4-9C31-703C1C3609EE}" type="slidenum">
              <a:rPr lang="ko-KR" altLang="en-US" sz="1000" smtClean="0">
                <a:solidFill>
                  <a:srgbClr val="7F7F7F"/>
                </a:solidFill>
                <a:latin typeface="맑은 고딕" panose="020B0503020000020004" pitchFamily="50" charset="-127"/>
                <a:ea typeface="맑은 고딕" panose="020B0503020000020004" pitchFamily="50" charset="-127"/>
              </a:rPr>
              <a:pPr algn="ctr">
                <a:lnSpc>
                  <a:spcPct val="110000"/>
                </a:lnSpc>
                <a:spcBef>
                  <a:spcPct val="25000"/>
                </a:spcBef>
                <a:buFont typeface="Wingdings" panose="05000000000000000000" pitchFamily="2" charset="2"/>
                <a:buNone/>
                <a:defRPr/>
              </a:pPr>
              <a:t>‹#›</a:t>
            </a:fld>
            <a:endParaRPr lang="en-US" altLang="ko-KR" sz="1000">
              <a:solidFill>
                <a:srgbClr val="7F7F7F"/>
              </a:solidFill>
              <a:latin typeface="맑은 고딕" panose="020B0503020000020004" pitchFamily="50" charset="-127"/>
              <a:ea typeface="맑은 고딕" panose="020B0503020000020004" pitchFamily="50" charset="-127"/>
            </a:endParaRPr>
          </a:p>
        </p:txBody>
      </p:sp>
      <p:pic>
        <p:nvPicPr>
          <p:cNvPr id="3" name="Picture 2" descr="C:\Users\a\Desktop\Rhyme A23610\01.Guide\03.[app_title]description\source\엘지로고_영문.jpg">
            <a:extLst>
              <a:ext uri="{FF2B5EF4-FFF2-40B4-BE49-F238E27FC236}">
                <a16:creationId xmlns:a16="http://schemas.microsoft.com/office/drawing/2014/main" id="{A80DD410-6246-001D-FC1C-A27EB57F9BD0}"/>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28588" y="6488113"/>
            <a:ext cx="1728787"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105352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87B66441-6EED-C29A-B593-A544F9B28E91}"/>
              </a:ext>
            </a:extLst>
          </p:cNvPr>
          <p:cNvSpPr txBox="1">
            <a:spLocks noChangeArrowheads="1"/>
          </p:cNvSpPr>
          <p:nvPr userDrawn="1"/>
        </p:nvSpPr>
        <p:spPr>
          <a:xfrm>
            <a:off x="4449763" y="6524625"/>
            <a:ext cx="1006475" cy="204788"/>
          </a:xfrm>
          <a:prstGeom prst="rect">
            <a:avLst/>
          </a:prstGeom>
          <a:ln/>
        </p:spPr>
        <p:txBody>
          <a:bodyPr anchor="ctr"/>
          <a:lstStyle>
            <a:lvl1pPr>
              <a:defRPr>
                <a:solidFill>
                  <a:schemeClr val="tx1"/>
                </a:solidFill>
                <a:latin typeface="Wingdings 2" panose="05020102010507070707" pitchFamily="18" charset="2"/>
                <a:ea typeface="굴림" panose="020B0600000101010101" pitchFamily="50" charset="-127"/>
              </a:defRPr>
            </a:lvl1pPr>
            <a:lvl2pPr marL="742950" indent="-285750">
              <a:defRPr>
                <a:solidFill>
                  <a:schemeClr val="tx1"/>
                </a:solidFill>
                <a:latin typeface="Wingdings 2" panose="05020102010507070707" pitchFamily="18" charset="2"/>
                <a:ea typeface="굴림" panose="020B0600000101010101" pitchFamily="50" charset="-127"/>
              </a:defRPr>
            </a:lvl2pPr>
            <a:lvl3pPr marL="1143000" indent="-228600">
              <a:defRPr>
                <a:solidFill>
                  <a:schemeClr val="tx1"/>
                </a:solidFill>
                <a:latin typeface="Wingdings 2" panose="05020102010507070707" pitchFamily="18" charset="2"/>
                <a:ea typeface="굴림" panose="020B0600000101010101" pitchFamily="50" charset="-127"/>
              </a:defRPr>
            </a:lvl3pPr>
            <a:lvl4pPr marL="1600200" indent="-228600">
              <a:defRPr>
                <a:solidFill>
                  <a:schemeClr val="tx1"/>
                </a:solidFill>
                <a:latin typeface="Wingdings 2" panose="05020102010507070707" pitchFamily="18" charset="2"/>
                <a:ea typeface="굴림" panose="020B0600000101010101" pitchFamily="50" charset="-127"/>
              </a:defRPr>
            </a:lvl4pPr>
            <a:lvl5pPr marL="2057400" indent="-228600">
              <a:defRPr>
                <a:solidFill>
                  <a:schemeClr val="tx1"/>
                </a:solidFill>
                <a:latin typeface="Wingdings 2" panose="05020102010507070707" pitchFamily="18" charset="2"/>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9pPr>
          </a:lstStyle>
          <a:p>
            <a:pPr algn="ctr">
              <a:lnSpc>
                <a:spcPct val="110000"/>
              </a:lnSpc>
              <a:spcBef>
                <a:spcPct val="25000"/>
              </a:spcBef>
              <a:buFont typeface="Wingdings" panose="05000000000000000000" pitchFamily="2" charset="2"/>
              <a:buNone/>
              <a:defRPr/>
            </a:pPr>
            <a:fld id="{54CA771B-56EB-475F-9F9A-70A8E9E28C0E}" type="slidenum">
              <a:rPr lang="ko-KR" altLang="en-US" sz="1000" smtClean="0">
                <a:solidFill>
                  <a:srgbClr val="7F7F7F"/>
                </a:solidFill>
                <a:latin typeface="맑은 고딕" panose="020B0503020000020004" pitchFamily="50" charset="-127"/>
                <a:ea typeface="맑은 고딕" panose="020B0503020000020004" pitchFamily="50" charset="-127"/>
              </a:rPr>
              <a:pPr algn="ctr">
                <a:lnSpc>
                  <a:spcPct val="110000"/>
                </a:lnSpc>
                <a:spcBef>
                  <a:spcPct val="25000"/>
                </a:spcBef>
                <a:buFont typeface="Wingdings" panose="05000000000000000000" pitchFamily="2" charset="2"/>
                <a:buNone/>
                <a:defRPr/>
              </a:pPr>
              <a:t>‹#›</a:t>
            </a:fld>
            <a:endParaRPr lang="en-US" altLang="ko-KR" sz="1000">
              <a:solidFill>
                <a:srgbClr val="7F7F7F"/>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2995659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238250" y="1122363"/>
            <a:ext cx="74295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마스터 부제목 스타일 편집</a:t>
            </a:r>
          </a:p>
        </p:txBody>
      </p:sp>
      <p:sp>
        <p:nvSpPr>
          <p:cNvPr id="4" name="날짜 개체 틀 3">
            <a:extLst>
              <a:ext uri="{FF2B5EF4-FFF2-40B4-BE49-F238E27FC236}">
                <a16:creationId xmlns:a16="http://schemas.microsoft.com/office/drawing/2014/main" id="{1A8A3673-8525-FD88-04A7-066B1A3A9AB9}"/>
              </a:ext>
            </a:extLst>
          </p:cNvPr>
          <p:cNvSpPr>
            <a:spLocks noGrp="1"/>
          </p:cNvSpPr>
          <p:nvPr>
            <p:ph type="dt" sz="half" idx="10"/>
          </p:nvPr>
        </p:nvSpPr>
        <p:spPr/>
        <p:txBody>
          <a:bodyPr/>
          <a:lstStyle>
            <a:lvl1pPr>
              <a:defRPr/>
            </a:lvl1pPr>
          </a:lstStyle>
          <a:p>
            <a:pPr>
              <a:defRPr/>
            </a:pPr>
            <a:fld id="{6878B208-30BD-470A-9715-0D25AD2D25BB}"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5951835B-FA20-749D-D3AC-F67008477256}"/>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5D38C0C6-A9F6-D42D-B536-D1128A7A65B8}"/>
              </a:ext>
            </a:extLst>
          </p:cNvPr>
          <p:cNvSpPr>
            <a:spLocks noGrp="1"/>
          </p:cNvSpPr>
          <p:nvPr>
            <p:ph type="sldNum" sz="quarter" idx="12"/>
          </p:nvPr>
        </p:nvSpPr>
        <p:spPr/>
        <p:txBody>
          <a:bodyPr/>
          <a:lstStyle>
            <a:lvl1pPr>
              <a:defRPr/>
            </a:lvl1pPr>
          </a:lstStyle>
          <a:p>
            <a:pPr>
              <a:defRPr/>
            </a:pPr>
            <a:fld id="{B95895A6-4DC7-4C49-850D-67E7ADEDA76C}" type="slidenum">
              <a:rPr lang="ko-KR" altLang="en-US"/>
              <a:pPr>
                <a:defRPr/>
              </a:pPr>
              <a:t>‹#›</a:t>
            </a:fld>
            <a:endParaRPr lang="ko-KR" altLang="en-US"/>
          </a:p>
        </p:txBody>
      </p:sp>
    </p:spTree>
    <p:extLst>
      <p:ext uri="{BB962C8B-B14F-4D97-AF65-F5344CB8AC3E}">
        <p14:creationId xmlns:p14="http://schemas.microsoft.com/office/powerpoint/2010/main" val="1895197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78F1D874-07E9-4A10-207E-82AAF73E46F3}"/>
              </a:ext>
            </a:extLst>
          </p:cNvPr>
          <p:cNvSpPr>
            <a:spLocks noGrp="1"/>
          </p:cNvSpPr>
          <p:nvPr>
            <p:ph type="dt" sz="half" idx="10"/>
          </p:nvPr>
        </p:nvSpPr>
        <p:spPr/>
        <p:txBody>
          <a:bodyPr/>
          <a:lstStyle>
            <a:lvl1pPr>
              <a:defRPr/>
            </a:lvl1pPr>
          </a:lstStyle>
          <a:p>
            <a:pPr>
              <a:defRPr/>
            </a:pPr>
            <a:fld id="{FFE8E0D5-0681-48B8-825F-C9ADEF07C556}"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DB4737AB-FAED-CDB2-3717-CFDC517E9EB4}"/>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617AE766-1F9B-8690-F311-1493A274A367}"/>
              </a:ext>
            </a:extLst>
          </p:cNvPr>
          <p:cNvSpPr>
            <a:spLocks noGrp="1"/>
          </p:cNvSpPr>
          <p:nvPr>
            <p:ph type="sldNum" sz="quarter" idx="12"/>
          </p:nvPr>
        </p:nvSpPr>
        <p:spPr/>
        <p:txBody>
          <a:bodyPr/>
          <a:lstStyle>
            <a:lvl1pPr>
              <a:defRPr/>
            </a:lvl1pPr>
          </a:lstStyle>
          <a:p>
            <a:pPr>
              <a:defRPr/>
            </a:pPr>
            <a:fld id="{8A60FABB-61F6-437D-829F-968260948823}" type="slidenum">
              <a:rPr lang="ko-KR" altLang="en-US"/>
              <a:pPr>
                <a:defRPr/>
              </a:pPr>
              <a:t>‹#›</a:t>
            </a:fld>
            <a:endParaRPr lang="ko-KR" altLang="en-US"/>
          </a:p>
        </p:txBody>
      </p:sp>
    </p:spTree>
    <p:extLst>
      <p:ext uri="{BB962C8B-B14F-4D97-AF65-F5344CB8AC3E}">
        <p14:creationId xmlns:p14="http://schemas.microsoft.com/office/powerpoint/2010/main" val="3279312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676275" y="1709738"/>
            <a:ext cx="8543925"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676275" y="4589463"/>
            <a:ext cx="854392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편집합니다</a:t>
            </a:r>
          </a:p>
        </p:txBody>
      </p:sp>
      <p:sp>
        <p:nvSpPr>
          <p:cNvPr id="4" name="날짜 개체 틀 3">
            <a:extLst>
              <a:ext uri="{FF2B5EF4-FFF2-40B4-BE49-F238E27FC236}">
                <a16:creationId xmlns:a16="http://schemas.microsoft.com/office/drawing/2014/main" id="{5F71B68A-4147-F36D-91F8-B41155CEA25A}"/>
              </a:ext>
            </a:extLst>
          </p:cNvPr>
          <p:cNvSpPr>
            <a:spLocks noGrp="1"/>
          </p:cNvSpPr>
          <p:nvPr>
            <p:ph type="dt" sz="half" idx="10"/>
          </p:nvPr>
        </p:nvSpPr>
        <p:spPr/>
        <p:txBody>
          <a:bodyPr/>
          <a:lstStyle>
            <a:lvl1pPr>
              <a:defRPr/>
            </a:lvl1pPr>
          </a:lstStyle>
          <a:p>
            <a:pPr>
              <a:defRPr/>
            </a:pPr>
            <a:fld id="{7246CF88-100E-4128-A311-AEC73EC1A937}"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59179A35-D74B-C73A-5CE2-A6FC50EBB8FA}"/>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FC476B39-6246-99EC-9F3F-ADDC24FAADCB}"/>
              </a:ext>
            </a:extLst>
          </p:cNvPr>
          <p:cNvSpPr>
            <a:spLocks noGrp="1"/>
          </p:cNvSpPr>
          <p:nvPr>
            <p:ph type="sldNum" sz="quarter" idx="12"/>
          </p:nvPr>
        </p:nvSpPr>
        <p:spPr/>
        <p:txBody>
          <a:bodyPr/>
          <a:lstStyle>
            <a:lvl1pPr>
              <a:defRPr/>
            </a:lvl1pPr>
          </a:lstStyle>
          <a:p>
            <a:pPr>
              <a:defRPr/>
            </a:pPr>
            <a:fld id="{22622279-ED70-4683-9D72-B9AD1EF4C199}" type="slidenum">
              <a:rPr lang="ko-KR" altLang="en-US"/>
              <a:pPr>
                <a:defRPr/>
              </a:pPr>
              <a:t>‹#›</a:t>
            </a:fld>
            <a:endParaRPr lang="ko-KR" altLang="en-US"/>
          </a:p>
        </p:txBody>
      </p:sp>
    </p:spTree>
    <p:extLst>
      <p:ext uri="{BB962C8B-B14F-4D97-AF65-F5344CB8AC3E}">
        <p14:creationId xmlns:p14="http://schemas.microsoft.com/office/powerpoint/2010/main" val="1568808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681038" y="1825625"/>
            <a:ext cx="4195762"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5029200" y="1825625"/>
            <a:ext cx="4195763"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3">
            <a:extLst>
              <a:ext uri="{FF2B5EF4-FFF2-40B4-BE49-F238E27FC236}">
                <a16:creationId xmlns:a16="http://schemas.microsoft.com/office/drawing/2014/main" id="{8E759D7B-73EB-D4A0-76C2-4A6E1FEBF260}"/>
              </a:ext>
            </a:extLst>
          </p:cNvPr>
          <p:cNvSpPr>
            <a:spLocks noGrp="1"/>
          </p:cNvSpPr>
          <p:nvPr>
            <p:ph type="dt" sz="half" idx="10"/>
          </p:nvPr>
        </p:nvSpPr>
        <p:spPr/>
        <p:txBody>
          <a:bodyPr/>
          <a:lstStyle>
            <a:lvl1pPr>
              <a:defRPr/>
            </a:lvl1pPr>
          </a:lstStyle>
          <a:p>
            <a:pPr>
              <a:defRPr/>
            </a:pPr>
            <a:fld id="{C42DC98C-1973-4068-80F7-B14160CDE011}" type="datetimeFigureOut">
              <a:rPr lang="ko-KR" altLang="en-US"/>
              <a:pPr>
                <a:defRPr/>
              </a:pPr>
              <a:t>2026-10-10</a:t>
            </a:fld>
            <a:endParaRPr lang="ko-KR" altLang="en-US" dirty="0"/>
          </a:p>
        </p:txBody>
      </p:sp>
      <p:sp>
        <p:nvSpPr>
          <p:cNvPr id="6" name="바닥글 개체 틀 4">
            <a:extLst>
              <a:ext uri="{FF2B5EF4-FFF2-40B4-BE49-F238E27FC236}">
                <a16:creationId xmlns:a16="http://schemas.microsoft.com/office/drawing/2014/main" id="{0EEA51B8-9577-6CCE-0931-A8812A5A2650}"/>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4306B09B-12FA-617D-35AC-F8B60869FDB4}"/>
              </a:ext>
            </a:extLst>
          </p:cNvPr>
          <p:cNvSpPr>
            <a:spLocks noGrp="1"/>
          </p:cNvSpPr>
          <p:nvPr>
            <p:ph type="sldNum" sz="quarter" idx="12"/>
          </p:nvPr>
        </p:nvSpPr>
        <p:spPr/>
        <p:txBody>
          <a:bodyPr/>
          <a:lstStyle>
            <a:lvl1pPr>
              <a:defRPr/>
            </a:lvl1pPr>
          </a:lstStyle>
          <a:p>
            <a:pPr>
              <a:defRPr/>
            </a:pPr>
            <a:fld id="{30DF5836-DD8F-401C-BE4F-61F6784A4A7D}" type="slidenum">
              <a:rPr lang="ko-KR" altLang="en-US"/>
              <a:pPr>
                <a:defRPr/>
              </a:pPr>
              <a:t>‹#›</a:t>
            </a:fld>
            <a:endParaRPr lang="ko-KR" altLang="en-US"/>
          </a:p>
        </p:txBody>
      </p:sp>
    </p:spTree>
    <p:extLst>
      <p:ext uri="{BB962C8B-B14F-4D97-AF65-F5344CB8AC3E}">
        <p14:creationId xmlns:p14="http://schemas.microsoft.com/office/powerpoint/2010/main" val="2767617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82625" y="365125"/>
            <a:ext cx="8543925" cy="1325563"/>
          </a:xfrm>
        </p:spPr>
        <p:txBody>
          <a:bodyPr/>
          <a:lstStyle/>
          <a:p>
            <a:r>
              <a:rPr lang="ko-KR" altLang="en-US"/>
              <a:t>마스터 제목 스타일 편집</a:t>
            </a:r>
          </a:p>
        </p:txBody>
      </p:sp>
      <p:sp>
        <p:nvSpPr>
          <p:cNvPr id="3" name="텍스트 개체 틀 2"/>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682625" y="2505075"/>
            <a:ext cx="4191000"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5014913" y="2505075"/>
            <a:ext cx="4211637"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3">
            <a:extLst>
              <a:ext uri="{FF2B5EF4-FFF2-40B4-BE49-F238E27FC236}">
                <a16:creationId xmlns:a16="http://schemas.microsoft.com/office/drawing/2014/main" id="{427B243F-2B0D-A627-DF1D-FFB7563803BB}"/>
              </a:ext>
            </a:extLst>
          </p:cNvPr>
          <p:cNvSpPr>
            <a:spLocks noGrp="1"/>
          </p:cNvSpPr>
          <p:nvPr>
            <p:ph type="dt" sz="half" idx="10"/>
          </p:nvPr>
        </p:nvSpPr>
        <p:spPr/>
        <p:txBody>
          <a:bodyPr/>
          <a:lstStyle>
            <a:lvl1pPr>
              <a:defRPr/>
            </a:lvl1pPr>
          </a:lstStyle>
          <a:p>
            <a:pPr>
              <a:defRPr/>
            </a:pPr>
            <a:fld id="{A701F79F-332B-4799-963E-641D30FD75FE}" type="datetimeFigureOut">
              <a:rPr lang="ko-KR" altLang="en-US"/>
              <a:pPr>
                <a:defRPr/>
              </a:pPr>
              <a:t>2026-10-10</a:t>
            </a:fld>
            <a:endParaRPr lang="ko-KR" altLang="en-US" dirty="0"/>
          </a:p>
        </p:txBody>
      </p:sp>
      <p:sp>
        <p:nvSpPr>
          <p:cNvPr id="8" name="바닥글 개체 틀 4">
            <a:extLst>
              <a:ext uri="{FF2B5EF4-FFF2-40B4-BE49-F238E27FC236}">
                <a16:creationId xmlns:a16="http://schemas.microsoft.com/office/drawing/2014/main" id="{5C6F4663-3DEA-709E-41C1-1A10DB067741}"/>
              </a:ext>
            </a:extLst>
          </p:cNvPr>
          <p:cNvSpPr>
            <a:spLocks noGrp="1"/>
          </p:cNvSpPr>
          <p:nvPr>
            <p:ph type="ftr" sz="quarter" idx="11"/>
          </p:nvPr>
        </p:nvSpPr>
        <p:spPr/>
        <p:txBody>
          <a:bodyPr/>
          <a:lstStyle>
            <a:lvl1pPr>
              <a:defRPr/>
            </a:lvl1pPr>
          </a:lstStyle>
          <a:p>
            <a:pPr>
              <a:defRPr/>
            </a:pPr>
            <a:endParaRPr lang="ko-KR" altLang="en-US"/>
          </a:p>
        </p:txBody>
      </p:sp>
      <p:sp>
        <p:nvSpPr>
          <p:cNvPr id="9" name="슬라이드 번호 개체 틀 5">
            <a:extLst>
              <a:ext uri="{FF2B5EF4-FFF2-40B4-BE49-F238E27FC236}">
                <a16:creationId xmlns:a16="http://schemas.microsoft.com/office/drawing/2014/main" id="{380EA93A-1825-0288-EAF5-A2F2BD55421A}"/>
              </a:ext>
            </a:extLst>
          </p:cNvPr>
          <p:cNvSpPr>
            <a:spLocks noGrp="1"/>
          </p:cNvSpPr>
          <p:nvPr>
            <p:ph type="sldNum" sz="quarter" idx="12"/>
          </p:nvPr>
        </p:nvSpPr>
        <p:spPr/>
        <p:txBody>
          <a:bodyPr/>
          <a:lstStyle>
            <a:lvl1pPr>
              <a:defRPr/>
            </a:lvl1pPr>
          </a:lstStyle>
          <a:p>
            <a:pPr>
              <a:defRPr/>
            </a:pPr>
            <a:fld id="{6DEE6740-BE63-4281-9911-7268B07AD331}" type="slidenum">
              <a:rPr lang="ko-KR" altLang="en-US"/>
              <a:pPr>
                <a:defRPr/>
              </a:pPr>
              <a:t>‹#›</a:t>
            </a:fld>
            <a:endParaRPr lang="ko-KR" altLang="en-US"/>
          </a:p>
        </p:txBody>
      </p:sp>
    </p:spTree>
    <p:extLst>
      <p:ext uri="{BB962C8B-B14F-4D97-AF65-F5344CB8AC3E}">
        <p14:creationId xmlns:p14="http://schemas.microsoft.com/office/powerpoint/2010/main" val="2902372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3">
            <a:extLst>
              <a:ext uri="{FF2B5EF4-FFF2-40B4-BE49-F238E27FC236}">
                <a16:creationId xmlns:a16="http://schemas.microsoft.com/office/drawing/2014/main" id="{FA680684-702E-A694-2AE6-35ED938CA735}"/>
              </a:ext>
            </a:extLst>
          </p:cNvPr>
          <p:cNvSpPr>
            <a:spLocks noGrp="1"/>
          </p:cNvSpPr>
          <p:nvPr>
            <p:ph type="dt" sz="half" idx="10"/>
          </p:nvPr>
        </p:nvSpPr>
        <p:spPr/>
        <p:txBody>
          <a:bodyPr/>
          <a:lstStyle>
            <a:lvl1pPr>
              <a:defRPr/>
            </a:lvl1pPr>
          </a:lstStyle>
          <a:p>
            <a:pPr>
              <a:defRPr/>
            </a:pPr>
            <a:fld id="{73F10620-C8C2-42A2-9382-B04DD88E0032}" type="datetimeFigureOut">
              <a:rPr lang="ko-KR" altLang="en-US"/>
              <a:pPr>
                <a:defRPr/>
              </a:pPr>
              <a:t>2026-10-10</a:t>
            </a:fld>
            <a:endParaRPr lang="ko-KR" altLang="en-US" dirty="0"/>
          </a:p>
        </p:txBody>
      </p:sp>
      <p:sp>
        <p:nvSpPr>
          <p:cNvPr id="4" name="바닥글 개체 틀 4">
            <a:extLst>
              <a:ext uri="{FF2B5EF4-FFF2-40B4-BE49-F238E27FC236}">
                <a16:creationId xmlns:a16="http://schemas.microsoft.com/office/drawing/2014/main" id="{6142D435-DA40-6F6F-E72B-10A81587D2D7}"/>
              </a:ext>
            </a:extLst>
          </p:cNvPr>
          <p:cNvSpPr>
            <a:spLocks noGrp="1"/>
          </p:cNvSpPr>
          <p:nvPr>
            <p:ph type="ftr" sz="quarter" idx="11"/>
          </p:nvPr>
        </p:nvSpPr>
        <p:spPr/>
        <p:txBody>
          <a:bodyPr/>
          <a:lstStyle>
            <a:lvl1pPr>
              <a:defRPr/>
            </a:lvl1pPr>
          </a:lstStyle>
          <a:p>
            <a:pPr>
              <a:defRPr/>
            </a:pPr>
            <a:endParaRPr lang="ko-KR" altLang="en-US"/>
          </a:p>
        </p:txBody>
      </p:sp>
      <p:sp>
        <p:nvSpPr>
          <p:cNvPr id="5" name="슬라이드 번호 개체 틀 5">
            <a:extLst>
              <a:ext uri="{FF2B5EF4-FFF2-40B4-BE49-F238E27FC236}">
                <a16:creationId xmlns:a16="http://schemas.microsoft.com/office/drawing/2014/main" id="{8AD61A4F-2943-A8A2-4965-38E2A1937505}"/>
              </a:ext>
            </a:extLst>
          </p:cNvPr>
          <p:cNvSpPr>
            <a:spLocks noGrp="1"/>
          </p:cNvSpPr>
          <p:nvPr>
            <p:ph type="sldNum" sz="quarter" idx="12"/>
          </p:nvPr>
        </p:nvSpPr>
        <p:spPr/>
        <p:txBody>
          <a:bodyPr/>
          <a:lstStyle>
            <a:lvl1pPr>
              <a:defRPr/>
            </a:lvl1pPr>
          </a:lstStyle>
          <a:p>
            <a:pPr>
              <a:defRPr/>
            </a:pPr>
            <a:fld id="{C377DBC1-6608-4E18-8772-07400748FEC3}" type="slidenum">
              <a:rPr lang="ko-KR" altLang="en-US"/>
              <a:pPr>
                <a:defRPr/>
              </a:pPr>
              <a:t>‹#›</a:t>
            </a:fld>
            <a:endParaRPr lang="ko-KR" altLang="en-US"/>
          </a:p>
        </p:txBody>
      </p:sp>
    </p:spTree>
    <p:extLst>
      <p:ext uri="{BB962C8B-B14F-4D97-AF65-F5344CB8AC3E}">
        <p14:creationId xmlns:p14="http://schemas.microsoft.com/office/powerpoint/2010/main" val="1481212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3">
            <a:extLst>
              <a:ext uri="{FF2B5EF4-FFF2-40B4-BE49-F238E27FC236}">
                <a16:creationId xmlns:a16="http://schemas.microsoft.com/office/drawing/2014/main" id="{E98BB3A3-6B15-6CD0-2E36-D7D5CB98B855}"/>
              </a:ext>
            </a:extLst>
          </p:cNvPr>
          <p:cNvSpPr>
            <a:spLocks noGrp="1"/>
          </p:cNvSpPr>
          <p:nvPr>
            <p:ph type="dt" sz="half" idx="10"/>
          </p:nvPr>
        </p:nvSpPr>
        <p:spPr/>
        <p:txBody>
          <a:bodyPr/>
          <a:lstStyle>
            <a:lvl1pPr>
              <a:defRPr/>
            </a:lvl1pPr>
          </a:lstStyle>
          <a:p>
            <a:pPr>
              <a:defRPr/>
            </a:pPr>
            <a:fld id="{CC7DAAFD-5D20-46E4-ABCD-80ADE2106D9F}" type="datetimeFigureOut">
              <a:rPr lang="ko-KR" altLang="en-US"/>
              <a:pPr>
                <a:defRPr/>
              </a:pPr>
              <a:t>2026-10-10</a:t>
            </a:fld>
            <a:endParaRPr lang="ko-KR" altLang="en-US" dirty="0"/>
          </a:p>
        </p:txBody>
      </p:sp>
      <p:sp>
        <p:nvSpPr>
          <p:cNvPr id="3" name="바닥글 개체 틀 4">
            <a:extLst>
              <a:ext uri="{FF2B5EF4-FFF2-40B4-BE49-F238E27FC236}">
                <a16:creationId xmlns:a16="http://schemas.microsoft.com/office/drawing/2014/main" id="{CFAB1EF9-0D83-C0E2-7D7A-DB7247593DD5}"/>
              </a:ext>
            </a:extLst>
          </p:cNvPr>
          <p:cNvSpPr>
            <a:spLocks noGrp="1"/>
          </p:cNvSpPr>
          <p:nvPr>
            <p:ph type="ftr" sz="quarter" idx="11"/>
          </p:nvPr>
        </p:nvSpPr>
        <p:spPr/>
        <p:txBody>
          <a:bodyPr/>
          <a:lstStyle>
            <a:lvl1pPr>
              <a:defRPr/>
            </a:lvl1pPr>
          </a:lstStyle>
          <a:p>
            <a:pPr>
              <a:defRPr/>
            </a:pPr>
            <a:endParaRPr lang="ko-KR" altLang="en-US"/>
          </a:p>
        </p:txBody>
      </p:sp>
      <p:sp>
        <p:nvSpPr>
          <p:cNvPr id="4" name="슬라이드 번호 개체 틀 5">
            <a:extLst>
              <a:ext uri="{FF2B5EF4-FFF2-40B4-BE49-F238E27FC236}">
                <a16:creationId xmlns:a16="http://schemas.microsoft.com/office/drawing/2014/main" id="{2630CCAD-B886-871A-5277-61CFEA84749B}"/>
              </a:ext>
            </a:extLst>
          </p:cNvPr>
          <p:cNvSpPr>
            <a:spLocks noGrp="1"/>
          </p:cNvSpPr>
          <p:nvPr>
            <p:ph type="sldNum" sz="quarter" idx="12"/>
          </p:nvPr>
        </p:nvSpPr>
        <p:spPr/>
        <p:txBody>
          <a:bodyPr/>
          <a:lstStyle>
            <a:lvl1pPr>
              <a:defRPr/>
            </a:lvl1pPr>
          </a:lstStyle>
          <a:p>
            <a:pPr>
              <a:defRPr/>
            </a:pPr>
            <a:fld id="{F1A2E41F-17FF-4ABB-8AF6-F301610F501A}" type="slidenum">
              <a:rPr lang="ko-KR" altLang="en-US"/>
              <a:pPr>
                <a:defRPr/>
              </a:pPr>
              <a:t>‹#›</a:t>
            </a:fld>
            <a:endParaRPr lang="ko-KR" altLang="en-US"/>
          </a:p>
        </p:txBody>
      </p:sp>
    </p:spTree>
    <p:extLst>
      <p:ext uri="{BB962C8B-B14F-4D97-AF65-F5344CB8AC3E}">
        <p14:creationId xmlns:p14="http://schemas.microsoft.com/office/powerpoint/2010/main" val="39196851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F88AE282-1BA0-5397-B47E-2982C0A8E5CB}"/>
              </a:ext>
            </a:extLst>
          </p:cNvPr>
          <p:cNvSpPr>
            <a:spLocks noGrp="1"/>
          </p:cNvSpPr>
          <p:nvPr>
            <p:ph type="dt" sz="half" idx="10"/>
          </p:nvPr>
        </p:nvSpPr>
        <p:spPr/>
        <p:txBody>
          <a:bodyPr/>
          <a:lstStyle>
            <a:lvl1pPr>
              <a:defRPr/>
            </a:lvl1pPr>
          </a:lstStyle>
          <a:p>
            <a:pPr>
              <a:defRPr/>
            </a:pPr>
            <a:fld id="{6D93D79F-E679-49F1-B27D-271CB4F7CBDB}" type="datetimeFigureOut">
              <a:rPr lang="ko-KR" altLang="en-US"/>
              <a:pPr>
                <a:defRPr/>
              </a:pPr>
              <a:t>2026-10-10</a:t>
            </a:fld>
            <a:endParaRPr lang="ko-KR" altLang="en-US" dirty="0"/>
          </a:p>
        </p:txBody>
      </p:sp>
      <p:sp>
        <p:nvSpPr>
          <p:cNvPr id="6" name="바닥글 개체 틀 4">
            <a:extLst>
              <a:ext uri="{FF2B5EF4-FFF2-40B4-BE49-F238E27FC236}">
                <a16:creationId xmlns:a16="http://schemas.microsoft.com/office/drawing/2014/main" id="{785CB588-E3B0-DFC5-6527-3EF795FBCBE9}"/>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A5F01537-DD91-2D44-2242-EEB63E304762}"/>
              </a:ext>
            </a:extLst>
          </p:cNvPr>
          <p:cNvSpPr>
            <a:spLocks noGrp="1"/>
          </p:cNvSpPr>
          <p:nvPr>
            <p:ph type="sldNum" sz="quarter" idx="12"/>
          </p:nvPr>
        </p:nvSpPr>
        <p:spPr/>
        <p:txBody>
          <a:bodyPr/>
          <a:lstStyle>
            <a:lvl1pPr>
              <a:defRPr/>
            </a:lvl1pPr>
          </a:lstStyle>
          <a:p>
            <a:pPr>
              <a:defRPr/>
            </a:pPr>
            <a:fld id="{DD1CC3BC-1013-489C-A58E-32753EF9484C}" type="slidenum">
              <a:rPr lang="ko-KR" altLang="en-US"/>
              <a:pPr>
                <a:defRPr/>
              </a:pPr>
              <a:t>‹#›</a:t>
            </a:fld>
            <a:endParaRPr lang="ko-KR" altLang="en-US"/>
          </a:p>
        </p:txBody>
      </p:sp>
    </p:spTree>
    <p:extLst>
      <p:ext uri="{BB962C8B-B14F-4D97-AF65-F5344CB8AC3E}">
        <p14:creationId xmlns:p14="http://schemas.microsoft.com/office/powerpoint/2010/main" val="20033426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4211638" y="987425"/>
            <a:ext cx="5014912"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dirty="0"/>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ED7A9587-595E-D105-CC3B-DF2B38E2F10B}"/>
              </a:ext>
            </a:extLst>
          </p:cNvPr>
          <p:cNvSpPr>
            <a:spLocks noGrp="1"/>
          </p:cNvSpPr>
          <p:nvPr>
            <p:ph type="dt" sz="half" idx="10"/>
          </p:nvPr>
        </p:nvSpPr>
        <p:spPr/>
        <p:txBody>
          <a:bodyPr/>
          <a:lstStyle>
            <a:lvl1pPr>
              <a:defRPr/>
            </a:lvl1pPr>
          </a:lstStyle>
          <a:p>
            <a:pPr>
              <a:defRPr/>
            </a:pPr>
            <a:fld id="{22196A56-1DC6-484D-AE77-B9A814F4D8EB}" type="datetimeFigureOut">
              <a:rPr lang="ko-KR" altLang="en-US"/>
              <a:pPr>
                <a:defRPr/>
              </a:pPr>
              <a:t>2026-10-10</a:t>
            </a:fld>
            <a:endParaRPr lang="ko-KR" altLang="en-US" dirty="0"/>
          </a:p>
        </p:txBody>
      </p:sp>
      <p:sp>
        <p:nvSpPr>
          <p:cNvPr id="6" name="바닥글 개체 틀 4">
            <a:extLst>
              <a:ext uri="{FF2B5EF4-FFF2-40B4-BE49-F238E27FC236}">
                <a16:creationId xmlns:a16="http://schemas.microsoft.com/office/drawing/2014/main" id="{4D794E0F-C962-1226-99E5-917ACA9A91A1}"/>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8A4BCE76-17ED-1680-BF6E-1AA26B0E8D42}"/>
              </a:ext>
            </a:extLst>
          </p:cNvPr>
          <p:cNvSpPr>
            <a:spLocks noGrp="1"/>
          </p:cNvSpPr>
          <p:nvPr>
            <p:ph type="sldNum" sz="quarter" idx="12"/>
          </p:nvPr>
        </p:nvSpPr>
        <p:spPr/>
        <p:txBody>
          <a:bodyPr/>
          <a:lstStyle>
            <a:lvl1pPr>
              <a:defRPr/>
            </a:lvl1pPr>
          </a:lstStyle>
          <a:p>
            <a:pPr>
              <a:defRPr/>
            </a:pPr>
            <a:fld id="{FF799157-C521-49EE-A58C-C874024DE66A}" type="slidenum">
              <a:rPr lang="ko-KR" altLang="en-US"/>
              <a:pPr>
                <a:defRPr/>
              </a:pPr>
              <a:t>‹#›</a:t>
            </a:fld>
            <a:endParaRPr lang="ko-KR" altLang="en-US"/>
          </a:p>
        </p:txBody>
      </p:sp>
    </p:spTree>
    <p:extLst>
      <p:ext uri="{BB962C8B-B14F-4D97-AF65-F5344CB8AC3E}">
        <p14:creationId xmlns:p14="http://schemas.microsoft.com/office/powerpoint/2010/main" val="1552517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0A9927E1-BD74-C776-A6D7-52990A56171B}"/>
              </a:ext>
            </a:extLst>
          </p:cNvPr>
          <p:cNvSpPr>
            <a:spLocks noGrp="1"/>
          </p:cNvSpPr>
          <p:nvPr>
            <p:ph type="dt" sz="half" idx="10"/>
          </p:nvPr>
        </p:nvSpPr>
        <p:spPr/>
        <p:txBody>
          <a:bodyPr/>
          <a:lstStyle>
            <a:lvl1pPr>
              <a:defRPr/>
            </a:lvl1pPr>
          </a:lstStyle>
          <a:p>
            <a:pPr>
              <a:defRPr/>
            </a:pPr>
            <a:fld id="{1386242B-D256-47DD-8546-9349B374FB74}"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A903AEBA-0D90-6BF5-CBFD-7046EECCF062}"/>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BA74072F-2AED-404A-BF18-FA1B1D1BAF7F}"/>
              </a:ext>
            </a:extLst>
          </p:cNvPr>
          <p:cNvSpPr>
            <a:spLocks noGrp="1"/>
          </p:cNvSpPr>
          <p:nvPr>
            <p:ph type="sldNum" sz="quarter" idx="12"/>
          </p:nvPr>
        </p:nvSpPr>
        <p:spPr/>
        <p:txBody>
          <a:bodyPr/>
          <a:lstStyle>
            <a:lvl1pPr>
              <a:defRPr/>
            </a:lvl1pPr>
          </a:lstStyle>
          <a:p>
            <a:pPr>
              <a:defRPr/>
            </a:pPr>
            <a:fld id="{2AC474BA-C447-40BD-BF77-CCCE0906CEBA}" type="slidenum">
              <a:rPr lang="ko-KR" altLang="en-US"/>
              <a:pPr>
                <a:defRPr/>
              </a:pPr>
              <a:t>‹#›</a:t>
            </a:fld>
            <a:endParaRPr lang="ko-KR" altLang="en-US"/>
          </a:p>
        </p:txBody>
      </p:sp>
    </p:spTree>
    <p:extLst>
      <p:ext uri="{BB962C8B-B14F-4D97-AF65-F5344CB8AC3E}">
        <p14:creationId xmlns:p14="http://schemas.microsoft.com/office/powerpoint/2010/main" val="12693899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089775" y="365125"/>
            <a:ext cx="2135188"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681038" y="365125"/>
            <a:ext cx="6256337" cy="5811838"/>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624820C-59AE-A5A5-71FF-DFAD196E08EB}"/>
              </a:ext>
            </a:extLst>
          </p:cNvPr>
          <p:cNvSpPr>
            <a:spLocks noGrp="1"/>
          </p:cNvSpPr>
          <p:nvPr>
            <p:ph type="dt" sz="half" idx="10"/>
          </p:nvPr>
        </p:nvSpPr>
        <p:spPr/>
        <p:txBody>
          <a:bodyPr/>
          <a:lstStyle>
            <a:lvl1pPr>
              <a:defRPr/>
            </a:lvl1pPr>
          </a:lstStyle>
          <a:p>
            <a:pPr>
              <a:defRPr/>
            </a:pPr>
            <a:fld id="{424EDF27-1067-4255-AC06-459B6510E57B}"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EE3E3C14-0ACE-B274-EC7F-067F0361D272}"/>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2B8B3B69-67EF-E489-3E13-5F06C6C1F087}"/>
              </a:ext>
            </a:extLst>
          </p:cNvPr>
          <p:cNvSpPr>
            <a:spLocks noGrp="1"/>
          </p:cNvSpPr>
          <p:nvPr>
            <p:ph type="sldNum" sz="quarter" idx="12"/>
          </p:nvPr>
        </p:nvSpPr>
        <p:spPr/>
        <p:txBody>
          <a:bodyPr/>
          <a:lstStyle>
            <a:lvl1pPr>
              <a:defRPr/>
            </a:lvl1pPr>
          </a:lstStyle>
          <a:p>
            <a:pPr>
              <a:defRPr/>
            </a:pPr>
            <a:fld id="{103919D3-2D11-4201-86E1-8C67BAFAC5F3}" type="slidenum">
              <a:rPr lang="ko-KR" altLang="en-US"/>
              <a:pPr>
                <a:defRPr/>
              </a:pPr>
              <a:t>‹#›</a:t>
            </a:fld>
            <a:endParaRPr lang="ko-KR" altLang="en-US"/>
          </a:p>
        </p:txBody>
      </p:sp>
    </p:spTree>
    <p:extLst>
      <p:ext uri="{BB962C8B-B14F-4D97-AF65-F5344CB8AC3E}">
        <p14:creationId xmlns:p14="http://schemas.microsoft.com/office/powerpoint/2010/main" val="16204910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3">
            <a:extLst>
              <a:ext uri="{FF2B5EF4-FFF2-40B4-BE49-F238E27FC236}">
                <a16:creationId xmlns:a16="http://schemas.microsoft.com/office/drawing/2014/main" id="{75AD1D5A-6E59-429C-94FF-F3C3ECAB17D3}"/>
              </a:ext>
            </a:extLst>
          </p:cNvPr>
          <p:cNvSpPr>
            <a:spLocks noGrp="1"/>
          </p:cNvSpPr>
          <p:nvPr>
            <p:ph type="dt" sz="half" idx="10"/>
          </p:nvPr>
        </p:nvSpPr>
        <p:spPr/>
        <p:txBody>
          <a:bodyPr/>
          <a:lstStyle>
            <a:lvl1pPr>
              <a:defRPr/>
            </a:lvl1pPr>
          </a:lstStyle>
          <a:p>
            <a:pPr>
              <a:defRPr/>
            </a:pPr>
            <a:fld id="{42E61F13-765A-44CC-AEFE-84004E420237}" type="datetimeFigureOut">
              <a:rPr lang="ko-KR" altLang="en-US"/>
              <a:pPr>
                <a:defRPr/>
              </a:pPr>
              <a:t>2026-10-10</a:t>
            </a:fld>
            <a:endParaRPr lang="ko-KR" altLang="en-US" dirty="0"/>
          </a:p>
        </p:txBody>
      </p:sp>
      <p:sp>
        <p:nvSpPr>
          <p:cNvPr id="4" name="바닥글 개체 틀 4">
            <a:extLst>
              <a:ext uri="{FF2B5EF4-FFF2-40B4-BE49-F238E27FC236}">
                <a16:creationId xmlns:a16="http://schemas.microsoft.com/office/drawing/2014/main" id="{C1F686F0-1305-434E-84B3-D7935BB8EE56}"/>
              </a:ext>
            </a:extLst>
          </p:cNvPr>
          <p:cNvSpPr>
            <a:spLocks noGrp="1"/>
          </p:cNvSpPr>
          <p:nvPr>
            <p:ph type="ftr" sz="quarter" idx="11"/>
          </p:nvPr>
        </p:nvSpPr>
        <p:spPr/>
        <p:txBody>
          <a:bodyPr/>
          <a:lstStyle>
            <a:lvl1pPr>
              <a:defRPr/>
            </a:lvl1pPr>
          </a:lstStyle>
          <a:p>
            <a:pPr>
              <a:defRPr/>
            </a:pPr>
            <a:endParaRPr lang="ko-KR" altLang="en-US"/>
          </a:p>
        </p:txBody>
      </p:sp>
      <p:sp>
        <p:nvSpPr>
          <p:cNvPr id="5" name="슬라이드 번호 개체 틀 5">
            <a:extLst>
              <a:ext uri="{FF2B5EF4-FFF2-40B4-BE49-F238E27FC236}">
                <a16:creationId xmlns:a16="http://schemas.microsoft.com/office/drawing/2014/main" id="{8EA110C8-51BA-3E1D-7441-E7E7EFB80610}"/>
              </a:ext>
            </a:extLst>
          </p:cNvPr>
          <p:cNvSpPr>
            <a:spLocks noGrp="1"/>
          </p:cNvSpPr>
          <p:nvPr>
            <p:ph type="sldNum" sz="quarter" idx="12"/>
          </p:nvPr>
        </p:nvSpPr>
        <p:spPr/>
        <p:txBody>
          <a:bodyPr/>
          <a:lstStyle>
            <a:lvl1pPr>
              <a:defRPr/>
            </a:lvl1pPr>
          </a:lstStyle>
          <a:p>
            <a:pPr>
              <a:defRPr/>
            </a:pPr>
            <a:fld id="{BD923487-C6D9-4E10-904B-C9B6D2E83D07}" type="slidenum">
              <a:rPr lang="ko-KR" altLang="en-US"/>
              <a:pPr>
                <a:defRPr/>
              </a:pPr>
              <a:t>‹#›</a:t>
            </a:fld>
            <a:endParaRPr lang="ko-KR" altLang="en-US"/>
          </a:p>
        </p:txBody>
      </p:sp>
    </p:spTree>
    <p:extLst>
      <p:ext uri="{BB962C8B-B14F-4D97-AF65-F5344CB8AC3E}">
        <p14:creationId xmlns:p14="http://schemas.microsoft.com/office/powerpoint/2010/main" val="2205950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3">
            <a:extLst>
              <a:ext uri="{FF2B5EF4-FFF2-40B4-BE49-F238E27FC236}">
                <a16:creationId xmlns:a16="http://schemas.microsoft.com/office/drawing/2014/main" id="{2E292B45-B91D-0FFE-E31A-01AAAF22893B}"/>
              </a:ext>
            </a:extLst>
          </p:cNvPr>
          <p:cNvSpPr>
            <a:spLocks noGrp="1"/>
          </p:cNvSpPr>
          <p:nvPr>
            <p:ph type="dt" sz="half" idx="10"/>
          </p:nvPr>
        </p:nvSpPr>
        <p:spPr/>
        <p:txBody>
          <a:bodyPr/>
          <a:lstStyle>
            <a:lvl1pPr>
              <a:defRPr/>
            </a:lvl1pPr>
          </a:lstStyle>
          <a:p>
            <a:pPr>
              <a:defRPr/>
            </a:pPr>
            <a:fld id="{62783EB2-E45C-4731-B088-AC0AEF765B2D}" type="datetimeFigureOut">
              <a:rPr lang="ko-KR" altLang="en-US"/>
              <a:pPr>
                <a:defRPr/>
              </a:pPr>
              <a:t>2026-10-10</a:t>
            </a:fld>
            <a:endParaRPr lang="ko-KR" altLang="en-US" dirty="0"/>
          </a:p>
        </p:txBody>
      </p:sp>
      <p:sp>
        <p:nvSpPr>
          <p:cNvPr id="4" name="바닥글 개체 틀 4">
            <a:extLst>
              <a:ext uri="{FF2B5EF4-FFF2-40B4-BE49-F238E27FC236}">
                <a16:creationId xmlns:a16="http://schemas.microsoft.com/office/drawing/2014/main" id="{71A79851-EF6A-872E-9E09-DC31B9A34626}"/>
              </a:ext>
            </a:extLst>
          </p:cNvPr>
          <p:cNvSpPr>
            <a:spLocks noGrp="1"/>
          </p:cNvSpPr>
          <p:nvPr>
            <p:ph type="ftr" sz="quarter" idx="11"/>
          </p:nvPr>
        </p:nvSpPr>
        <p:spPr/>
        <p:txBody>
          <a:bodyPr/>
          <a:lstStyle>
            <a:lvl1pPr>
              <a:defRPr/>
            </a:lvl1pPr>
          </a:lstStyle>
          <a:p>
            <a:pPr>
              <a:defRPr/>
            </a:pPr>
            <a:endParaRPr lang="ko-KR" altLang="en-US"/>
          </a:p>
        </p:txBody>
      </p:sp>
      <p:sp>
        <p:nvSpPr>
          <p:cNvPr id="5" name="슬라이드 번호 개체 틀 5">
            <a:extLst>
              <a:ext uri="{FF2B5EF4-FFF2-40B4-BE49-F238E27FC236}">
                <a16:creationId xmlns:a16="http://schemas.microsoft.com/office/drawing/2014/main" id="{30909053-753C-9EFC-D06A-D8F9CD82B04F}"/>
              </a:ext>
            </a:extLst>
          </p:cNvPr>
          <p:cNvSpPr>
            <a:spLocks noGrp="1"/>
          </p:cNvSpPr>
          <p:nvPr>
            <p:ph type="sldNum" sz="quarter" idx="12"/>
          </p:nvPr>
        </p:nvSpPr>
        <p:spPr/>
        <p:txBody>
          <a:bodyPr/>
          <a:lstStyle>
            <a:lvl1pPr>
              <a:defRPr/>
            </a:lvl1pPr>
          </a:lstStyle>
          <a:p>
            <a:pPr>
              <a:defRPr/>
            </a:pPr>
            <a:fld id="{80C1CB7A-F8AF-489C-BCDC-1297FAA33F9D}" type="slidenum">
              <a:rPr lang="ko-KR" altLang="en-US"/>
              <a:pPr>
                <a:defRPr/>
              </a:pPr>
              <a:t>‹#›</a:t>
            </a:fld>
            <a:endParaRPr lang="ko-KR" altLang="en-US"/>
          </a:p>
        </p:txBody>
      </p:sp>
    </p:spTree>
    <p:extLst>
      <p:ext uri="{BB962C8B-B14F-4D97-AF65-F5344CB8AC3E}">
        <p14:creationId xmlns:p14="http://schemas.microsoft.com/office/powerpoint/2010/main" val="1754227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238250" y="1122363"/>
            <a:ext cx="74295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마스터 부제목 스타일 편집</a:t>
            </a:r>
          </a:p>
        </p:txBody>
      </p:sp>
      <p:sp>
        <p:nvSpPr>
          <p:cNvPr id="4" name="날짜 개체 틀 3">
            <a:extLst>
              <a:ext uri="{FF2B5EF4-FFF2-40B4-BE49-F238E27FC236}">
                <a16:creationId xmlns:a16="http://schemas.microsoft.com/office/drawing/2014/main" id="{A8830079-4BF8-2516-DF1F-EA7FD8966B82}"/>
              </a:ext>
            </a:extLst>
          </p:cNvPr>
          <p:cNvSpPr>
            <a:spLocks noGrp="1"/>
          </p:cNvSpPr>
          <p:nvPr>
            <p:ph type="dt" sz="half" idx="10"/>
          </p:nvPr>
        </p:nvSpPr>
        <p:spPr/>
        <p:txBody>
          <a:bodyPr/>
          <a:lstStyle>
            <a:lvl1pPr>
              <a:defRPr/>
            </a:lvl1pPr>
          </a:lstStyle>
          <a:p>
            <a:pPr>
              <a:defRPr/>
            </a:pPr>
            <a:fld id="{EC0FCE4B-54A9-47BF-A1D5-426E068C3BD9}"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6C8C18E5-4F23-FFDD-CAA9-92FECA60E907}"/>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16669DC7-0259-2488-B19A-CB9B159B8942}"/>
              </a:ext>
            </a:extLst>
          </p:cNvPr>
          <p:cNvSpPr>
            <a:spLocks noGrp="1"/>
          </p:cNvSpPr>
          <p:nvPr>
            <p:ph type="sldNum" sz="quarter" idx="12"/>
          </p:nvPr>
        </p:nvSpPr>
        <p:spPr/>
        <p:txBody>
          <a:bodyPr/>
          <a:lstStyle>
            <a:lvl1pPr>
              <a:defRPr/>
            </a:lvl1pPr>
          </a:lstStyle>
          <a:p>
            <a:pPr>
              <a:defRPr/>
            </a:pPr>
            <a:fld id="{5656D67B-38DE-40B8-801C-0B7C3E0EEFC2}" type="slidenum">
              <a:rPr lang="ko-KR" altLang="en-US"/>
              <a:pPr>
                <a:defRPr/>
              </a:pPr>
              <a:t>‹#›</a:t>
            </a:fld>
            <a:endParaRPr lang="ko-KR" altLang="en-US"/>
          </a:p>
        </p:txBody>
      </p:sp>
    </p:spTree>
    <p:extLst>
      <p:ext uri="{BB962C8B-B14F-4D97-AF65-F5344CB8AC3E}">
        <p14:creationId xmlns:p14="http://schemas.microsoft.com/office/powerpoint/2010/main" val="21195295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C75CA611-47AD-5314-AEB5-09303DA8803A}"/>
              </a:ext>
            </a:extLst>
          </p:cNvPr>
          <p:cNvSpPr>
            <a:spLocks noGrp="1"/>
          </p:cNvSpPr>
          <p:nvPr>
            <p:ph type="dt" sz="half" idx="10"/>
          </p:nvPr>
        </p:nvSpPr>
        <p:spPr/>
        <p:txBody>
          <a:bodyPr/>
          <a:lstStyle>
            <a:lvl1pPr>
              <a:defRPr/>
            </a:lvl1pPr>
          </a:lstStyle>
          <a:p>
            <a:pPr>
              <a:defRPr/>
            </a:pPr>
            <a:fld id="{E2FEF736-B883-42F2-BF21-543F8F9CF566}"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E984C089-5AD9-BDA9-4937-633088E37D27}"/>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A7640BA6-DDB0-8287-8190-400058B2ED7B}"/>
              </a:ext>
            </a:extLst>
          </p:cNvPr>
          <p:cNvSpPr>
            <a:spLocks noGrp="1"/>
          </p:cNvSpPr>
          <p:nvPr>
            <p:ph type="sldNum" sz="quarter" idx="12"/>
          </p:nvPr>
        </p:nvSpPr>
        <p:spPr/>
        <p:txBody>
          <a:bodyPr/>
          <a:lstStyle>
            <a:lvl1pPr>
              <a:defRPr/>
            </a:lvl1pPr>
          </a:lstStyle>
          <a:p>
            <a:pPr>
              <a:defRPr/>
            </a:pPr>
            <a:fld id="{E78CB893-343F-4B45-81B9-4531A8D8C38D}" type="slidenum">
              <a:rPr lang="ko-KR" altLang="en-US"/>
              <a:pPr>
                <a:defRPr/>
              </a:pPr>
              <a:t>‹#›</a:t>
            </a:fld>
            <a:endParaRPr lang="ko-KR" altLang="en-US"/>
          </a:p>
        </p:txBody>
      </p:sp>
    </p:spTree>
    <p:extLst>
      <p:ext uri="{BB962C8B-B14F-4D97-AF65-F5344CB8AC3E}">
        <p14:creationId xmlns:p14="http://schemas.microsoft.com/office/powerpoint/2010/main" val="8212232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676275" y="1709738"/>
            <a:ext cx="8543925"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676275" y="4589463"/>
            <a:ext cx="854392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편집합니다</a:t>
            </a:r>
          </a:p>
        </p:txBody>
      </p:sp>
      <p:sp>
        <p:nvSpPr>
          <p:cNvPr id="4" name="날짜 개체 틀 3">
            <a:extLst>
              <a:ext uri="{FF2B5EF4-FFF2-40B4-BE49-F238E27FC236}">
                <a16:creationId xmlns:a16="http://schemas.microsoft.com/office/drawing/2014/main" id="{123AC94F-0D23-0303-C540-46E7F10462A7}"/>
              </a:ext>
            </a:extLst>
          </p:cNvPr>
          <p:cNvSpPr>
            <a:spLocks noGrp="1"/>
          </p:cNvSpPr>
          <p:nvPr>
            <p:ph type="dt" sz="half" idx="10"/>
          </p:nvPr>
        </p:nvSpPr>
        <p:spPr/>
        <p:txBody>
          <a:bodyPr/>
          <a:lstStyle>
            <a:lvl1pPr>
              <a:defRPr/>
            </a:lvl1pPr>
          </a:lstStyle>
          <a:p>
            <a:pPr>
              <a:defRPr/>
            </a:pPr>
            <a:fld id="{F2BF4191-35D2-4C7C-B9E2-72CC136A01C9}"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787C243D-E125-5A8B-25F7-B3BC5B2386A4}"/>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62EAAC0E-7A23-70AD-754D-2A8E02F5B3A0}"/>
              </a:ext>
            </a:extLst>
          </p:cNvPr>
          <p:cNvSpPr>
            <a:spLocks noGrp="1"/>
          </p:cNvSpPr>
          <p:nvPr>
            <p:ph type="sldNum" sz="quarter" idx="12"/>
          </p:nvPr>
        </p:nvSpPr>
        <p:spPr/>
        <p:txBody>
          <a:bodyPr/>
          <a:lstStyle>
            <a:lvl1pPr>
              <a:defRPr/>
            </a:lvl1pPr>
          </a:lstStyle>
          <a:p>
            <a:pPr>
              <a:defRPr/>
            </a:pPr>
            <a:fld id="{21BD21C4-C08E-424C-89E0-E8A7E5FBEAC8}" type="slidenum">
              <a:rPr lang="ko-KR" altLang="en-US"/>
              <a:pPr>
                <a:defRPr/>
              </a:pPr>
              <a:t>‹#›</a:t>
            </a:fld>
            <a:endParaRPr lang="ko-KR" altLang="en-US"/>
          </a:p>
        </p:txBody>
      </p:sp>
    </p:spTree>
    <p:extLst>
      <p:ext uri="{BB962C8B-B14F-4D97-AF65-F5344CB8AC3E}">
        <p14:creationId xmlns:p14="http://schemas.microsoft.com/office/powerpoint/2010/main" val="33282155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681038" y="1825625"/>
            <a:ext cx="4195762"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5029200" y="1825625"/>
            <a:ext cx="4195763"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3">
            <a:extLst>
              <a:ext uri="{FF2B5EF4-FFF2-40B4-BE49-F238E27FC236}">
                <a16:creationId xmlns:a16="http://schemas.microsoft.com/office/drawing/2014/main" id="{6D88F0CF-C832-BF4E-3D5E-C722E15789F4}"/>
              </a:ext>
            </a:extLst>
          </p:cNvPr>
          <p:cNvSpPr>
            <a:spLocks noGrp="1"/>
          </p:cNvSpPr>
          <p:nvPr>
            <p:ph type="dt" sz="half" idx="10"/>
          </p:nvPr>
        </p:nvSpPr>
        <p:spPr/>
        <p:txBody>
          <a:bodyPr/>
          <a:lstStyle>
            <a:lvl1pPr>
              <a:defRPr/>
            </a:lvl1pPr>
          </a:lstStyle>
          <a:p>
            <a:pPr>
              <a:defRPr/>
            </a:pPr>
            <a:fld id="{9EC58222-F83D-4240-9D17-68B1D52C6D62}" type="datetimeFigureOut">
              <a:rPr lang="ko-KR" altLang="en-US"/>
              <a:pPr>
                <a:defRPr/>
              </a:pPr>
              <a:t>2026-10-10</a:t>
            </a:fld>
            <a:endParaRPr lang="ko-KR" altLang="en-US" dirty="0"/>
          </a:p>
        </p:txBody>
      </p:sp>
      <p:sp>
        <p:nvSpPr>
          <p:cNvPr id="6" name="바닥글 개체 틀 4">
            <a:extLst>
              <a:ext uri="{FF2B5EF4-FFF2-40B4-BE49-F238E27FC236}">
                <a16:creationId xmlns:a16="http://schemas.microsoft.com/office/drawing/2014/main" id="{86AB339C-7C24-8303-679B-996A0B32AF22}"/>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DAF594D5-65C8-DB5D-840E-94545F46243F}"/>
              </a:ext>
            </a:extLst>
          </p:cNvPr>
          <p:cNvSpPr>
            <a:spLocks noGrp="1"/>
          </p:cNvSpPr>
          <p:nvPr>
            <p:ph type="sldNum" sz="quarter" idx="12"/>
          </p:nvPr>
        </p:nvSpPr>
        <p:spPr/>
        <p:txBody>
          <a:bodyPr/>
          <a:lstStyle>
            <a:lvl1pPr>
              <a:defRPr/>
            </a:lvl1pPr>
          </a:lstStyle>
          <a:p>
            <a:pPr>
              <a:defRPr/>
            </a:pPr>
            <a:fld id="{C9D51603-A5F9-4771-ABD6-8B5DCCC6359B}" type="slidenum">
              <a:rPr lang="ko-KR" altLang="en-US"/>
              <a:pPr>
                <a:defRPr/>
              </a:pPr>
              <a:t>‹#›</a:t>
            </a:fld>
            <a:endParaRPr lang="ko-KR" altLang="en-US"/>
          </a:p>
        </p:txBody>
      </p:sp>
    </p:spTree>
    <p:extLst>
      <p:ext uri="{BB962C8B-B14F-4D97-AF65-F5344CB8AC3E}">
        <p14:creationId xmlns:p14="http://schemas.microsoft.com/office/powerpoint/2010/main" val="37362792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82625" y="365125"/>
            <a:ext cx="8543925" cy="1325563"/>
          </a:xfrm>
        </p:spPr>
        <p:txBody>
          <a:bodyPr/>
          <a:lstStyle/>
          <a:p>
            <a:r>
              <a:rPr lang="ko-KR" altLang="en-US"/>
              <a:t>마스터 제목 스타일 편집</a:t>
            </a:r>
          </a:p>
        </p:txBody>
      </p:sp>
      <p:sp>
        <p:nvSpPr>
          <p:cNvPr id="3" name="텍스트 개체 틀 2"/>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682625" y="2505075"/>
            <a:ext cx="4191000"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5014913" y="2505075"/>
            <a:ext cx="4211637"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3">
            <a:extLst>
              <a:ext uri="{FF2B5EF4-FFF2-40B4-BE49-F238E27FC236}">
                <a16:creationId xmlns:a16="http://schemas.microsoft.com/office/drawing/2014/main" id="{B46E329B-D116-C929-16A3-E6F373CD5773}"/>
              </a:ext>
            </a:extLst>
          </p:cNvPr>
          <p:cNvSpPr>
            <a:spLocks noGrp="1"/>
          </p:cNvSpPr>
          <p:nvPr>
            <p:ph type="dt" sz="half" idx="10"/>
          </p:nvPr>
        </p:nvSpPr>
        <p:spPr/>
        <p:txBody>
          <a:bodyPr/>
          <a:lstStyle>
            <a:lvl1pPr>
              <a:defRPr/>
            </a:lvl1pPr>
          </a:lstStyle>
          <a:p>
            <a:pPr>
              <a:defRPr/>
            </a:pPr>
            <a:fld id="{1AAA964F-62D0-409B-BBF7-51BE83E6F5BA}" type="datetimeFigureOut">
              <a:rPr lang="ko-KR" altLang="en-US"/>
              <a:pPr>
                <a:defRPr/>
              </a:pPr>
              <a:t>2026-10-10</a:t>
            </a:fld>
            <a:endParaRPr lang="ko-KR" altLang="en-US" dirty="0"/>
          </a:p>
        </p:txBody>
      </p:sp>
      <p:sp>
        <p:nvSpPr>
          <p:cNvPr id="8" name="바닥글 개체 틀 4">
            <a:extLst>
              <a:ext uri="{FF2B5EF4-FFF2-40B4-BE49-F238E27FC236}">
                <a16:creationId xmlns:a16="http://schemas.microsoft.com/office/drawing/2014/main" id="{0DC7E43E-ACA9-3E1D-BE73-F04920536D3B}"/>
              </a:ext>
            </a:extLst>
          </p:cNvPr>
          <p:cNvSpPr>
            <a:spLocks noGrp="1"/>
          </p:cNvSpPr>
          <p:nvPr>
            <p:ph type="ftr" sz="quarter" idx="11"/>
          </p:nvPr>
        </p:nvSpPr>
        <p:spPr/>
        <p:txBody>
          <a:bodyPr/>
          <a:lstStyle>
            <a:lvl1pPr>
              <a:defRPr/>
            </a:lvl1pPr>
          </a:lstStyle>
          <a:p>
            <a:pPr>
              <a:defRPr/>
            </a:pPr>
            <a:endParaRPr lang="ko-KR" altLang="en-US"/>
          </a:p>
        </p:txBody>
      </p:sp>
      <p:sp>
        <p:nvSpPr>
          <p:cNvPr id="9" name="슬라이드 번호 개체 틀 5">
            <a:extLst>
              <a:ext uri="{FF2B5EF4-FFF2-40B4-BE49-F238E27FC236}">
                <a16:creationId xmlns:a16="http://schemas.microsoft.com/office/drawing/2014/main" id="{79C22C9D-B047-6D76-CF48-3AB71D3B798D}"/>
              </a:ext>
            </a:extLst>
          </p:cNvPr>
          <p:cNvSpPr>
            <a:spLocks noGrp="1"/>
          </p:cNvSpPr>
          <p:nvPr>
            <p:ph type="sldNum" sz="quarter" idx="12"/>
          </p:nvPr>
        </p:nvSpPr>
        <p:spPr/>
        <p:txBody>
          <a:bodyPr/>
          <a:lstStyle>
            <a:lvl1pPr>
              <a:defRPr/>
            </a:lvl1pPr>
          </a:lstStyle>
          <a:p>
            <a:pPr>
              <a:defRPr/>
            </a:pPr>
            <a:fld id="{2DA4BFC3-78C1-4E9C-9A94-8CC35D20B799}" type="slidenum">
              <a:rPr lang="ko-KR" altLang="en-US"/>
              <a:pPr>
                <a:defRPr/>
              </a:pPr>
              <a:t>‹#›</a:t>
            </a:fld>
            <a:endParaRPr lang="ko-KR" altLang="en-US"/>
          </a:p>
        </p:txBody>
      </p:sp>
    </p:spTree>
    <p:extLst>
      <p:ext uri="{BB962C8B-B14F-4D97-AF65-F5344CB8AC3E}">
        <p14:creationId xmlns:p14="http://schemas.microsoft.com/office/powerpoint/2010/main" val="42362916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3">
            <a:extLst>
              <a:ext uri="{FF2B5EF4-FFF2-40B4-BE49-F238E27FC236}">
                <a16:creationId xmlns:a16="http://schemas.microsoft.com/office/drawing/2014/main" id="{516564A5-7CA9-FC89-BFBC-05BC5DFDC8E9}"/>
              </a:ext>
            </a:extLst>
          </p:cNvPr>
          <p:cNvSpPr>
            <a:spLocks noGrp="1"/>
          </p:cNvSpPr>
          <p:nvPr>
            <p:ph type="dt" sz="half" idx="10"/>
          </p:nvPr>
        </p:nvSpPr>
        <p:spPr/>
        <p:txBody>
          <a:bodyPr/>
          <a:lstStyle>
            <a:lvl1pPr>
              <a:defRPr/>
            </a:lvl1pPr>
          </a:lstStyle>
          <a:p>
            <a:pPr>
              <a:defRPr/>
            </a:pPr>
            <a:fld id="{2403CA65-BB34-47E7-9371-3B3B65BAC5B0}" type="datetimeFigureOut">
              <a:rPr lang="ko-KR" altLang="en-US"/>
              <a:pPr>
                <a:defRPr/>
              </a:pPr>
              <a:t>2026-10-10</a:t>
            </a:fld>
            <a:endParaRPr lang="ko-KR" altLang="en-US" dirty="0"/>
          </a:p>
        </p:txBody>
      </p:sp>
      <p:sp>
        <p:nvSpPr>
          <p:cNvPr id="4" name="바닥글 개체 틀 4">
            <a:extLst>
              <a:ext uri="{FF2B5EF4-FFF2-40B4-BE49-F238E27FC236}">
                <a16:creationId xmlns:a16="http://schemas.microsoft.com/office/drawing/2014/main" id="{54BC651C-2B27-E950-A1AE-90B0845F9F1A}"/>
              </a:ext>
            </a:extLst>
          </p:cNvPr>
          <p:cNvSpPr>
            <a:spLocks noGrp="1"/>
          </p:cNvSpPr>
          <p:nvPr>
            <p:ph type="ftr" sz="quarter" idx="11"/>
          </p:nvPr>
        </p:nvSpPr>
        <p:spPr/>
        <p:txBody>
          <a:bodyPr/>
          <a:lstStyle>
            <a:lvl1pPr>
              <a:defRPr/>
            </a:lvl1pPr>
          </a:lstStyle>
          <a:p>
            <a:pPr>
              <a:defRPr/>
            </a:pPr>
            <a:endParaRPr lang="ko-KR" altLang="en-US"/>
          </a:p>
        </p:txBody>
      </p:sp>
      <p:sp>
        <p:nvSpPr>
          <p:cNvPr id="5" name="슬라이드 번호 개체 틀 5">
            <a:extLst>
              <a:ext uri="{FF2B5EF4-FFF2-40B4-BE49-F238E27FC236}">
                <a16:creationId xmlns:a16="http://schemas.microsoft.com/office/drawing/2014/main" id="{12CCFC9F-20FA-0ECE-1847-9F8571189BA2}"/>
              </a:ext>
            </a:extLst>
          </p:cNvPr>
          <p:cNvSpPr>
            <a:spLocks noGrp="1"/>
          </p:cNvSpPr>
          <p:nvPr>
            <p:ph type="sldNum" sz="quarter" idx="12"/>
          </p:nvPr>
        </p:nvSpPr>
        <p:spPr/>
        <p:txBody>
          <a:bodyPr/>
          <a:lstStyle>
            <a:lvl1pPr>
              <a:defRPr/>
            </a:lvl1pPr>
          </a:lstStyle>
          <a:p>
            <a:pPr>
              <a:defRPr/>
            </a:pPr>
            <a:fld id="{60B9DE7C-0C07-4C19-8EEC-58B5A08013FA}" type="slidenum">
              <a:rPr lang="ko-KR" altLang="en-US"/>
              <a:pPr>
                <a:defRPr/>
              </a:pPr>
              <a:t>‹#›</a:t>
            </a:fld>
            <a:endParaRPr lang="ko-KR" altLang="en-US"/>
          </a:p>
        </p:txBody>
      </p:sp>
    </p:spTree>
    <p:extLst>
      <p:ext uri="{BB962C8B-B14F-4D97-AF65-F5344CB8AC3E}">
        <p14:creationId xmlns:p14="http://schemas.microsoft.com/office/powerpoint/2010/main" val="327039516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3">
            <a:extLst>
              <a:ext uri="{FF2B5EF4-FFF2-40B4-BE49-F238E27FC236}">
                <a16:creationId xmlns:a16="http://schemas.microsoft.com/office/drawing/2014/main" id="{D7D7C5B1-5A67-5D7B-C0C5-E0E498E99023}"/>
              </a:ext>
            </a:extLst>
          </p:cNvPr>
          <p:cNvSpPr>
            <a:spLocks noGrp="1"/>
          </p:cNvSpPr>
          <p:nvPr>
            <p:ph type="dt" sz="half" idx="10"/>
          </p:nvPr>
        </p:nvSpPr>
        <p:spPr/>
        <p:txBody>
          <a:bodyPr/>
          <a:lstStyle>
            <a:lvl1pPr>
              <a:defRPr/>
            </a:lvl1pPr>
          </a:lstStyle>
          <a:p>
            <a:pPr>
              <a:defRPr/>
            </a:pPr>
            <a:fld id="{A36CA62F-DC69-4473-9B73-1DF5BBCCB22D}" type="datetimeFigureOut">
              <a:rPr lang="ko-KR" altLang="en-US"/>
              <a:pPr>
                <a:defRPr/>
              </a:pPr>
              <a:t>2026-10-10</a:t>
            </a:fld>
            <a:endParaRPr lang="ko-KR" altLang="en-US" dirty="0"/>
          </a:p>
        </p:txBody>
      </p:sp>
      <p:sp>
        <p:nvSpPr>
          <p:cNvPr id="3" name="바닥글 개체 틀 4">
            <a:extLst>
              <a:ext uri="{FF2B5EF4-FFF2-40B4-BE49-F238E27FC236}">
                <a16:creationId xmlns:a16="http://schemas.microsoft.com/office/drawing/2014/main" id="{0DF3D58C-6F88-BE54-D30E-7B3EE00DD78B}"/>
              </a:ext>
            </a:extLst>
          </p:cNvPr>
          <p:cNvSpPr>
            <a:spLocks noGrp="1"/>
          </p:cNvSpPr>
          <p:nvPr>
            <p:ph type="ftr" sz="quarter" idx="11"/>
          </p:nvPr>
        </p:nvSpPr>
        <p:spPr/>
        <p:txBody>
          <a:bodyPr/>
          <a:lstStyle>
            <a:lvl1pPr>
              <a:defRPr/>
            </a:lvl1pPr>
          </a:lstStyle>
          <a:p>
            <a:pPr>
              <a:defRPr/>
            </a:pPr>
            <a:endParaRPr lang="ko-KR" altLang="en-US"/>
          </a:p>
        </p:txBody>
      </p:sp>
      <p:sp>
        <p:nvSpPr>
          <p:cNvPr id="4" name="슬라이드 번호 개체 틀 5">
            <a:extLst>
              <a:ext uri="{FF2B5EF4-FFF2-40B4-BE49-F238E27FC236}">
                <a16:creationId xmlns:a16="http://schemas.microsoft.com/office/drawing/2014/main" id="{A5C0AA02-714D-54A6-D944-5B9906BEC0D0}"/>
              </a:ext>
            </a:extLst>
          </p:cNvPr>
          <p:cNvSpPr>
            <a:spLocks noGrp="1"/>
          </p:cNvSpPr>
          <p:nvPr>
            <p:ph type="sldNum" sz="quarter" idx="12"/>
          </p:nvPr>
        </p:nvSpPr>
        <p:spPr/>
        <p:txBody>
          <a:bodyPr/>
          <a:lstStyle>
            <a:lvl1pPr>
              <a:defRPr/>
            </a:lvl1pPr>
          </a:lstStyle>
          <a:p>
            <a:pPr>
              <a:defRPr/>
            </a:pPr>
            <a:fld id="{11CBDFA6-4BE1-4838-90AC-3D6A216F9990}" type="slidenum">
              <a:rPr lang="ko-KR" altLang="en-US"/>
              <a:pPr>
                <a:defRPr/>
              </a:pPr>
              <a:t>‹#›</a:t>
            </a:fld>
            <a:endParaRPr lang="ko-KR" altLang="en-US"/>
          </a:p>
        </p:txBody>
      </p:sp>
    </p:spTree>
    <p:extLst>
      <p:ext uri="{BB962C8B-B14F-4D97-AF65-F5344CB8AC3E}">
        <p14:creationId xmlns:p14="http://schemas.microsoft.com/office/powerpoint/2010/main" val="37356377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16DBDB8B-2ED3-0FA2-5171-7A4A6D89A9C7}"/>
              </a:ext>
            </a:extLst>
          </p:cNvPr>
          <p:cNvSpPr>
            <a:spLocks noGrp="1"/>
          </p:cNvSpPr>
          <p:nvPr>
            <p:ph type="dt" sz="half" idx="10"/>
          </p:nvPr>
        </p:nvSpPr>
        <p:spPr/>
        <p:txBody>
          <a:bodyPr/>
          <a:lstStyle>
            <a:lvl1pPr>
              <a:defRPr/>
            </a:lvl1pPr>
          </a:lstStyle>
          <a:p>
            <a:pPr>
              <a:defRPr/>
            </a:pPr>
            <a:fld id="{D0870409-D62D-45C4-A538-6098B580271F}" type="datetimeFigureOut">
              <a:rPr lang="ko-KR" altLang="en-US"/>
              <a:pPr>
                <a:defRPr/>
              </a:pPr>
              <a:t>2026-10-10</a:t>
            </a:fld>
            <a:endParaRPr lang="ko-KR" altLang="en-US" dirty="0"/>
          </a:p>
        </p:txBody>
      </p:sp>
      <p:sp>
        <p:nvSpPr>
          <p:cNvPr id="6" name="바닥글 개체 틀 4">
            <a:extLst>
              <a:ext uri="{FF2B5EF4-FFF2-40B4-BE49-F238E27FC236}">
                <a16:creationId xmlns:a16="http://schemas.microsoft.com/office/drawing/2014/main" id="{758CD116-3F22-E224-ECE7-43A76D95C1B0}"/>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C49516CF-CC42-7E4A-DE76-246D8242B84D}"/>
              </a:ext>
            </a:extLst>
          </p:cNvPr>
          <p:cNvSpPr>
            <a:spLocks noGrp="1"/>
          </p:cNvSpPr>
          <p:nvPr>
            <p:ph type="sldNum" sz="quarter" idx="12"/>
          </p:nvPr>
        </p:nvSpPr>
        <p:spPr/>
        <p:txBody>
          <a:bodyPr/>
          <a:lstStyle>
            <a:lvl1pPr>
              <a:defRPr/>
            </a:lvl1pPr>
          </a:lstStyle>
          <a:p>
            <a:pPr>
              <a:defRPr/>
            </a:pPr>
            <a:fld id="{AAB120AA-1E13-4842-81DD-CE49E4196BCF}" type="slidenum">
              <a:rPr lang="ko-KR" altLang="en-US"/>
              <a:pPr>
                <a:defRPr/>
              </a:pPr>
              <a:t>‹#›</a:t>
            </a:fld>
            <a:endParaRPr lang="ko-KR" altLang="en-US"/>
          </a:p>
        </p:txBody>
      </p:sp>
    </p:spTree>
    <p:extLst>
      <p:ext uri="{BB962C8B-B14F-4D97-AF65-F5344CB8AC3E}">
        <p14:creationId xmlns:p14="http://schemas.microsoft.com/office/powerpoint/2010/main" val="23989613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4211638" y="987425"/>
            <a:ext cx="5014912"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dirty="0"/>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7618FC3E-38B3-8550-F434-542DA0677196}"/>
              </a:ext>
            </a:extLst>
          </p:cNvPr>
          <p:cNvSpPr>
            <a:spLocks noGrp="1"/>
          </p:cNvSpPr>
          <p:nvPr>
            <p:ph type="dt" sz="half" idx="10"/>
          </p:nvPr>
        </p:nvSpPr>
        <p:spPr/>
        <p:txBody>
          <a:bodyPr/>
          <a:lstStyle>
            <a:lvl1pPr>
              <a:defRPr/>
            </a:lvl1pPr>
          </a:lstStyle>
          <a:p>
            <a:pPr>
              <a:defRPr/>
            </a:pPr>
            <a:fld id="{11EFF696-EB35-45CB-BD78-8CDE80DD1303}" type="datetimeFigureOut">
              <a:rPr lang="ko-KR" altLang="en-US"/>
              <a:pPr>
                <a:defRPr/>
              </a:pPr>
              <a:t>2026-10-10</a:t>
            </a:fld>
            <a:endParaRPr lang="ko-KR" altLang="en-US" dirty="0"/>
          </a:p>
        </p:txBody>
      </p:sp>
      <p:sp>
        <p:nvSpPr>
          <p:cNvPr id="6" name="바닥글 개체 틀 4">
            <a:extLst>
              <a:ext uri="{FF2B5EF4-FFF2-40B4-BE49-F238E27FC236}">
                <a16:creationId xmlns:a16="http://schemas.microsoft.com/office/drawing/2014/main" id="{030F79AF-0A52-C99D-22F4-7BB0AFF3C91C}"/>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C3FEFBE2-0AF9-D208-B485-F8C9DCC9DF81}"/>
              </a:ext>
            </a:extLst>
          </p:cNvPr>
          <p:cNvSpPr>
            <a:spLocks noGrp="1"/>
          </p:cNvSpPr>
          <p:nvPr>
            <p:ph type="sldNum" sz="quarter" idx="12"/>
          </p:nvPr>
        </p:nvSpPr>
        <p:spPr/>
        <p:txBody>
          <a:bodyPr/>
          <a:lstStyle>
            <a:lvl1pPr>
              <a:defRPr/>
            </a:lvl1pPr>
          </a:lstStyle>
          <a:p>
            <a:pPr>
              <a:defRPr/>
            </a:pPr>
            <a:fld id="{C646603E-FF6F-4A38-BC6F-BA3B40E64788}" type="slidenum">
              <a:rPr lang="ko-KR" altLang="en-US"/>
              <a:pPr>
                <a:defRPr/>
              </a:pPr>
              <a:t>‹#›</a:t>
            </a:fld>
            <a:endParaRPr lang="ko-KR" altLang="en-US"/>
          </a:p>
        </p:txBody>
      </p:sp>
    </p:spTree>
    <p:extLst>
      <p:ext uri="{BB962C8B-B14F-4D97-AF65-F5344CB8AC3E}">
        <p14:creationId xmlns:p14="http://schemas.microsoft.com/office/powerpoint/2010/main" val="39335767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6765EC32-ACCC-95B6-BF9F-640E48908168}"/>
              </a:ext>
            </a:extLst>
          </p:cNvPr>
          <p:cNvSpPr>
            <a:spLocks noGrp="1"/>
          </p:cNvSpPr>
          <p:nvPr>
            <p:ph type="dt" sz="half" idx="10"/>
          </p:nvPr>
        </p:nvSpPr>
        <p:spPr/>
        <p:txBody>
          <a:bodyPr/>
          <a:lstStyle>
            <a:lvl1pPr>
              <a:defRPr/>
            </a:lvl1pPr>
          </a:lstStyle>
          <a:p>
            <a:pPr>
              <a:defRPr/>
            </a:pPr>
            <a:fld id="{CC2B46F6-9155-46A6-ADCF-B77821DB321D}"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FCC3B3F3-11E6-A9CF-3A82-7C0D7A3A51F8}"/>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65F53A35-31E3-5988-988E-EFC698724B75}"/>
              </a:ext>
            </a:extLst>
          </p:cNvPr>
          <p:cNvSpPr>
            <a:spLocks noGrp="1"/>
          </p:cNvSpPr>
          <p:nvPr>
            <p:ph type="sldNum" sz="quarter" idx="12"/>
          </p:nvPr>
        </p:nvSpPr>
        <p:spPr/>
        <p:txBody>
          <a:bodyPr/>
          <a:lstStyle>
            <a:lvl1pPr>
              <a:defRPr/>
            </a:lvl1pPr>
          </a:lstStyle>
          <a:p>
            <a:pPr>
              <a:defRPr/>
            </a:pPr>
            <a:fld id="{656C01DA-F0D2-4F73-9191-ED8719470664}" type="slidenum">
              <a:rPr lang="ko-KR" altLang="en-US"/>
              <a:pPr>
                <a:defRPr/>
              </a:pPr>
              <a:t>‹#›</a:t>
            </a:fld>
            <a:endParaRPr lang="ko-KR" altLang="en-US"/>
          </a:p>
        </p:txBody>
      </p:sp>
    </p:spTree>
    <p:extLst>
      <p:ext uri="{BB962C8B-B14F-4D97-AF65-F5344CB8AC3E}">
        <p14:creationId xmlns:p14="http://schemas.microsoft.com/office/powerpoint/2010/main" val="26702706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089775" y="365125"/>
            <a:ext cx="2135188"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681038" y="365125"/>
            <a:ext cx="6256337" cy="5811838"/>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8E6D5792-2574-B268-5EA1-01C654F2E8FF}"/>
              </a:ext>
            </a:extLst>
          </p:cNvPr>
          <p:cNvSpPr>
            <a:spLocks noGrp="1"/>
          </p:cNvSpPr>
          <p:nvPr>
            <p:ph type="dt" sz="half" idx="10"/>
          </p:nvPr>
        </p:nvSpPr>
        <p:spPr/>
        <p:txBody>
          <a:bodyPr/>
          <a:lstStyle>
            <a:lvl1pPr>
              <a:defRPr/>
            </a:lvl1pPr>
          </a:lstStyle>
          <a:p>
            <a:pPr>
              <a:defRPr/>
            </a:pPr>
            <a:fld id="{02C353A6-E187-4403-B08D-36CFCA89841F}"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35ABB80F-1C72-2155-D284-CD2CDC909B29}"/>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54B55C0D-BEB0-BC7E-994A-7F3A3E428D28}"/>
              </a:ext>
            </a:extLst>
          </p:cNvPr>
          <p:cNvSpPr>
            <a:spLocks noGrp="1"/>
          </p:cNvSpPr>
          <p:nvPr>
            <p:ph type="sldNum" sz="quarter" idx="12"/>
          </p:nvPr>
        </p:nvSpPr>
        <p:spPr/>
        <p:txBody>
          <a:bodyPr/>
          <a:lstStyle>
            <a:lvl1pPr>
              <a:defRPr/>
            </a:lvl1pPr>
          </a:lstStyle>
          <a:p>
            <a:pPr>
              <a:defRPr/>
            </a:pPr>
            <a:fld id="{7E3D7E85-A9AB-4C25-971B-BD5BF05872E3}" type="slidenum">
              <a:rPr lang="ko-KR" altLang="en-US"/>
              <a:pPr>
                <a:defRPr/>
              </a:pPr>
              <a:t>‹#›</a:t>
            </a:fld>
            <a:endParaRPr lang="ko-KR" altLang="en-US"/>
          </a:p>
        </p:txBody>
      </p:sp>
    </p:spTree>
    <p:extLst>
      <p:ext uri="{BB962C8B-B14F-4D97-AF65-F5344CB8AC3E}">
        <p14:creationId xmlns:p14="http://schemas.microsoft.com/office/powerpoint/2010/main" val="304663394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238250" y="1122363"/>
            <a:ext cx="7429500" cy="2387600"/>
          </a:xfrm>
        </p:spPr>
        <p:txBody>
          <a:bodyPr anchor="b"/>
          <a:lstStyle>
            <a:lvl1pPr algn="ctr">
              <a:defRPr sz="6000"/>
            </a:lvl1pPr>
          </a:lstStyle>
          <a:p>
            <a:r>
              <a:rPr lang="ko-KR" altLang="en-US"/>
              <a:t>마스터 제목 스타일 편집</a:t>
            </a:r>
          </a:p>
        </p:txBody>
      </p:sp>
      <p:sp>
        <p:nvSpPr>
          <p:cNvPr id="3" name="부제목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마스터 부제목 스타일 편집</a:t>
            </a:r>
          </a:p>
        </p:txBody>
      </p:sp>
      <p:sp>
        <p:nvSpPr>
          <p:cNvPr id="4" name="날짜 개체 틀 3">
            <a:extLst>
              <a:ext uri="{FF2B5EF4-FFF2-40B4-BE49-F238E27FC236}">
                <a16:creationId xmlns:a16="http://schemas.microsoft.com/office/drawing/2014/main" id="{313D97DC-5A47-51FD-8E7D-D082E53AD400}"/>
              </a:ext>
            </a:extLst>
          </p:cNvPr>
          <p:cNvSpPr>
            <a:spLocks noGrp="1"/>
          </p:cNvSpPr>
          <p:nvPr>
            <p:ph type="dt" sz="half" idx="10"/>
          </p:nvPr>
        </p:nvSpPr>
        <p:spPr/>
        <p:txBody>
          <a:bodyPr/>
          <a:lstStyle>
            <a:lvl1pPr>
              <a:defRPr/>
            </a:lvl1pPr>
          </a:lstStyle>
          <a:p>
            <a:pPr>
              <a:defRPr/>
            </a:pPr>
            <a:fld id="{347E065A-8FC0-4861-B86E-D170FD2BD700}"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3CAC03A4-6A00-E8CA-DF4C-4659664AECB1}"/>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D5349A6E-F34B-6912-3C74-75C1EAEB443C}"/>
              </a:ext>
            </a:extLst>
          </p:cNvPr>
          <p:cNvSpPr>
            <a:spLocks noGrp="1"/>
          </p:cNvSpPr>
          <p:nvPr>
            <p:ph type="sldNum" sz="quarter" idx="12"/>
          </p:nvPr>
        </p:nvSpPr>
        <p:spPr/>
        <p:txBody>
          <a:bodyPr/>
          <a:lstStyle>
            <a:lvl1pPr>
              <a:defRPr/>
            </a:lvl1pPr>
          </a:lstStyle>
          <a:p>
            <a:pPr>
              <a:defRPr/>
            </a:pPr>
            <a:fld id="{C6A0110B-CA24-42AC-AD3F-CCB88599B1D6}" type="slidenum">
              <a:rPr lang="ko-KR" altLang="en-US"/>
              <a:pPr>
                <a:defRPr/>
              </a:pPr>
              <a:t>‹#›</a:t>
            </a:fld>
            <a:endParaRPr lang="ko-KR" altLang="en-US"/>
          </a:p>
        </p:txBody>
      </p:sp>
    </p:spTree>
    <p:extLst>
      <p:ext uri="{BB962C8B-B14F-4D97-AF65-F5344CB8AC3E}">
        <p14:creationId xmlns:p14="http://schemas.microsoft.com/office/powerpoint/2010/main" val="372884007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114A72FD-44E0-F9F0-F765-4E7E3CA14EB3}"/>
              </a:ext>
            </a:extLst>
          </p:cNvPr>
          <p:cNvSpPr>
            <a:spLocks noGrp="1"/>
          </p:cNvSpPr>
          <p:nvPr>
            <p:ph type="dt" sz="half" idx="10"/>
          </p:nvPr>
        </p:nvSpPr>
        <p:spPr/>
        <p:txBody>
          <a:bodyPr/>
          <a:lstStyle>
            <a:lvl1pPr>
              <a:defRPr/>
            </a:lvl1pPr>
          </a:lstStyle>
          <a:p>
            <a:pPr>
              <a:defRPr/>
            </a:pPr>
            <a:fld id="{B1BF8167-B3E2-49DB-8E55-40FB28094159}"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8ADB319C-FB90-09DC-DDA6-C63DF87AC9FB}"/>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B746DA0B-9820-5258-EBBF-A868B8CEC1C6}"/>
              </a:ext>
            </a:extLst>
          </p:cNvPr>
          <p:cNvSpPr>
            <a:spLocks noGrp="1"/>
          </p:cNvSpPr>
          <p:nvPr>
            <p:ph type="sldNum" sz="quarter" idx="12"/>
          </p:nvPr>
        </p:nvSpPr>
        <p:spPr/>
        <p:txBody>
          <a:bodyPr/>
          <a:lstStyle>
            <a:lvl1pPr>
              <a:defRPr/>
            </a:lvl1pPr>
          </a:lstStyle>
          <a:p>
            <a:pPr>
              <a:defRPr/>
            </a:pPr>
            <a:fld id="{77989038-7865-4CC2-AB82-1DDF21917827}" type="slidenum">
              <a:rPr lang="ko-KR" altLang="en-US"/>
              <a:pPr>
                <a:defRPr/>
              </a:pPr>
              <a:t>‹#›</a:t>
            </a:fld>
            <a:endParaRPr lang="ko-KR" altLang="en-US"/>
          </a:p>
        </p:txBody>
      </p:sp>
    </p:spTree>
    <p:extLst>
      <p:ext uri="{BB962C8B-B14F-4D97-AF65-F5344CB8AC3E}">
        <p14:creationId xmlns:p14="http://schemas.microsoft.com/office/powerpoint/2010/main" val="421186376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676275" y="1709738"/>
            <a:ext cx="8543925" cy="2852737"/>
          </a:xfrm>
        </p:spPr>
        <p:txBody>
          <a:bodyPr anchor="b"/>
          <a:lstStyle>
            <a:lvl1pPr>
              <a:defRPr sz="6000"/>
            </a:lvl1pPr>
          </a:lstStyle>
          <a:p>
            <a:r>
              <a:rPr lang="ko-KR" altLang="en-US"/>
              <a:t>마스터 제목 스타일 편집</a:t>
            </a:r>
          </a:p>
        </p:txBody>
      </p:sp>
      <p:sp>
        <p:nvSpPr>
          <p:cNvPr id="3" name="텍스트 개체 틀 2"/>
          <p:cNvSpPr>
            <a:spLocks noGrp="1"/>
          </p:cNvSpPr>
          <p:nvPr>
            <p:ph type="body" idx="1"/>
          </p:nvPr>
        </p:nvSpPr>
        <p:spPr>
          <a:xfrm>
            <a:off x="676275" y="4589463"/>
            <a:ext cx="854392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편집합니다</a:t>
            </a:r>
          </a:p>
        </p:txBody>
      </p:sp>
      <p:sp>
        <p:nvSpPr>
          <p:cNvPr id="4" name="날짜 개체 틀 3">
            <a:extLst>
              <a:ext uri="{FF2B5EF4-FFF2-40B4-BE49-F238E27FC236}">
                <a16:creationId xmlns:a16="http://schemas.microsoft.com/office/drawing/2014/main" id="{4BA687BC-2D37-CCB1-E1B3-488378A803D0}"/>
              </a:ext>
            </a:extLst>
          </p:cNvPr>
          <p:cNvSpPr>
            <a:spLocks noGrp="1"/>
          </p:cNvSpPr>
          <p:nvPr>
            <p:ph type="dt" sz="half" idx="10"/>
          </p:nvPr>
        </p:nvSpPr>
        <p:spPr/>
        <p:txBody>
          <a:bodyPr/>
          <a:lstStyle>
            <a:lvl1pPr>
              <a:defRPr/>
            </a:lvl1pPr>
          </a:lstStyle>
          <a:p>
            <a:pPr>
              <a:defRPr/>
            </a:pPr>
            <a:fld id="{1BC6719B-720C-49C1-9844-8F9C89622531}"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EA8C39FE-4108-49DB-B84C-AE9E16C4D250}"/>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5D36636E-E252-0A3F-EE4A-C9B8723D2AC8}"/>
              </a:ext>
            </a:extLst>
          </p:cNvPr>
          <p:cNvSpPr>
            <a:spLocks noGrp="1"/>
          </p:cNvSpPr>
          <p:nvPr>
            <p:ph type="sldNum" sz="quarter" idx="12"/>
          </p:nvPr>
        </p:nvSpPr>
        <p:spPr/>
        <p:txBody>
          <a:bodyPr/>
          <a:lstStyle>
            <a:lvl1pPr>
              <a:defRPr/>
            </a:lvl1pPr>
          </a:lstStyle>
          <a:p>
            <a:pPr>
              <a:defRPr/>
            </a:pPr>
            <a:fld id="{B26DA538-B4F3-4521-BF05-8E34D85339A3}" type="slidenum">
              <a:rPr lang="ko-KR" altLang="en-US"/>
              <a:pPr>
                <a:defRPr/>
              </a:pPr>
              <a:t>‹#›</a:t>
            </a:fld>
            <a:endParaRPr lang="ko-KR" altLang="en-US"/>
          </a:p>
        </p:txBody>
      </p:sp>
    </p:spTree>
    <p:extLst>
      <p:ext uri="{BB962C8B-B14F-4D97-AF65-F5344CB8AC3E}">
        <p14:creationId xmlns:p14="http://schemas.microsoft.com/office/powerpoint/2010/main" val="36818747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681038" y="1825625"/>
            <a:ext cx="4195762"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5029200" y="1825625"/>
            <a:ext cx="4195763" cy="435133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3">
            <a:extLst>
              <a:ext uri="{FF2B5EF4-FFF2-40B4-BE49-F238E27FC236}">
                <a16:creationId xmlns:a16="http://schemas.microsoft.com/office/drawing/2014/main" id="{8A6AF1A4-60DE-A90E-7A3E-88846E01265D}"/>
              </a:ext>
            </a:extLst>
          </p:cNvPr>
          <p:cNvSpPr>
            <a:spLocks noGrp="1"/>
          </p:cNvSpPr>
          <p:nvPr>
            <p:ph type="dt" sz="half" idx="10"/>
          </p:nvPr>
        </p:nvSpPr>
        <p:spPr/>
        <p:txBody>
          <a:bodyPr/>
          <a:lstStyle>
            <a:lvl1pPr>
              <a:defRPr/>
            </a:lvl1pPr>
          </a:lstStyle>
          <a:p>
            <a:pPr>
              <a:defRPr/>
            </a:pPr>
            <a:fld id="{E3A995AB-46AE-4332-9CA7-8EBAEEFCDED7}" type="datetimeFigureOut">
              <a:rPr lang="ko-KR" altLang="en-US"/>
              <a:pPr>
                <a:defRPr/>
              </a:pPr>
              <a:t>2026-10-10</a:t>
            </a:fld>
            <a:endParaRPr lang="ko-KR" altLang="en-US" dirty="0"/>
          </a:p>
        </p:txBody>
      </p:sp>
      <p:sp>
        <p:nvSpPr>
          <p:cNvPr id="6" name="바닥글 개체 틀 4">
            <a:extLst>
              <a:ext uri="{FF2B5EF4-FFF2-40B4-BE49-F238E27FC236}">
                <a16:creationId xmlns:a16="http://schemas.microsoft.com/office/drawing/2014/main" id="{2C97B557-F997-124B-47D1-70E7669B498A}"/>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B3B049C6-1F89-C7BA-3DBF-223E66B0E879}"/>
              </a:ext>
            </a:extLst>
          </p:cNvPr>
          <p:cNvSpPr>
            <a:spLocks noGrp="1"/>
          </p:cNvSpPr>
          <p:nvPr>
            <p:ph type="sldNum" sz="quarter" idx="12"/>
          </p:nvPr>
        </p:nvSpPr>
        <p:spPr/>
        <p:txBody>
          <a:bodyPr/>
          <a:lstStyle>
            <a:lvl1pPr>
              <a:defRPr/>
            </a:lvl1pPr>
          </a:lstStyle>
          <a:p>
            <a:pPr>
              <a:defRPr/>
            </a:pPr>
            <a:fld id="{F5A4FFD9-DA73-4B45-A846-06F198D543EA}" type="slidenum">
              <a:rPr lang="ko-KR" altLang="en-US"/>
              <a:pPr>
                <a:defRPr/>
              </a:pPr>
              <a:t>‹#›</a:t>
            </a:fld>
            <a:endParaRPr lang="ko-KR" altLang="en-US"/>
          </a:p>
        </p:txBody>
      </p:sp>
    </p:spTree>
    <p:extLst>
      <p:ext uri="{BB962C8B-B14F-4D97-AF65-F5344CB8AC3E}">
        <p14:creationId xmlns:p14="http://schemas.microsoft.com/office/powerpoint/2010/main" val="33236887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82625" y="365125"/>
            <a:ext cx="8543925" cy="1325563"/>
          </a:xfrm>
        </p:spPr>
        <p:txBody>
          <a:bodyPr/>
          <a:lstStyle/>
          <a:p>
            <a:r>
              <a:rPr lang="ko-KR" altLang="en-US"/>
              <a:t>마스터 제목 스타일 편집</a:t>
            </a:r>
          </a:p>
        </p:txBody>
      </p:sp>
      <p:sp>
        <p:nvSpPr>
          <p:cNvPr id="3" name="텍스트 개체 틀 2"/>
          <p:cNvSpPr>
            <a:spLocks noGrp="1"/>
          </p:cNvSpPr>
          <p:nvPr>
            <p:ph type="body" idx="1"/>
          </p:nvPr>
        </p:nvSpPr>
        <p:spPr>
          <a:xfrm>
            <a:off x="682625" y="1681163"/>
            <a:ext cx="41910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682625" y="2505075"/>
            <a:ext cx="4191000"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5014913" y="1681163"/>
            <a:ext cx="42116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5014913" y="2505075"/>
            <a:ext cx="4211637" cy="3684588"/>
          </a:xfr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3">
            <a:extLst>
              <a:ext uri="{FF2B5EF4-FFF2-40B4-BE49-F238E27FC236}">
                <a16:creationId xmlns:a16="http://schemas.microsoft.com/office/drawing/2014/main" id="{A7153139-A41E-B00D-F4D4-F3BA29752FFD}"/>
              </a:ext>
            </a:extLst>
          </p:cNvPr>
          <p:cNvSpPr>
            <a:spLocks noGrp="1"/>
          </p:cNvSpPr>
          <p:nvPr>
            <p:ph type="dt" sz="half" idx="10"/>
          </p:nvPr>
        </p:nvSpPr>
        <p:spPr/>
        <p:txBody>
          <a:bodyPr/>
          <a:lstStyle>
            <a:lvl1pPr>
              <a:defRPr/>
            </a:lvl1pPr>
          </a:lstStyle>
          <a:p>
            <a:pPr>
              <a:defRPr/>
            </a:pPr>
            <a:fld id="{77CACE9E-5246-450B-94C4-3328412EC6CF}" type="datetimeFigureOut">
              <a:rPr lang="ko-KR" altLang="en-US"/>
              <a:pPr>
                <a:defRPr/>
              </a:pPr>
              <a:t>2026-10-10</a:t>
            </a:fld>
            <a:endParaRPr lang="ko-KR" altLang="en-US" dirty="0"/>
          </a:p>
        </p:txBody>
      </p:sp>
      <p:sp>
        <p:nvSpPr>
          <p:cNvPr id="8" name="바닥글 개체 틀 4">
            <a:extLst>
              <a:ext uri="{FF2B5EF4-FFF2-40B4-BE49-F238E27FC236}">
                <a16:creationId xmlns:a16="http://schemas.microsoft.com/office/drawing/2014/main" id="{1283F683-1A70-ACE1-384A-49FAE170436A}"/>
              </a:ext>
            </a:extLst>
          </p:cNvPr>
          <p:cNvSpPr>
            <a:spLocks noGrp="1"/>
          </p:cNvSpPr>
          <p:nvPr>
            <p:ph type="ftr" sz="quarter" idx="11"/>
          </p:nvPr>
        </p:nvSpPr>
        <p:spPr/>
        <p:txBody>
          <a:bodyPr/>
          <a:lstStyle>
            <a:lvl1pPr>
              <a:defRPr/>
            </a:lvl1pPr>
          </a:lstStyle>
          <a:p>
            <a:pPr>
              <a:defRPr/>
            </a:pPr>
            <a:endParaRPr lang="ko-KR" altLang="en-US"/>
          </a:p>
        </p:txBody>
      </p:sp>
      <p:sp>
        <p:nvSpPr>
          <p:cNvPr id="9" name="슬라이드 번호 개체 틀 5">
            <a:extLst>
              <a:ext uri="{FF2B5EF4-FFF2-40B4-BE49-F238E27FC236}">
                <a16:creationId xmlns:a16="http://schemas.microsoft.com/office/drawing/2014/main" id="{461C0D23-BA72-814D-0994-9999F1D040AB}"/>
              </a:ext>
            </a:extLst>
          </p:cNvPr>
          <p:cNvSpPr>
            <a:spLocks noGrp="1"/>
          </p:cNvSpPr>
          <p:nvPr>
            <p:ph type="sldNum" sz="quarter" idx="12"/>
          </p:nvPr>
        </p:nvSpPr>
        <p:spPr/>
        <p:txBody>
          <a:bodyPr/>
          <a:lstStyle>
            <a:lvl1pPr>
              <a:defRPr/>
            </a:lvl1pPr>
          </a:lstStyle>
          <a:p>
            <a:pPr>
              <a:defRPr/>
            </a:pPr>
            <a:fld id="{B1F80F4F-2487-40E4-8394-DB87F0ED3342}" type="slidenum">
              <a:rPr lang="ko-KR" altLang="en-US"/>
              <a:pPr>
                <a:defRPr/>
              </a:pPr>
              <a:t>‹#›</a:t>
            </a:fld>
            <a:endParaRPr lang="ko-KR" altLang="en-US"/>
          </a:p>
        </p:txBody>
      </p:sp>
    </p:spTree>
    <p:extLst>
      <p:ext uri="{BB962C8B-B14F-4D97-AF65-F5344CB8AC3E}">
        <p14:creationId xmlns:p14="http://schemas.microsoft.com/office/powerpoint/2010/main" val="31274915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3">
            <a:extLst>
              <a:ext uri="{FF2B5EF4-FFF2-40B4-BE49-F238E27FC236}">
                <a16:creationId xmlns:a16="http://schemas.microsoft.com/office/drawing/2014/main" id="{A28360C1-A204-92ED-DB58-76ADCD107E77}"/>
              </a:ext>
            </a:extLst>
          </p:cNvPr>
          <p:cNvSpPr>
            <a:spLocks noGrp="1"/>
          </p:cNvSpPr>
          <p:nvPr>
            <p:ph type="dt" sz="half" idx="10"/>
          </p:nvPr>
        </p:nvSpPr>
        <p:spPr/>
        <p:txBody>
          <a:bodyPr/>
          <a:lstStyle>
            <a:lvl1pPr>
              <a:defRPr/>
            </a:lvl1pPr>
          </a:lstStyle>
          <a:p>
            <a:pPr>
              <a:defRPr/>
            </a:pPr>
            <a:fld id="{46A0B234-0896-4B68-9267-2C54E464BB2E}" type="datetimeFigureOut">
              <a:rPr lang="ko-KR" altLang="en-US"/>
              <a:pPr>
                <a:defRPr/>
              </a:pPr>
              <a:t>2026-10-10</a:t>
            </a:fld>
            <a:endParaRPr lang="ko-KR" altLang="en-US" dirty="0"/>
          </a:p>
        </p:txBody>
      </p:sp>
      <p:sp>
        <p:nvSpPr>
          <p:cNvPr id="4" name="바닥글 개체 틀 4">
            <a:extLst>
              <a:ext uri="{FF2B5EF4-FFF2-40B4-BE49-F238E27FC236}">
                <a16:creationId xmlns:a16="http://schemas.microsoft.com/office/drawing/2014/main" id="{87C7571A-16EA-E519-183A-E2B1E08244B6}"/>
              </a:ext>
            </a:extLst>
          </p:cNvPr>
          <p:cNvSpPr>
            <a:spLocks noGrp="1"/>
          </p:cNvSpPr>
          <p:nvPr>
            <p:ph type="ftr" sz="quarter" idx="11"/>
          </p:nvPr>
        </p:nvSpPr>
        <p:spPr/>
        <p:txBody>
          <a:bodyPr/>
          <a:lstStyle>
            <a:lvl1pPr>
              <a:defRPr/>
            </a:lvl1pPr>
          </a:lstStyle>
          <a:p>
            <a:pPr>
              <a:defRPr/>
            </a:pPr>
            <a:endParaRPr lang="ko-KR" altLang="en-US"/>
          </a:p>
        </p:txBody>
      </p:sp>
      <p:sp>
        <p:nvSpPr>
          <p:cNvPr id="5" name="슬라이드 번호 개체 틀 5">
            <a:extLst>
              <a:ext uri="{FF2B5EF4-FFF2-40B4-BE49-F238E27FC236}">
                <a16:creationId xmlns:a16="http://schemas.microsoft.com/office/drawing/2014/main" id="{926B1FF9-46B4-0BC5-8C10-99F4DE50BACB}"/>
              </a:ext>
            </a:extLst>
          </p:cNvPr>
          <p:cNvSpPr>
            <a:spLocks noGrp="1"/>
          </p:cNvSpPr>
          <p:nvPr>
            <p:ph type="sldNum" sz="quarter" idx="12"/>
          </p:nvPr>
        </p:nvSpPr>
        <p:spPr/>
        <p:txBody>
          <a:bodyPr/>
          <a:lstStyle>
            <a:lvl1pPr>
              <a:defRPr/>
            </a:lvl1pPr>
          </a:lstStyle>
          <a:p>
            <a:pPr>
              <a:defRPr/>
            </a:pPr>
            <a:fld id="{3650E8D8-3CB9-4259-950C-66B6FC0CE4C2}" type="slidenum">
              <a:rPr lang="ko-KR" altLang="en-US"/>
              <a:pPr>
                <a:defRPr/>
              </a:pPr>
              <a:t>‹#›</a:t>
            </a:fld>
            <a:endParaRPr lang="ko-KR" altLang="en-US"/>
          </a:p>
        </p:txBody>
      </p:sp>
    </p:spTree>
    <p:extLst>
      <p:ext uri="{BB962C8B-B14F-4D97-AF65-F5344CB8AC3E}">
        <p14:creationId xmlns:p14="http://schemas.microsoft.com/office/powerpoint/2010/main" val="167837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3">
            <a:extLst>
              <a:ext uri="{FF2B5EF4-FFF2-40B4-BE49-F238E27FC236}">
                <a16:creationId xmlns:a16="http://schemas.microsoft.com/office/drawing/2014/main" id="{7B82EC93-4409-BE6F-A356-4D62EF5D6CFB}"/>
              </a:ext>
            </a:extLst>
          </p:cNvPr>
          <p:cNvSpPr>
            <a:spLocks noGrp="1"/>
          </p:cNvSpPr>
          <p:nvPr>
            <p:ph type="dt" sz="half" idx="10"/>
          </p:nvPr>
        </p:nvSpPr>
        <p:spPr/>
        <p:txBody>
          <a:bodyPr/>
          <a:lstStyle>
            <a:lvl1pPr>
              <a:defRPr/>
            </a:lvl1pPr>
          </a:lstStyle>
          <a:p>
            <a:pPr>
              <a:defRPr/>
            </a:pPr>
            <a:fld id="{4CA8C841-25A5-40ED-9490-2A207DBAD96A}" type="datetimeFigureOut">
              <a:rPr lang="ko-KR" altLang="en-US"/>
              <a:pPr>
                <a:defRPr/>
              </a:pPr>
              <a:t>2026-10-10</a:t>
            </a:fld>
            <a:endParaRPr lang="ko-KR" altLang="en-US" dirty="0"/>
          </a:p>
        </p:txBody>
      </p:sp>
      <p:sp>
        <p:nvSpPr>
          <p:cNvPr id="3" name="바닥글 개체 틀 4">
            <a:extLst>
              <a:ext uri="{FF2B5EF4-FFF2-40B4-BE49-F238E27FC236}">
                <a16:creationId xmlns:a16="http://schemas.microsoft.com/office/drawing/2014/main" id="{1DB184AF-B077-BC4B-C05E-E1DC1002BCDA}"/>
              </a:ext>
            </a:extLst>
          </p:cNvPr>
          <p:cNvSpPr>
            <a:spLocks noGrp="1"/>
          </p:cNvSpPr>
          <p:nvPr>
            <p:ph type="ftr" sz="quarter" idx="11"/>
          </p:nvPr>
        </p:nvSpPr>
        <p:spPr/>
        <p:txBody>
          <a:bodyPr/>
          <a:lstStyle>
            <a:lvl1pPr>
              <a:defRPr/>
            </a:lvl1pPr>
          </a:lstStyle>
          <a:p>
            <a:pPr>
              <a:defRPr/>
            </a:pPr>
            <a:endParaRPr lang="ko-KR" altLang="en-US"/>
          </a:p>
        </p:txBody>
      </p:sp>
      <p:sp>
        <p:nvSpPr>
          <p:cNvPr id="4" name="슬라이드 번호 개체 틀 5">
            <a:extLst>
              <a:ext uri="{FF2B5EF4-FFF2-40B4-BE49-F238E27FC236}">
                <a16:creationId xmlns:a16="http://schemas.microsoft.com/office/drawing/2014/main" id="{3B22DECC-F4DB-3845-AC31-F68CC5BEC948}"/>
              </a:ext>
            </a:extLst>
          </p:cNvPr>
          <p:cNvSpPr>
            <a:spLocks noGrp="1"/>
          </p:cNvSpPr>
          <p:nvPr>
            <p:ph type="sldNum" sz="quarter" idx="12"/>
          </p:nvPr>
        </p:nvSpPr>
        <p:spPr/>
        <p:txBody>
          <a:bodyPr/>
          <a:lstStyle>
            <a:lvl1pPr>
              <a:defRPr/>
            </a:lvl1pPr>
          </a:lstStyle>
          <a:p>
            <a:pPr>
              <a:defRPr/>
            </a:pPr>
            <a:fld id="{A07C5E47-88E9-4096-AFC8-C5C571617C9F}" type="slidenum">
              <a:rPr lang="ko-KR" altLang="en-US"/>
              <a:pPr>
                <a:defRPr/>
              </a:pPr>
              <a:t>‹#›</a:t>
            </a:fld>
            <a:endParaRPr lang="ko-KR" altLang="en-US"/>
          </a:p>
        </p:txBody>
      </p:sp>
    </p:spTree>
    <p:extLst>
      <p:ext uri="{BB962C8B-B14F-4D97-AF65-F5344CB8AC3E}">
        <p14:creationId xmlns:p14="http://schemas.microsoft.com/office/powerpoint/2010/main" val="20867441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a:t>마스터 제목 스타일 편집</a:t>
            </a:r>
          </a:p>
        </p:txBody>
      </p:sp>
      <p:sp>
        <p:nvSpPr>
          <p:cNvPr id="3" name="내용 개체 틀 2"/>
          <p:cNvSpPr>
            <a:spLocks noGrp="1"/>
          </p:cNvSpPr>
          <p:nvPr>
            <p:ph idx="1"/>
          </p:nvPr>
        </p:nvSpPr>
        <p:spPr>
          <a:xfrm>
            <a:off x="4211638" y="987425"/>
            <a:ext cx="501491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C47A34EA-158B-0052-327F-0CEADE400B32}"/>
              </a:ext>
            </a:extLst>
          </p:cNvPr>
          <p:cNvSpPr>
            <a:spLocks noGrp="1"/>
          </p:cNvSpPr>
          <p:nvPr>
            <p:ph type="dt" sz="half" idx="10"/>
          </p:nvPr>
        </p:nvSpPr>
        <p:spPr/>
        <p:txBody>
          <a:bodyPr/>
          <a:lstStyle>
            <a:lvl1pPr>
              <a:defRPr/>
            </a:lvl1pPr>
          </a:lstStyle>
          <a:p>
            <a:pPr>
              <a:defRPr/>
            </a:pPr>
            <a:fld id="{916B4CD9-40BA-4073-854C-CBA7F749448E}" type="datetimeFigureOut">
              <a:rPr lang="ko-KR" altLang="en-US"/>
              <a:pPr>
                <a:defRPr/>
              </a:pPr>
              <a:t>2026-10-10</a:t>
            </a:fld>
            <a:endParaRPr lang="ko-KR" altLang="en-US" dirty="0"/>
          </a:p>
        </p:txBody>
      </p:sp>
      <p:sp>
        <p:nvSpPr>
          <p:cNvPr id="6" name="바닥글 개체 틀 4">
            <a:extLst>
              <a:ext uri="{FF2B5EF4-FFF2-40B4-BE49-F238E27FC236}">
                <a16:creationId xmlns:a16="http://schemas.microsoft.com/office/drawing/2014/main" id="{91BC18BE-9D93-2E3D-7559-FED22DFC3446}"/>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50922730-64CD-2AEE-50EB-6A7B82FF4C9A}"/>
              </a:ext>
            </a:extLst>
          </p:cNvPr>
          <p:cNvSpPr>
            <a:spLocks noGrp="1"/>
          </p:cNvSpPr>
          <p:nvPr>
            <p:ph type="sldNum" sz="quarter" idx="12"/>
          </p:nvPr>
        </p:nvSpPr>
        <p:spPr/>
        <p:txBody>
          <a:bodyPr/>
          <a:lstStyle>
            <a:lvl1pPr>
              <a:defRPr/>
            </a:lvl1pPr>
          </a:lstStyle>
          <a:p>
            <a:pPr>
              <a:defRPr/>
            </a:pPr>
            <a:fld id="{FA9D26A5-6527-421D-A943-A885778AC8E6}" type="slidenum">
              <a:rPr lang="ko-KR" altLang="en-US"/>
              <a:pPr>
                <a:defRPr/>
              </a:pPr>
              <a:t>‹#›</a:t>
            </a:fld>
            <a:endParaRPr lang="ko-KR" altLang="en-US"/>
          </a:p>
        </p:txBody>
      </p:sp>
    </p:spTree>
    <p:extLst>
      <p:ext uri="{BB962C8B-B14F-4D97-AF65-F5344CB8AC3E}">
        <p14:creationId xmlns:p14="http://schemas.microsoft.com/office/powerpoint/2010/main" val="354605980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682625" y="457200"/>
            <a:ext cx="3194050" cy="1600200"/>
          </a:xfrm>
        </p:spPr>
        <p:txBody>
          <a:bodyPr anchor="b"/>
          <a:lstStyle>
            <a:lvl1pPr>
              <a:defRPr sz="3200"/>
            </a:lvl1pPr>
          </a:lstStyle>
          <a:p>
            <a:r>
              <a:rPr lang="ko-KR" altLang="en-US"/>
              <a:t>마스터 제목 스타일 편집</a:t>
            </a:r>
          </a:p>
        </p:txBody>
      </p:sp>
      <p:sp>
        <p:nvSpPr>
          <p:cNvPr id="3" name="그림 개체 틀 2"/>
          <p:cNvSpPr>
            <a:spLocks noGrp="1"/>
          </p:cNvSpPr>
          <p:nvPr>
            <p:ph type="pic" idx="1"/>
          </p:nvPr>
        </p:nvSpPr>
        <p:spPr>
          <a:xfrm>
            <a:off x="4211638" y="987425"/>
            <a:ext cx="5014912"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dirty="0"/>
          </a:p>
        </p:txBody>
      </p:sp>
      <p:sp>
        <p:nvSpPr>
          <p:cNvPr id="4" name="텍스트 개체 틀 3"/>
          <p:cNvSpPr>
            <a:spLocks noGrp="1"/>
          </p:cNvSpPr>
          <p:nvPr>
            <p:ph type="body" sz="half" idx="2"/>
          </p:nvPr>
        </p:nvSpPr>
        <p:spPr>
          <a:xfrm>
            <a:off x="682625" y="2057400"/>
            <a:ext cx="319405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편집합니다</a:t>
            </a:r>
          </a:p>
        </p:txBody>
      </p:sp>
      <p:sp>
        <p:nvSpPr>
          <p:cNvPr id="5" name="날짜 개체 틀 3">
            <a:extLst>
              <a:ext uri="{FF2B5EF4-FFF2-40B4-BE49-F238E27FC236}">
                <a16:creationId xmlns:a16="http://schemas.microsoft.com/office/drawing/2014/main" id="{D40FD31E-1127-8362-7137-F2802FAC24F5}"/>
              </a:ext>
            </a:extLst>
          </p:cNvPr>
          <p:cNvSpPr>
            <a:spLocks noGrp="1"/>
          </p:cNvSpPr>
          <p:nvPr>
            <p:ph type="dt" sz="half" idx="10"/>
          </p:nvPr>
        </p:nvSpPr>
        <p:spPr/>
        <p:txBody>
          <a:bodyPr/>
          <a:lstStyle>
            <a:lvl1pPr>
              <a:defRPr/>
            </a:lvl1pPr>
          </a:lstStyle>
          <a:p>
            <a:pPr>
              <a:defRPr/>
            </a:pPr>
            <a:fld id="{0EF0B268-2F6A-4952-AD1C-9E203267C741}" type="datetimeFigureOut">
              <a:rPr lang="ko-KR" altLang="en-US"/>
              <a:pPr>
                <a:defRPr/>
              </a:pPr>
              <a:t>2026-10-10</a:t>
            </a:fld>
            <a:endParaRPr lang="ko-KR" altLang="en-US" dirty="0"/>
          </a:p>
        </p:txBody>
      </p:sp>
      <p:sp>
        <p:nvSpPr>
          <p:cNvPr id="6" name="바닥글 개체 틀 4">
            <a:extLst>
              <a:ext uri="{FF2B5EF4-FFF2-40B4-BE49-F238E27FC236}">
                <a16:creationId xmlns:a16="http://schemas.microsoft.com/office/drawing/2014/main" id="{05DC5387-B8FA-7916-5068-6F30AE573672}"/>
              </a:ext>
            </a:extLst>
          </p:cNvPr>
          <p:cNvSpPr>
            <a:spLocks noGrp="1"/>
          </p:cNvSpPr>
          <p:nvPr>
            <p:ph type="ftr" sz="quarter" idx="11"/>
          </p:nvPr>
        </p:nvSpPr>
        <p:spPr/>
        <p:txBody>
          <a:bodyPr/>
          <a:lstStyle>
            <a:lvl1pPr>
              <a:defRPr/>
            </a:lvl1pPr>
          </a:lstStyle>
          <a:p>
            <a:pPr>
              <a:defRPr/>
            </a:pPr>
            <a:endParaRPr lang="ko-KR" altLang="en-US"/>
          </a:p>
        </p:txBody>
      </p:sp>
      <p:sp>
        <p:nvSpPr>
          <p:cNvPr id="7" name="슬라이드 번호 개체 틀 5">
            <a:extLst>
              <a:ext uri="{FF2B5EF4-FFF2-40B4-BE49-F238E27FC236}">
                <a16:creationId xmlns:a16="http://schemas.microsoft.com/office/drawing/2014/main" id="{D8FE92D0-C062-8F9D-37F5-53EF4869FFA3}"/>
              </a:ext>
            </a:extLst>
          </p:cNvPr>
          <p:cNvSpPr>
            <a:spLocks noGrp="1"/>
          </p:cNvSpPr>
          <p:nvPr>
            <p:ph type="sldNum" sz="quarter" idx="12"/>
          </p:nvPr>
        </p:nvSpPr>
        <p:spPr/>
        <p:txBody>
          <a:bodyPr/>
          <a:lstStyle>
            <a:lvl1pPr>
              <a:defRPr/>
            </a:lvl1pPr>
          </a:lstStyle>
          <a:p>
            <a:pPr>
              <a:defRPr/>
            </a:pPr>
            <a:fld id="{20B5E3CF-7177-4FC3-A242-5256ACFED2A8}" type="slidenum">
              <a:rPr lang="ko-KR" altLang="en-US"/>
              <a:pPr>
                <a:defRPr/>
              </a:pPr>
              <a:t>‹#›</a:t>
            </a:fld>
            <a:endParaRPr lang="ko-KR" altLang="en-US"/>
          </a:p>
        </p:txBody>
      </p:sp>
    </p:spTree>
    <p:extLst>
      <p:ext uri="{BB962C8B-B14F-4D97-AF65-F5344CB8AC3E}">
        <p14:creationId xmlns:p14="http://schemas.microsoft.com/office/powerpoint/2010/main" val="224311941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AB6014BF-B712-B7BA-AD60-D31461329BE0}"/>
              </a:ext>
            </a:extLst>
          </p:cNvPr>
          <p:cNvSpPr>
            <a:spLocks noGrp="1"/>
          </p:cNvSpPr>
          <p:nvPr>
            <p:ph type="dt" sz="half" idx="10"/>
          </p:nvPr>
        </p:nvSpPr>
        <p:spPr/>
        <p:txBody>
          <a:bodyPr/>
          <a:lstStyle>
            <a:lvl1pPr>
              <a:defRPr/>
            </a:lvl1pPr>
          </a:lstStyle>
          <a:p>
            <a:pPr>
              <a:defRPr/>
            </a:pPr>
            <a:fld id="{9BFE5BFD-4441-4F5A-8C0A-056BDF24ABF4}"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DFDF322B-3CBD-ACC8-E206-EE688E8B469F}"/>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5DC1BC6D-A955-5C2D-3875-F17CAB8F1CD5}"/>
              </a:ext>
            </a:extLst>
          </p:cNvPr>
          <p:cNvSpPr>
            <a:spLocks noGrp="1"/>
          </p:cNvSpPr>
          <p:nvPr>
            <p:ph type="sldNum" sz="quarter" idx="12"/>
          </p:nvPr>
        </p:nvSpPr>
        <p:spPr/>
        <p:txBody>
          <a:bodyPr/>
          <a:lstStyle>
            <a:lvl1pPr>
              <a:defRPr/>
            </a:lvl1pPr>
          </a:lstStyle>
          <a:p>
            <a:pPr>
              <a:defRPr/>
            </a:pPr>
            <a:fld id="{C83BB162-C8E4-419E-9935-64B6903B682A}" type="slidenum">
              <a:rPr lang="ko-KR" altLang="en-US"/>
              <a:pPr>
                <a:defRPr/>
              </a:pPr>
              <a:t>‹#›</a:t>
            </a:fld>
            <a:endParaRPr lang="ko-KR" altLang="en-US"/>
          </a:p>
        </p:txBody>
      </p:sp>
    </p:spTree>
    <p:extLst>
      <p:ext uri="{BB962C8B-B14F-4D97-AF65-F5344CB8AC3E}">
        <p14:creationId xmlns:p14="http://schemas.microsoft.com/office/powerpoint/2010/main" val="18486924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7089775" y="365125"/>
            <a:ext cx="2135188" cy="5811838"/>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681038" y="365125"/>
            <a:ext cx="6256337" cy="5811838"/>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3FF178F-8282-06D3-FB02-8D4C06743C35}"/>
              </a:ext>
            </a:extLst>
          </p:cNvPr>
          <p:cNvSpPr>
            <a:spLocks noGrp="1"/>
          </p:cNvSpPr>
          <p:nvPr>
            <p:ph type="dt" sz="half" idx="10"/>
          </p:nvPr>
        </p:nvSpPr>
        <p:spPr/>
        <p:txBody>
          <a:bodyPr/>
          <a:lstStyle>
            <a:lvl1pPr>
              <a:defRPr/>
            </a:lvl1pPr>
          </a:lstStyle>
          <a:p>
            <a:pPr>
              <a:defRPr/>
            </a:pPr>
            <a:fld id="{20800278-671D-4CA1-81DC-6D0082562353}"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C635E84B-D719-0C1A-AC43-55382651CEDC}"/>
              </a:ext>
            </a:extLst>
          </p:cNvPr>
          <p:cNvSpPr>
            <a:spLocks noGrp="1"/>
          </p:cNvSpPr>
          <p:nvPr>
            <p:ph type="ftr" sz="quarter" idx="11"/>
          </p:nvPr>
        </p:nvSpPr>
        <p:spPr/>
        <p:txBody>
          <a:bodyPr/>
          <a:lstStyle>
            <a:lvl1pPr>
              <a:defRPr/>
            </a:lvl1pPr>
          </a:lstStyle>
          <a:p>
            <a:pPr>
              <a:defRPr/>
            </a:pPr>
            <a:endParaRPr lang="ko-KR" altLang="en-US"/>
          </a:p>
        </p:txBody>
      </p:sp>
      <p:sp>
        <p:nvSpPr>
          <p:cNvPr id="6" name="슬라이드 번호 개체 틀 5">
            <a:extLst>
              <a:ext uri="{FF2B5EF4-FFF2-40B4-BE49-F238E27FC236}">
                <a16:creationId xmlns:a16="http://schemas.microsoft.com/office/drawing/2014/main" id="{C5BA78BA-FEB3-BF29-3E3C-75E656465E3D}"/>
              </a:ext>
            </a:extLst>
          </p:cNvPr>
          <p:cNvSpPr>
            <a:spLocks noGrp="1"/>
          </p:cNvSpPr>
          <p:nvPr>
            <p:ph type="sldNum" sz="quarter" idx="12"/>
          </p:nvPr>
        </p:nvSpPr>
        <p:spPr/>
        <p:txBody>
          <a:bodyPr/>
          <a:lstStyle>
            <a:lvl1pPr>
              <a:defRPr/>
            </a:lvl1pPr>
          </a:lstStyle>
          <a:p>
            <a:pPr>
              <a:defRPr/>
            </a:pPr>
            <a:fld id="{92D5EEC9-B199-4A7A-813C-7266F2C55330}" type="slidenum">
              <a:rPr lang="ko-KR" altLang="en-US"/>
              <a:pPr>
                <a:defRPr/>
              </a:pPr>
              <a:t>‹#›</a:t>
            </a:fld>
            <a:endParaRPr lang="ko-KR" altLang="en-US"/>
          </a:p>
        </p:txBody>
      </p:sp>
    </p:spTree>
    <p:extLst>
      <p:ext uri="{BB962C8B-B14F-4D97-AF65-F5344CB8AC3E}">
        <p14:creationId xmlns:p14="http://schemas.microsoft.com/office/powerpoint/2010/main" val="22029547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830195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48FD20F6-D163-6F98-6CC5-C73C186CDDD5}"/>
              </a:ext>
            </a:extLst>
          </p:cNvPr>
          <p:cNvSpPr/>
          <p:nvPr userDrawn="1"/>
        </p:nvSpPr>
        <p:spPr bwMode="auto">
          <a:xfrm>
            <a:off x="3175" y="1773238"/>
            <a:ext cx="9899650" cy="71437"/>
          </a:xfrm>
          <a:prstGeom prst="rect">
            <a:avLst/>
          </a:prstGeom>
          <a:solidFill>
            <a:schemeClr val="bg1">
              <a:lumMod val="85000"/>
            </a:schemeClr>
          </a:solidFill>
          <a:ln w="9525" cap="flat" cmpd="sng" algn="ctr">
            <a:noFill/>
            <a:prstDash val="solid"/>
            <a:round/>
            <a:headEnd type="none" w="med" len="med"/>
            <a:tailEnd type="none" w="med" len="med"/>
          </a:ln>
          <a:effectLst/>
        </p:spPr>
        <p:txBody>
          <a:bodyPr/>
          <a:lstStyle/>
          <a:p>
            <a:pPr>
              <a:defRPr/>
            </a:pPr>
            <a:endParaRPr lang="ko-KR" altLang="en-US" dirty="0">
              <a:ea typeface="굴림" panose="020B0600000101010101" pitchFamily="50" charset="-127"/>
              <a:cs typeface="Arial" charset="0"/>
            </a:endParaRPr>
          </a:p>
        </p:txBody>
      </p:sp>
      <p:sp>
        <p:nvSpPr>
          <p:cNvPr id="3" name="직사각형 2">
            <a:extLst>
              <a:ext uri="{FF2B5EF4-FFF2-40B4-BE49-F238E27FC236}">
                <a16:creationId xmlns:a16="http://schemas.microsoft.com/office/drawing/2014/main" id="{92280422-5204-AF37-834D-7B9184F2BE5B}"/>
              </a:ext>
            </a:extLst>
          </p:cNvPr>
          <p:cNvSpPr/>
          <p:nvPr userDrawn="1"/>
        </p:nvSpPr>
        <p:spPr bwMode="auto">
          <a:xfrm>
            <a:off x="3175" y="1844675"/>
            <a:ext cx="9899650" cy="144463"/>
          </a:xfrm>
          <a:prstGeom prst="rect">
            <a:avLst/>
          </a:prstGeom>
          <a:solidFill>
            <a:schemeClr val="bg1">
              <a:lumMod val="75000"/>
            </a:schemeClr>
          </a:solidFill>
          <a:ln w="9525" cap="flat" cmpd="sng" algn="ctr">
            <a:noFill/>
            <a:prstDash val="solid"/>
            <a:round/>
            <a:headEnd type="none" w="med" len="med"/>
            <a:tailEnd type="none" w="med" len="med"/>
          </a:ln>
          <a:effectLst/>
        </p:spPr>
        <p:txBody>
          <a:bodyPr/>
          <a:lstStyle/>
          <a:p>
            <a:pPr>
              <a:defRPr/>
            </a:pPr>
            <a:endParaRPr lang="ko-KR" altLang="en-US" dirty="0">
              <a:ea typeface="굴림" panose="020B0600000101010101" pitchFamily="50" charset="-127"/>
              <a:cs typeface="Arial" charset="0"/>
            </a:endParaRPr>
          </a:p>
        </p:txBody>
      </p:sp>
      <p:pic>
        <p:nvPicPr>
          <p:cNvPr id="4" name="그림 3">
            <a:extLst>
              <a:ext uri="{FF2B5EF4-FFF2-40B4-BE49-F238E27FC236}">
                <a16:creationId xmlns:a16="http://schemas.microsoft.com/office/drawing/2014/main" id="{7D0E4C7C-B3C1-9082-A93F-4189875D5CD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977188" y="77788"/>
            <a:ext cx="1889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텍스트 개체 틀 18"/>
          <p:cNvSpPr>
            <a:spLocks noGrp="1"/>
          </p:cNvSpPr>
          <p:nvPr>
            <p:ph type="body" sz="quarter" idx="13"/>
          </p:nvPr>
        </p:nvSpPr>
        <p:spPr>
          <a:xfrm>
            <a:off x="0" y="1052736"/>
            <a:ext cx="9906000" cy="720155"/>
          </a:xfrm>
          <a:prstGeom prst="rect">
            <a:avLst/>
          </a:prstGeom>
        </p:spPr>
        <p:txBody>
          <a:bodyPr anchor="ctr" anchorCtr="0"/>
          <a:lstStyle>
            <a:lvl1pPr algn="ctr">
              <a:buNone/>
              <a:defRPr sz="2800" b="1"/>
            </a:lvl1pPr>
          </a:lstStyle>
          <a:p>
            <a:pPr lvl="0"/>
            <a:endParaRPr lang="ko-KR" altLang="en-US" dirty="0"/>
          </a:p>
        </p:txBody>
      </p:sp>
    </p:spTree>
    <p:extLst>
      <p:ext uri="{BB962C8B-B14F-4D97-AF65-F5344CB8AC3E}">
        <p14:creationId xmlns:p14="http://schemas.microsoft.com/office/powerpoint/2010/main" val="21985947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 / #">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C08DDCFE-E115-C597-43B6-3F4138FBEBF0}"/>
              </a:ext>
            </a:extLst>
          </p:cNvPr>
          <p:cNvSpPr txBox="1">
            <a:spLocks noChangeArrowheads="1"/>
          </p:cNvSpPr>
          <p:nvPr userDrawn="1"/>
        </p:nvSpPr>
        <p:spPr>
          <a:xfrm>
            <a:off x="4449763" y="6524625"/>
            <a:ext cx="1006475" cy="204788"/>
          </a:xfrm>
          <a:prstGeom prst="rect">
            <a:avLst/>
          </a:prstGeom>
          <a:ln/>
        </p:spPr>
        <p:txBody>
          <a:bodyPr anchor="ctr"/>
          <a:lstStyle>
            <a:lvl1pPr>
              <a:defRPr>
                <a:solidFill>
                  <a:schemeClr val="tx1"/>
                </a:solidFill>
                <a:latin typeface="Wingdings 2" panose="05020102010507070707" pitchFamily="18" charset="2"/>
                <a:ea typeface="굴림" panose="020B0600000101010101" pitchFamily="50" charset="-127"/>
              </a:defRPr>
            </a:lvl1pPr>
            <a:lvl2pPr marL="742950" indent="-285750">
              <a:defRPr>
                <a:solidFill>
                  <a:schemeClr val="tx1"/>
                </a:solidFill>
                <a:latin typeface="Wingdings 2" panose="05020102010507070707" pitchFamily="18" charset="2"/>
                <a:ea typeface="굴림" panose="020B0600000101010101" pitchFamily="50" charset="-127"/>
              </a:defRPr>
            </a:lvl2pPr>
            <a:lvl3pPr marL="1143000" indent="-228600">
              <a:defRPr>
                <a:solidFill>
                  <a:schemeClr val="tx1"/>
                </a:solidFill>
                <a:latin typeface="Wingdings 2" panose="05020102010507070707" pitchFamily="18" charset="2"/>
                <a:ea typeface="굴림" panose="020B0600000101010101" pitchFamily="50" charset="-127"/>
              </a:defRPr>
            </a:lvl3pPr>
            <a:lvl4pPr marL="1600200" indent="-228600">
              <a:defRPr>
                <a:solidFill>
                  <a:schemeClr val="tx1"/>
                </a:solidFill>
                <a:latin typeface="Wingdings 2" panose="05020102010507070707" pitchFamily="18" charset="2"/>
                <a:ea typeface="굴림" panose="020B0600000101010101" pitchFamily="50" charset="-127"/>
              </a:defRPr>
            </a:lvl4pPr>
            <a:lvl5pPr marL="2057400" indent="-228600">
              <a:defRPr>
                <a:solidFill>
                  <a:schemeClr val="tx1"/>
                </a:solidFill>
                <a:latin typeface="Wingdings 2" panose="05020102010507070707" pitchFamily="18" charset="2"/>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9pPr>
          </a:lstStyle>
          <a:p>
            <a:pPr algn="ctr">
              <a:lnSpc>
                <a:spcPct val="110000"/>
              </a:lnSpc>
              <a:spcBef>
                <a:spcPct val="25000"/>
              </a:spcBef>
              <a:buFont typeface="Wingdings" panose="05000000000000000000" pitchFamily="2" charset="2"/>
              <a:buNone/>
              <a:defRPr/>
            </a:pPr>
            <a:fld id="{1CA0C76D-B432-4780-AA49-C83D4EF3CB5C}" type="slidenum">
              <a:rPr lang="ko-KR" altLang="en-US" sz="1000" smtClean="0">
                <a:solidFill>
                  <a:srgbClr val="7F7F7F"/>
                </a:solidFill>
                <a:latin typeface="맑은 고딕" panose="020B0503020000020004" pitchFamily="50" charset="-127"/>
                <a:ea typeface="맑은 고딕" panose="020B0503020000020004" pitchFamily="50" charset="-127"/>
              </a:rPr>
              <a:pPr algn="ctr">
                <a:lnSpc>
                  <a:spcPct val="110000"/>
                </a:lnSpc>
                <a:spcBef>
                  <a:spcPct val="25000"/>
                </a:spcBef>
                <a:buFont typeface="Wingdings" panose="05000000000000000000" pitchFamily="2" charset="2"/>
                <a:buNone/>
                <a:defRPr/>
              </a:pPr>
              <a:t>‹#›</a:t>
            </a:fld>
            <a:endParaRPr lang="en-US" altLang="ko-KR" sz="1000">
              <a:solidFill>
                <a:srgbClr val="7F7F7F"/>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5084439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Blank / #">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5230AA45-A826-7609-2E5F-6226C9478851}"/>
              </a:ext>
            </a:extLst>
          </p:cNvPr>
          <p:cNvSpPr txBox="1">
            <a:spLocks noChangeArrowheads="1"/>
          </p:cNvSpPr>
          <p:nvPr userDrawn="1"/>
        </p:nvSpPr>
        <p:spPr>
          <a:xfrm>
            <a:off x="4449763" y="6524625"/>
            <a:ext cx="1006475" cy="204788"/>
          </a:xfrm>
          <a:prstGeom prst="rect">
            <a:avLst/>
          </a:prstGeom>
          <a:ln/>
        </p:spPr>
        <p:txBody>
          <a:bodyPr anchor="ctr"/>
          <a:lstStyle>
            <a:lvl1pPr>
              <a:defRPr>
                <a:solidFill>
                  <a:schemeClr val="tx1"/>
                </a:solidFill>
                <a:latin typeface="Wingdings 2" panose="05020102010507070707" pitchFamily="18" charset="2"/>
                <a:ea typeface="굴림" panose="020B0600000101010101" pitchFamily="50" charset="-127"/>
              </a:defRPr>
            </a:lvl1pPr>
            <a:lvl2pPr marL="742950" indent="-285750">
              <a:defRPr>
                <a:solidFill>
                  <a:schemeClr val="tx1"/>
                </a:solidFill>
                <a:latin typeface="Wingdings 2" panose="05020102010507070707" pitchFamily="18" charset="2"/>
                <a:ea typeface="굴림" panose="020B0600000101010101" pitchFamily="50" charset="-127"/>
              </a:defRPr>
            </a:lvl2pPr>
            <a:lvl3pPr marL="1143000" indent="-228600">
              <a:defRPr>
                <a:solidFill>
                  <a:schemeClr val="tx1"/>
                </a:solidFill>
                <a:latin typeface="Wingdings 2" panose="05020102010507070707" pitchFamily="18" charset="2"/>
                <a:ea typeface="굴림" panose="020B0600000101010101" pitchFamily="50" charset="-127"/>
              </a:defRPr>
            </a:lvl3pPr>
            <a:lvl4pPr marL="1600200" indent="-228600">
              <a:defRPr>
                <a:solidFill>
                  <a:schemeClr val="tx1"/>
                </a:solidFill>
                <a:latin typeface="Wingdings 2" panose="05020102010507070707" pitchFamily="18" charset="2"/>
                <a:ea typeface="굴림" panose="020B0600000101010101" pitchFamily="50" charset="-127"/>
              </a:defRPr>
            </a:lvl4pPr>
            <a:lvl5pPr marL="2057400" indent="-228600">
              <a:defRPr>
                <a:solidFill>
                  <a:schemeClr val="tx1"/>
                </a:solidFill>
                <a:latin typeface="Wingdings 2" panose="05020102010507070707" pitchFamily="18" charset="2"/>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50" charset="-127"/>
              </a:defRPr>
            </a:lvl9pPr>
          </a:lstStyle>
          <a:p>
            <a:pPr algn="ctr">
              <a:lnSpc>
                <a:spcPct val="110000"/>
              </a:lnSpc>
              <a:spcBef>
                <a:spcPct val="25000"/>
              </a:spcBef>
              <a:buFont typeface="Wingdings" panose="05000000000000000000" pitchFamily="2" charset="2"/>
              <a:buNone/>
              <a:defRPr/>
            </a:pPr>
            <a:fld id="{5D2010A9-16B3-43ED-B867-18C73CB14833}" type="slidenum">
              <a:rPr lang="ko-KR" altLang="en-US" sz="1000" smtClean="0">
                <a:solidFill>
                  <a:srgbClr val="7F7F7F"/>
                </a:solidFill>
                <a:latin typeface="맑은 고딕" panose="020B0503020000020004" pitchFamily="50" charset="-127"/>
                <a:ea typeface="맑은 고딕" panose="020B0503020000020004" pitchFamily="50" charset="-127"/>
              </a:rPr>
              <a:pPr algn="ctr">
                <a:lnSpc>
                  <a:spcPct val="110000"/>
                </a:lnSpc>
                <a:spcBef>
                  <a:spcPct val="25000"/>
                </a:spcBef>
                <a:buFont typeface="Wingdings" panose="05000000000000000000" pitchFamily="2" charset="2"/>
                <a:buNone/>
                <a:defRPr/>
              </a:pPr>
              <a:t>‹#›</a:t>
            </a:fld>
            <a:endParaRPr lang="en-US" altLang="ko-KR" sz="1000">
              <a:solidFill>
                <a:srgbClr val="7F7F7F"/>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63600139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theme" Target="../theme/theme4.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42.xml"/><Relationship Id="rId2" Type="http://schemas.openxmlformats.org/officeDocument/2006/relationships/slideLayout" Target="../slideLayouts/slideLayout41.xml"/><Relationship Id="rId1" Type="http://schemas.openxmlformats.org/officeDocument/2006/relationships/slideLayout" Target="../slideLayouts/slideLayout40.xml"/><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그림 6">
            <a:extLst>
              <a:ext uri="{FF2B5EF4-FFF2-40B4-BE49-F238E27FC236}">
                <a16:creationId xmlns:a16="http://schemas.microsoft.com/office/drawing/2014/main" id="{2D5320A7-1E6A-A0A9-B847-1436162978F1}"/>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977188" y="77788"/>
            <a:ext cx="1889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709" name="Line 5">
            <a:extLst>
              <a:ext uri="{FF2B5EF4-FFF2-40B4-BE49-F238E27FC236}">
                <a16:creationId xmlns:a16="http://schemas.microsoft.com/office/drawing/2014/main" id="{62C56CC0-23B8-B2A5-B879-02EDB710B632}"/>
              </a:ext>
            </a:extLst>
          </p:cNvPr>
          <p:cNvSpPr>
            <a:spLocks noChangeShapeType="1"/>
          </p:cNvSpPr>
          <p:nvPr userDrawn="1"/>
        </p:nvSpPr>
        <p:spPr bwMode="auto">
          <a:xfrm>
            <a:off x="3175" y="625475"/>
            <a:ext cx="9899650" cy="0"/>
          </a:xfrm>
          <a:prstGeom prst="line">
            <a:avLst/>
          </a:prstGeom>
          <a:noFill/>
          <a:ln w="9525">
            <a:solidFill>
              <a:schemeClr val="tx1">
                <a:lumMod val="75000"/>
                <a:lumOff val="25000"/>
              </a:schemeClr>
            </a:solidFill>
            <a:round/>
            <a:headEnd/>
            <a:tailEnd/>
          </a:ln>
          <a:effectLst/>
        </p:spPr>
        <p:txBody>
          <a:bodyPr/>
          <a:lstStyle/>
          <a:p>
            <a:pPr>
              <a:defRPr/>
            </a:pPr>
            <a:endParaRPr lang="ko-KR" altLang="en-US" dirty="0">
              <a:ea typeface="굴림" panose="020B0600000101010101" pitchFamily="50" charset="-127"/>
              <a:cs typeface="Arial" charset="0"/>
            </a:endParaRPr>
          </a:p>
        </p:txBody>
      </p:sp>
      <p:sp>
        <p:nvSpPr>
          <p:cNvPr id="328710" name="Line 6">
            <a:extLst>
              <a:ext uri="{FF2B5EF4-FFF2-40B4-BE49-F238E27FC236}">
                <a16:creationId xmlns:a16="http://schemas.microsoft.com/office/drawing/2014/main" id="{D0C4D5AD-5127-E526-7828-4B21F34CFCCE}"/>
              </a:ext>
            </a:extLst>
          </p:cNvPr>
          <p:cNvSpPr>
            <a:spLocks noChangeShapeType="1"/>
          </p:cNvSpPr>
          <p:nvPr userDrawn="1"/>
        </p:nvSpPr>
        <p:spPr bwMode="auto">
          <a:xfrm>
            <a:off x="3175" y="6332538"/>
            <a:ext cx="9899650" cy="0"/>
          </a:xfrm>
          <a:prstGeom prst="line">
            <a:avLst/>
          </a:prstGeom>
          <a:noFill/>
          <a:ln w="9525">
            <a:solidFill>
              <a:schemeClr val="tx1">
                <a:lumMod val="75000"/>
                <a:lumOff val="25000"/>
              </a:schemeClr>
            </a:solidFill>
            <a:round/>
            <a:headEnd/>
            <a:tailEnd/>
          </a:ln>
          <a:effectLst/>
        </p:spPr>
        <p:txBody>
          <a:bodyPr/>
          <a:lstStyle/>
          <a:p>
            <a:pPr>
              <a:defRPr/>
            </a:pPr>
            <a:endParaRPr lang="ko-KR" altLang="en-US" dirty="0">
              <a:ea typeface="굴림" panose="020B0600000101010101" pitchFamily="50" charset="-127"/>
              <a:cs typeface="Arial" charset="0"/>
            </a:endParaRPr>
          </a:p>
        </p:txBody>
      </p:sp>
      <p:sp>
        <p:nvSpPr>
          <p:cNvPr id="10" name="Line 5">
            <a:extLst>
              <a:ext uri="{FF2B5EF4-FFF2-40B4-BE49-F238E27FC236}">
                <a16:creationId xmlns:a16="http://schemas.microsoft.com/office/drawing/2014/main" id="{42261C74-C6DC-867A-178B-1FD2472575A4}"/>
              </a:ext>
            </a:extLst>
          </p:cNvPr>
          <p:cNvSpPr>
            <a:spLocks noChangeShapeType="1"/>
          </p:cNvSpPr>
          <p:nvPr userDrawn="1"/>
        </p:nvSpPr>
        <p:spPr bwMode="auto">
          <a:xfrm>
            <a:off x="3175" y="612775"/>
            <a:ext cx="9899650" cy="0"/>
          </a:xfrm>
          <a:prstGeom prst="line">
            <a:avLst/>
          </a:prstGeom>
          <a:noFill/>
          <a:ln w="9525">
            <a:solidFill>
              <a:schemeClr val="bg1">
                <a:lumMod val="75000"/>
              </a:schemeClr>
            </a:solidFill>
            <a:round/>
            <a:headEnd/>
            <a:tailEnd/>
          </a:ln>
          <a:effectLst/>
        </p:spPr>
        <p:txBody>
          <a:bodyPr/>
          <a:lstStyle/>
          <a:p>
            <a:pPr>
              <a:defRPr/>
            </a:pPr>
            <a:endParaRPr lang="ko-KR" altLang="en-US" dirty="0">
              <a:ea typeface="굴림" panose="020B0600000101010101" pitchFamily="50" charset="-127"/>
              <a:cs typeface="Arial" charset="0"/>
            </a:endParaRPr>
          </a:p>
        </p:txBody>
      </p:sp>
      <p:sp>
        <p:nvSpPr>
          <p:cNvPr id="11" name="Line 6">
            <a:extLst>
              <a:ext uri="{FF2B5EF4-FFF2-40B4-BE49-F238E27FC236}">
                <a16:creationId xmlns:a16="http://schemas.microsoft.com/office/drawing/2014/main" id="{DE389913-800E-93C9-AED6-BAF44D2CBCD2}"/>
              </a:ext>
            </a:extLst>
          </p:cNvPr>
          <p:cNvSpPr>
            <a:spLocks noChangeShapeType="1"/>
          </p:cNvSpPr>
          <p:nvPr userDrawn="1"/>
        </p:nvSpPr>
        <p:spPr bwMode="auto">
          <a:xfrm>
            <a:off x="1588" y="6343650"/>
            <a:ext cx="9901237" cy="0"/>
          </a:xfrm>
          <a:prstGeom prst="line">
            <a:avLst/>
          </a:prstGeom>
          <a:noFill/>
          <a:ln w="9525">
            <a:solidFill>
              <a:schemeClr val="bg1">
                <a:lumMod val="75000"/>
              </a:schemeClr>
            </a:solidFill>
            <a:round/>
            <a:headEnd/>
            <a:tailEnd/>
          </a:ln>
          <a:effectLst/>
        </p:spPr>
        <p:txBody>
          <a:bodyPr/>
          <a:lstStyle/>
          <a:p>
            <a:pPr>
              <a:defRPr/>
            </a:pPr>
            <a:endParaRPr lang="ko-KR" altLang="en-US" dirty="0">
              <a:ea typeface="굴림" panose="020B0600000101010101" pitchFamily="50" charset="-127"/>
              <a:cs typeface="Arial" charset="0"/>
            </a:endParaRPr>
          </a:p>
        </p:txBody>
      </p:sp>
    </p:spTree>
  </p:cSld>
  <p:clrMap bg1="lt1" tx1="dk1" bg2="lt2" tx2="dk2" accent1="accent1" accent2="accent2" accent3="accent3" accent4="accent4" accent5="accent5" accent6="accent6" hlink="hlink" folHlink="folHlink"/>
  <p:sldLayoutIdLst>
    <p:sldLayoutId id="2147486406" r:id="rId1"/>
    <p:sldLayoutId id="2147486407" r:id="rId2"/>
    <p:sldLayoutId id="2147486408" r:id="rId3"/>
    <p:sldLayoutId id="2147486409" r:id="rId4"/>
  </p:sldLayoutIdLst>
  <p:hf hdr="0" ftr="0" dt="0"/>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제목 개체 틀 1">
            <a:extLst>
              <a:ext uri="{FF2B5EF4-FFF2-40B4-BE49-F238E27FC236}">
                <a16:creationId xmlns:a16="http://schemas.microsoft.com/office/drawing/2014/main" id="{D7B6FC9A-BF57-EA97-F78D-9AAB4934D609}"/>
              </a:ext>
            </a:extLst>
          </p:cNvPr>
          <p:cNvSpPr>
            <a:spLocks noGrp="1"/>
          </p:cNvSpPr>
          <p:nvPr>
            <p:ph type="title"/>
          </p:nvPr>
        </p:nvSpPr>
        <p:spPr bwMode="auto">
          <a:xfrm>
            <a:off x="681038" y="365125"/>
            <a:ext cx="8543925"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2051" name="텍스트 개체 틀 2">
            <a:extLst>
              <a:ext uri="{FF2B5EF4-FFF2-40B4-BE49-F238E27FC236}">
                <a16:creationId xmlns:a16="http://schemas.microsoft.com/office/drawing/2014/main" id="{5EF99BFC-B54E-53CB-57ED-04A862078322}"/>
              </a:ext>
            </a:extLst>
          </p:cNvPr>
          <p:cNvSpPr>
            <a:spLocks noGrp="1"/>
          </p:cNvSpPr>
          <p:nvPr>
            <p:ph type="body" idx="1"/>
          </p:nvPr>
        </p:nvSpPr>
        <p:spPr bwMode="auto">
          <a:xfrm>
            <a:off x="681038" y="1825625"/>
            <a:ext cx="8543925"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FFFBED4B-A3EE-EEB0-3D7A-E0906A0B9562}"/>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ea typeface="굴림" panose="020B0600000101010101" pitchFamily="50" charset="-127"/>
              </a:defRPr>
            </a:lvl1pPr>
          </a:lstStyle>
          <a:p>
            <a:pPr>
              <a:defRPr/>
            </a:pPr>
            <a:fld id="{0B7F29F9-E2D1-4B46-989A-5E027B08FCBA}"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AF9100F4-CC2B-43C1-E16A-C560FE236213}"/>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ea typeface="굴림" panose="020B0600000101010101" pitchFamily="50" charset="-127"/>
              </a:defRPr>
            </a:lvl1pPr>
          </a:lstStyle>
          <a:p>
            <a:pPr>
              <a:defRPr/>
            </a:pPr>
            <a:endParaRPr lang="ko-KR" altLang="en-US"/>
          </a:p>
        </p:txBody>
      </p:sp>
      <p:sp>
        <p:nvSpPr>
          <p:cNvPr id="6" name="슬라이드 번호 개체 틀 5">
            <a:extLst>
              <a:ext uri="{FF2B5EF4-FFF2-40B4-BE49-F238E27FC236}">
                <a16:creationId xmlns:a16="http://schemas.microsoft.com/office/drawing/2014/main" id="{EDE2A454-8731-F900-A24E-0E350D1574EE}"/>
              </a:ext>
            </a:extLst>
          </p:cNvPr>
          <p:cNvSpPr>
            <a:spLocks noGrp="1"/>
          </p:cNvSpPr>
          <p:nvPr>
            <p:ph type="sldNum" sz="quarter" idx="4"/>
          </p:nvPr>
        </p:nvSpPr>
        <p:spPr>
          <a:xfrm>
            <a:off x="6996113" y="6356350"/>
            <a:ext cx="222885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ea typeface="굴림" panose="020B0600000101010101" pitchFamily="50" charset="-127"/>
              </a:defRPr>
            </a:lvl1pPr>
          </a:lstStyle>
          <a:p>
            <a:pPr>
              <a:defRPr/>
            </a:pPr>
            <a:fld id="{F25612DA-1BF9-4BD4-B8AD-F998A051CC63}" type="slidenum">
              <a:rPr lang="ko-KR" altLang="en-US"/>
              <a:pPr>
                <a:defRPr/>
              </a:pPr>
              <a:t>‹#›</a:t>
            </a:fld>
            <a:endParaRPr lang="ko-KR" altLang="en-US"/>
          </a:p>
        </p:txBody>
      </p:sp>
    </p:spTree>
  </p:cSld>
  <p:clrMap bg1="lt1" tx1="dk1" bg2="lt2" tx2="dk2" accent1="accent1" accent2="accent2" accent3="accent3" accent4="accent4" accent5="accent5" accent6="accent6" hlink="hlink" folHlink="folHlink"/>
  <p:sldLayoutIdLst>
    <p:sldLayoutId id="2147486370" r:id="rId1"/>
    <p:sldLayoutId id="2147486371" r:id="rId2"/>
    <p:sldLayoutId id="2147486372" r:id="rId3"/>
    <p:sldLayoutId id="2147486373" r:id="rId4"/>
    <p:sldLayoutId id="2147486374" r:id="rId5"/>
    <p:sldLayoutId id="2147486375" r:id="rId6"/>
    <p:sldLayoutId id="2147486376" r:id="rId7"/>
    <p:sldLayoutId id="2147486377" r:id="rId8"/>
    <p:sldLayoutId id="2147486378" r:id="rId9"/>
    <p:sldLayoutId id="2147486379" r:id="rId10"/>
    <p:sldLayoutId id="2147486380" r:id="rId11"/>
    <p:sldLayoutId id="2147486381" r:id="rId12"/>
    <p:sldLayoutId id="2147486382" r:id="rId13"/>
  </p:sldLayoutIdLst>
  <p:txStyles>
    <p:titleStyle>
      <a:lvl1pPr algn="l" rtl="0" eaLnBrk="0" fontAlgn="base" latinLnBrk="1"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228600" indent="-228600" algn="l" rtl="0" eaLnBrk="0" fontAlgn="base" latinLnBrk="1"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latinLnBrk="1"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latinLnBrk="1"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latinLnBrk="1"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latinLnBrk="1"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제목 개체 틀 1">
            <a:extLst>
              <a:ext uri="{FF2B5EF4-FFF2-40B4-BE49-F238E27FC236}">
                <a16:creationId xmlns:a16="http://schemas.microsoft.com/office/drawing/2014/main" id="{AD22D44C-6E4B-3FBA-19E1-B7A93898AC43}"/>
              </a:ext>
            </a:extLst>
          </p:cNvPr>
          <p:cNvSpPr>
            <a:spLocks noGrp="1"/>
          </p:cNvSpPr>
          <p:nvPr>
            <p:ph type="title"/>
          </p:nvPr>
        </p:nvSpPr>
        <p:spPr bwMode="auto">
          <a:xfrm>
            <a:off x="681038" y="365125"/>
            <a:ext cx="8543925"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3075" name="텍스트 개체 틀 2">
            <a:extLst>
              <a:ext uri="{FF2B5EF4-FFF2-40B4-BE49-F238E27FC236}">
                <a16:creationId xmlns:a16="http://schemas.microsoft.com/office/drawing/2014/main" id="{BB3F1956-83CE-94C7-37E3-7B37EC123E57}"/>
              </a:ext>
            </a:extLst>
          </p:cNvPr>
          <p:cNvSpPr>
            <a:spLocks noGrp="1"/>
          </p:cNvSpPr>
          <p:nvPr>
            <p:ph type="body" idx="1"/>
          </p:nvPr>
        </p:nvSpPr>
        <p:spPr bwMode="auto">
          <a:xfrm>
            <a:off x="681038" y="1825625"/>
            <a:ext cx="8543925"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32F27986-F34F-7090-2980-071C5465690C}"/>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ea typeface="굴림" panose="020B0600000101010101" pitchFamily="50" charset="-127"/>
              </a:defRPr>
            </a:lvl1pPr>
          </a:lstStyle>
          <a:p>
            <a:pPr>
              <a:defRPr/>
            </a:pPr>
            <a:fld id="{2BED2571-2521-4071-9C49-B567F3BDDBD8}"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BC0B15B1-8C68-3A5B-8129-51F2940C3F38}"/>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ea typeface="굴림" panose="020B0600000101010101" pitchFamily="50" charset="-127"/>
              </a:defRPr>
            </a:lvl1pPr>
          </a:lstStyle>
          <a:p>
            <a:pPr>
              <a:defRPr/>
            </a:pPr>
            <a:endParaRPr lang="ko-KR" altLang="en-US"/>
          </a:p>
        </p:txBody>
      </p:sp>
      <p:sp>
        <p:nvSpPr>
          <p:cNvPr id="6" name="슬라이드 번호 개체 틀 5">
            <a:extLst>
              <a:ext uri="{FF2B5EF4-FFF2-40B4-BE49-F238E27FC236}">
                <a16:creationId xmlns:a16="http://schemas.microsoft.com/office/drawing/2014/main" id="{B36FB885-C4FB-D867-DE21-D2FF74F53615}"/>
              </a:ext>
            </a:extLst>
          </p:cNvPr>
          <p:cNvSpPr>
            <a:spLocks noGrp="1"/>
          </p:cNvSpPr>
          <p:nvPr>
            <p:ph type="sldNum" sz="quarter" idx="4"/>
          </p:nvPr>
        </p:nvSpPr>
        <p:spPr>
          <a:xfrm>
            <a:off x="6996113" y="6356350"/>
            <a:ext cx="222885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ea typeface="굴림" panose="020B0600000101010101" pitchFamily="50" charset="-127"/>
              </a:defRPr>
            </a:lvl1pPr>
          </a:lstStyle>
          <a:p>
            <a:pPr>
              <a:defRPr/>
            </a:pPr>
            <a:fld id="{07D60A37-C7F7-48AA-AB5E-08F8623B2A26}" type="slidenum">
              <a:rPr lang="ko-KR" altLang="en-US"/>
              <a:pPr>
                <a:defRPr/>
              </a:pPr>
              <a:t>‹#›</a:t>
            </a:fld>
            <a:endParaRPr lang="ko-KR" altLang="en-US"/>
          </a:p>
        </p:txBody>
      </p:sp>
    </p:spTree>
  </p:cSld>
  <p:clrMap bg1="lt1" tx1="dk1" bg2="lt2" tx2="dk2" accent1="accent1" accent2="accent2" accent3="accent3" accent4="accent4" accent5="accent5" accent6="accent6" hlink="hlink" folHlink="folHlink"/>
  <p:sldLayoutIdLst>
    <p:sldLayoutId id="2147486383" r:id="rId1"/>
    <p:sldLayoutId id="2147486384" r:id="rId2"/>
    <p:sldLayoutId id="2147486385" r:id="rId3"/>
    <p:sldLayoutId id="2147486386" r:id="rId4"/>
    <p:sldLayoutId id="2147486387" r:id="rId5"/>
    <p:sldLayoutId id="2147486388" r:id="rId6"/>
    <p:sldLayoutId id="2147486389" r:id="rId7"/>
    <p:sldLayoutId id="2147486390" r:id="rId8"/>
    <p:sldLayoutId id="2147486391" r:id="rId9"/>
    <p:sldLayoutId id="2147486392" r:id="rId10"/>
    <p:sldLayoutId id="2147486393" r:id="rId11"/>
  </p:sldLayoutIdLst>
  <p:txStyles>
    <p:titleStyle>
      <a:lvl1pPr algn="l" rtl="0" eaLnBrk="0" fontAlgn="base" latinLnBrk="1"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228600" indent="-228600" algn="l" rtl="0" eaLnBrk="0" fontAlgn="base" latinLnBrk="1"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latinLnBrk="1"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latinLnBrk="1"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latinLnBrk="1"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latinLnBrk="1"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제목 개체 틀 1">
            <a:extLst>
              <a:ext uri="{FF2B5EF4-FFF2-40B4-BE49-F238E27FC236}">
                <a16:creationId xmlns:a16="http://schemas.microsoft.com/office/drawing/2014/main" id="{31B7F425-27F8-E314-ECC9-1D355B5F88E1}"/>
              </a:ext>
            </a:extLst>
          </p:cNvPr>
          <p:cNvSpPr>
            <a:spLocks noGrp="1"/>
          </p:cNvSpPr>
          <p:nvPr>
            <p:ph type="title"/>
          </p:nvPr>
        </p:nvSpPr>
        <p:spPr bwMode="auto">
          <a:xfrm>
            <a:off x="681038" y="365125"/>
            <a:ext cx="8543925"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p>
        </p:txBody>
      </p:sp>
      <p:sp>
        <p:nvSpPr>
          <p:cNvPr id="4099" name="텍스트 개체 틀 2">
            <a:extLst>
              <a:ext uri="{FF2B5EF4-FFF2-40B4-BE49-F238E27FC236}">
                <a16:creationId xmlns:a16="http://schemas.microsoft.com/office/drawing/2014/main" id="{C4508189-386C-7A98-EF9B-B719AD916AB7}"/>
              </a:ext>
            </a:extLst>
          </p:cNvPr>
          <p:cNvSpPr>
            <a:spLocks noGrp="1"/>
          </p:cNvSpPr>
          <p:nvPr>
            <p:ph type="body" idx="1"/>
          </p:nvPr>
        </p:nvSpPr>
        <p:spPr bwMode="auto">
          <a:xfrm>
            <a:off x="681038" y="1825625"/>
            <a:ext cx="8543925"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a:extLst>
              <a:ext uri="{FF2B5EF4-FFF2-40B4-BE49-F238E27FC236}">
                <a16:creationId xmlns:a16="http://schemas.microsoft.com/office/drawing/2014/main" id="{86C4C070-6BBC-7A50-26BD-FA57436AFB54}"/>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75000"/>
                  </a:schemeClr>
                </a:solidFill>
                <a:ea typeface="굴림" panose="020B0600000101010101" pitchFamily="50" charset="-127"/>
              </a:defRPr>
            </a:lvl1pPr>
          </a:lstStyle>
          <a:p>
            <a:pPr>
              <a:defRPr/>
            </a:pPr>
            <a:fld id="{876DE4E4-A7F9-48B8-AF01-A2219A5DA08D}" type="datetimeFigureOut">
              <a:rPr lang="ko-KR" altLang="en-US"/>
              <a:pPr>
                <a:defRPr/>
              </a:pPr>
              <a:t>2026-10-10</a:t>
            </a:fld>
            <a:endParaRPr lang="ko-KR" altLang="en-US" dirty="0"/>
          </a:p>
        </p:txBody>
      </p:sp>
      <p:sp>
        <p:nvSpPr>
          <p:cNvPr id="5" name="바닥글 개체 틀 4">
            <a:extLst>
              <a:ext uri="{FF2B5EF4-FFF2-40B4-BE49-F238E27FC236}">
                <a16:creationId xmlns:a16="http://schemas.microsoft.com/office/drawing/2014/main" id="{28CA1C94-5CD4-89C1-AA94-A7BE0A52AE97}"/>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ea typeface="굴림" panose="020B0600000101010101" pitchFamily="50" charset="-127"/>
              </a:defRPr>
            </a:lvl1pPr>
          </a:lstStyle>
          <a:p>
            <a:pPr>
              <a:defRPr/>
            </a:pPr>
            <a:endParaRPr lang="ko-KR" altLang="en-US"/>
          </a:p>
        </p:txBody>
      </p:sp>
      <p:sp>
        <p:nvSpPr>
          <p:cNvPr id="6" name="슬라이드 번호 개체 틀 5">
            <a:extLst>
              <a:ext uri="{FF2B5EF4-FFF2-40B4-BE49-F238E27FC236}">
                <a16:creationId xmlns:a16="http://schemas.microsoft.com/office/drawing/2014/main" id="{5E10D808-AC97-D134-5294-DF45A13F6E1E}"/>
              </a:ext>
            </a:extLst>
          </p:cNvPr>
          <p:cNvSpPr>
            <a:spLocks noGrp="1"/>
          </p:cNvSpPr>
          <p:nvPr>
            <p:ph type="sldNum" sz="quarter" idx="4"/>
          </p:nvPr>
        </p:nvSpPr>
        <p:spPr>
          <a:xfrm>
            <a:off x="6996113" y="6356350"/>
            <a:ext cx="222885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ea typeface="굴림" panose="020B0600000101010101" pitchFamily="50" charset="-127"/>
              </a:defRPr>
            </a:lvl1pPr>
          </a:lstStyle>
          <a:p>
            <a:pPr>
              <a:defRPr/>
            </a:pPr>
            <a:fld id="{6339D399-0BE0-4BEE-AFE8-EF922E705EDA}" type="slidenum">
              <a:rPr lang="ko-KR" altLang="en-US"/>
              <a:pPr>
                <a:defRPr/>
              </a:pPr>
              <a:t>‹#›</a:t>
            </a:fld>
            <a:endParaRPr lang="ko-KR" altLang="en-US"/>
          </a:p>
        </p:txBody>
      </p:sp>
    </p:spTree>
  </p:cSld>
  <p:clrMap bg1="lt1" tx1="dk1" bg2="lt2" tx2="dk2" accent1="accent1" accent2="accent2" accent3="accent3" accent4="accent4" accent5="accent5" accent6="accent6" hlink="hlink" folHlink="folHlink"/>
  <p:sldLayoutIdLst>
    <p:sldLayoutId id="2147486394" r:id="rId1"/>
    <p:sldLayoutId id="2147486395" r:id="rId2"/>
    <p:sldLayoutId id="2147486396" r:id="rId3"/>
    <p:sldLayoutId id="2147486397" r:id="rId4"/>
    <p:sldLayoutId id="2147486398" r:id="rId5"/>
    <p:sldLayoutId id="2147486399" r:id="rId6"/>
    <p:sldLayoutId id="2147486400" r:id="rId7"/>
    <p:sldLayoutId id="2147486401" r:id="rId8"/>
    <p:sldLayoutId id="2147486402" r:id="rId9"/>
    <p:sldLayoutId id="2147486403" r:id="rId10"/>
    <p:sldLayoutId id="2147486404" r:id="rId11"/>
  </p:sldLayoutIdLst>
  <p:txStyles>
    <p:titleStyle>
      <a:lvl1pPr algn="l" rtl="0" eaLnBrk="0" fontAlgn="base" latinLnBrk="1"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2pPr>
      <a:lvl3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3pPr>
      <a:lvl4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4pPr>
      <a:lvl5pPr algn="l" rtl="0" eaLnBrk="0" fontAlgn="base" latinLnBrk="1" hangingPunct="0">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5pPr>
      <a:lvl6pPr marL="4572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6pPr>
      <a:lvl7pPr marL="9144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7pPr>
      <a:lvl8pPr marL="13716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8pPr>
      <a:lvl9pPr marL="1828800" algn="l" rtl="0" fontAlgn="base" latinLnBrk="1">
        <a:lnSpc>
          <a:spcPct val="90000"/>
        </a:lnSpc>
        <a:spcBef>
          <a:spcPct val="0"/>
        </a:spcBef>
        <a:spcAft>
          <a:spcPct val="0"/>
        </a:spcAft>
        <a:defRPr sz="4400">
          <a:solidFill>
            <a:schemeClr val="tx1"/>
          </a:solidFill>
          <a:latin typeface="맑은 고딕" panose="020B0503020000020004" pitchFamily="50" charset="-127"/>
          <a:ea typeface="맑은 고딕" panose="020B0503020000020004" pitchFamily="50" charset="-127"/>
        </a:defRPr>
      </a:lvl9pPr>
    </p:titleStyle>
    <p:bodyStyle>
      <a:lvl1pPr marL="228600" indent="-228600" algn="l" rtl="0" eaLnBrk="0" fontAlgn="base" latinLnBrk="1"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latinLnBrk="1"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latinLnBrk="1"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latinLnBrk="1"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latinLnBrk="1"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6405" r:id="rId1"/>
    <p:sldLayoutId id="2147486410" r:id="rId2"/>
    <p:sldLayoutId id="2147486411" r:id="rId3"/>
  </p:sldLayoutIdLst>
  <p:hf hdr="0" ftr="0" dt="0"/>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6412" r:id="rId1"/>
  </p:sldLayoutIdLst>
  <p:hf hdr="0" ftr="0" dt="0"/>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텍스트 개체 틀 10">
            <a:extLst>
              <a:ext uri="{FF2B5EF4-FFF2-40B4-BE49-F238E27FC236}">
                <a16:creationId xmlns:a16="http://schemas.microsoft.com/office/drawing/2014/main" id="{2DB5035E-B28E-88E9-AEA7-8BD0F66CACD4}"/>
              </a:ext>
            </a:extLst>
          </p:cNvPr>
          <p:cNvSpPr>
            <a:spLocks noGrp="1"/>
          </p:cNvSpPr>
          <p:nvPr>
            <p:ph type="body" sz="quarter" idx="13"/>
          </p:nvPr>
        </p:nvSpPr>
        <p:spPr bwMode="auto">
          <a:xfrm>
            <a:off x="0" y="1052513"/>
            <a:ext cx="9906000" cy="7207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p>
            <a:pPr latinLnBrk="0" marL="0" indent="0" eaLnBrk="1" hangingPunct="1">
              <a:spcBef>
                <a:spcPct val="0"/>
              </a:spcBef>
            </a:pPr>
            <a:r>
              <a:rPr lang="en-US" altLang="ko-KR">
                <a:solidFill>
                  <a:schemeClr val="tx2"/>
                </a:solidFill>
                <a:latin typeface="Arial" panose="020B0604020202020204" pitchFamily="34" charset="0"/>
                <a:ea typeface="맑은 고딕" panose="020B0503020000020004" pitchFamily="34" charset="-127"/>
                <a:cs typeface="Arial" panose="020B0604020202020204" pitchFamily="34" charset="0"/>
              </a:rPr>
              <a:t>Zaplist</a:t>
            </a:r>
            <a:endParaRPr lang="ko-KR" altLang="en-US">
              <a:solidFill>
                <a:schemeClr val="tx2"/>
              </a:solidFill>
              <a:latin typeface="Arial" panose="020B0604020202020204" pitchFamily="34" charset="0"/>
              <a:ea typeface="맑은 고딕" panose="020B0503020000020004" pitchFamily="34" charset="-127"/>
              <a:cs typeface="Arial" panose="020B0604020202020204" pitchFamily="34" charset="0"/>
            </a:endParaRPr>
          </a:p>
        </p:txBody>
      </p:sp>
      <p:sp>
        <p:nvSpPr>
          <p:cNvPr id="14339" name="텍스트 개체 틀 7">
            <a:extLst>
              <a:ext uri="{FF2B5EF4-FFF2-40B4-BE49-F238E27FC236}">
                <a16:creationId xmlns:a16="http://schemas.microsoft.com/office/drawing/2014/main" id="{A655F91C-8351-D09A-92BB-B8AB3DA55C11}"/>
              </a:ext>
            </a:extLst>
          </p:cNvPr>
          <p:cNvSpPr txBox="1">
            <a:spLocks/>
          </p:cNvSpPr>
          <p:nvPr/>
        </p:nvSpPr>
        <p:spPr bwMode="auto">
          <a:xfrm>
            <a:off x="273050" y="188913"/>
            <a:ext cx="44640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36000" rIns="0" anchor="ctr"/>
          <a:lstStyle>
            <a:lvl1pPr marL="342900" indent="-342900">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spcBef>
                <a:spcPct val="20000"/>
              </a:spcBef>
            </a:pPr>
            <a:r>
              <a:rPr kumimoji="1" lang="en-US" altLang="ko-KR" sz="1500">
                <a:latin typeface="Arial" panose="020B0604020202020204" pitchFamily="34" charset="0"/>
                <a:ea typeface="맑은 고딕" panose="020B0503020000020004" pitchFamily="34" charset="-127"/>
                <a:cs typeface="Arial" panose="020B0604020202020204" pitchFamily="34" charset="0"/>
              </a:rPr>
              <a:t>UX Scenario Document File Version 4.3</a:t>
            </a:r>
            <a:endParaRPr kumimoji="1" lang="ko-KR" altLang="en-US" sz="1500">
              <a:latin typeface="Arial" panose="020B0604020202020204" pitchFamily="34" charset="0"/>
              <a:ea typeface="맑은 고딕" panose="020B0503020000020004" pitchFamily="34" charset="-127"/>
              <a:cs typeface="Arial" panose="020B0604020202020204" pitchFamily="34" charset="0"/>
            </a:endParaRPr>
          </a:p>
        </p:txBody>
      </p:sp>
      <p:graphicFrame>
        <p:nvGraphicFramePr>
          <p:cNvPr id="13" name="표 12">
            <a:extLst>
              <a:ext uri="{FF2B5EF4-FFF2-40B4-BE49-F238E27FC236}">
                <a16:creationId xmlns:a16="http://schemas.microsoft.com/office/drawing/2014/main" id="{AD8F35E2-CC97-A192-39B3-C6497A7B6050}"/>
              </a:ext>
            </a:extLst>
          </p:cNvPr>
          <p:cNvGraphicFramePr>
            <a:graphicFrameLocks noGrp="1"/>
          </p:cNvGraphicFramePr>
          <p:nvPr>
            <p:extLst>
              <p:ext uri="{D42A27DB-BD31-4B8C-83A1-F6EECF244321}">
                <p14:modId xmlns:p14="http://schemas.microsoft.com/office/powerpoint/2010/main" val="2290019201"/>
              </p:ext>
            </p:extLst>
          </p:nvPr>
        </p:nvGraphicFramePr>
        <p:xfrm>
          <a:off x="4521200" y="4797425"/>
          <a:ext cx="4932363" cy="1493838"/>
        </p:xfrm>
        <a:graphic>
          <a:graphicData uri="http://schemas.openxmlformats.org/drawingml/2006/table">
            <a:tbl>
              <a:tblPr firstRow="1" bandRow="1">
                <a:tableStyleId>{5C22544A-7EE6-4342-B048-85BDC9FD1C3A}</a:tableStyleId>
              </a:tblPr>
              <a:tblGrid>
                <a:gridCol w="1836135">
                  <a:extLst>
                    <a:ext uri="{9D8B030D-6E8A-4147-A177-3AD203B41FA5}">
                      <a16:colId xmlns:a16="http://schemas.microsoft.com/office/drawing/2014/main" val="20000"/>
                    </a:ext>
                  </a:extLst>
                </a:gridCol>
                <a:gridCol w="3096228">
                  <a:extLst>
                    <a:ext uri="{9D8B030D-6E8A-4147-A177-3AD203B41FA5}">
                      <a16:colId xmlns:a16="http://schemas.microsoft.com/office/drawing/2014/main" val="20001"/>
                    </a:ext>
                  </a:extLst>
                </a:gridCol>
              </a:tblGrid>
              <a:tr h="335351">
                <a:tc>
                  <a:txBody>
                    <a:bodyPr/>
                    <a:lstStyle/>
                    <a:p>
                      <a:pPr algn="r" latinLnBrk="0"/>
                      <a:r>
                        <a:rPr lang="en-US" altLang="ko-KR" sz="1600" b="1" dirty="0">
                          <a:solidFill>
                            <a:schemeClr val="tx1"/>
                          </a:solidFill>
                          <a:latin typeface="Arial" pitchFamily="34" charset="0"/>
                          <a:ea typeface="맑은 고딕" pitchFamily="50" charset="-127"/>
                          <a:cs typeface="Arial" pitchFamily="34" charset="0"/>
                        </a:rPr>
                        <a:t>Submission Date</a:t>
                      </a:r>
                      <a:endParaRPr lang="ko-KR" altLang="en-US" sz="1600" b="1" dirty="0">
                        <a:solidFill>
                          <a:schemeClr val="tx1"/>
                        </a:solidFill>
                      </a:endParaRPr>
                    </a:p>
                  </a:txBody>
                  <a:tcPr marL="91447" marR="91447" marT="45730" marB="4573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atinLnBrk="0"/>
                      <a:r>
                        <a:rPr lang="en-US" altLang="ko-KR" sz="1600" b="0" i="0">
                          <a:solidFill>
                            <a:schemeClr val="tx1"/>
                          </a:solidFill>
                          <a:latin typeface="Arial" pitchFamily="34" charset="0"/>
                          <a:cs typeface="Arial" pitchFamily="34" charset="0"/>
                        </a:rPr>
                        <a:t>2026 / 10 / 10</a:t>
                      </a:r>
                      <a:endParaRPr lang="ko-KR" altLang="en-US" sz="1600" b="0" i="0" dirty="0">
                        <a:solidFill>
                          <a:schemeClr val="tx1"/>
                        </a:solidFill>
                        <a:latin typeface="Arial" pitchFamily="34" charset="0"/>
                        <a:cs typeface="Arial" pitchFamily="34" charset="0"/>
                      </a:endParaRPr>
                    </a:p>
                  </a:txBody>
                  <a:tcPr marL="91447" marR="91447" marT="45730" marB="4573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0"/>
                  </a:ext>
                </a:extLst>
              </a:tr>
              <a:tr h="335351">
                <a:tc>
                  <a:txBody>
                    <a:bodyPr/>
                    <a:lstStyle/>
                    <a:p>
                      <a:pPr algn="r" latinLnBrk="0"/>
                      <a:r>
                        <a:rPr lang="en-US" altLang="ko-KR" sz="1600" b="1" dirty="0">
                          <a:solidFill>
                            <a:schemeClr val="tx1"/>
                          </a:solidFill>
                          <a:latin typeface="Arial" pitchFamily="34" charset="0"/>
                          <a:ea typeface="맑은 고딕" pitchFamily="50" charset="-127"/>
                          <a:cs typeface="Arial" pitchFamily="34" charset="0"/>
                        </a:rPr>
                        <a:t>App Ver.</a:t>
                      </a:r>
                      <a:endParaRPr lang="ko-KR" altLang="en-US" sz="1600" b="1" dirty="0">
                        <a:solidFill>
                          <a:schemeClr val="tx1"/>
                        </a:solidFill>
                      </a:endParaRPr>
                    </a:p>
                  </a:txBody>
                  <a:tcPr marL="91447" marR="91447" marT="45730" marB="4573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atinLnBrk="0"/>
                      <a:r>
                        <a:rPr lang="en-US" altLang="ko-KR" sz="1600" b="0" i="0">
                          <a:solidFill>
                            <a:schemeClr val="tx1"/>
                          </a:solidFill>
                          <a:latin typeface="Arial" pitchFamily="34" charset="0"/>
                          <a:cs typeface="Arial" pitchFamily="34" charset="0"/>
                        </a:rPr>
                        <a:t>1.0.0</a:t>
                      </a:r>
                      <a:endParaRPr lang="ko-KR" altLang="en-US" sz="1600" b="0" i="0" dirty="0">
                        <a:solidFill>
                          <a:schemeClr val="tx1"/>
                        </a:solidFill>
                        <a:latin typeface="Arial" pitchFamily="34" charset="0"/>
                        <a:cs typeface="Arial" pitchFamily="34" charset="0"/>
                      </a:endParaRPr>
                    </a:p>
                  </a:txBody>
                  <a:tcPr marL="91447" marR="91447" marT="45730" marB="4573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823136">
                <a:tc>
                  <a:txBody>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ko-KR" sz="1600" b="1" dirty="0">
                          <a:solidFill>
                            <a:schemeClr val="tx1"/>
                          </a:solidFill>
                          <a:latin typeface="Arial" pitchFamily="34" charset="0"/>
                          <a:ea typeface="맑은 고딕" pitchFamily="50" charset="-127"/>
                          <a:cs typeface="Arial" pitchFamily="34" charset="0"/>
                        </a:rPr>
                        <a:t>App Developer</a:t>
                      </a:r>
                      <a:endParaRPr lang="ko-KR" altLang="en-US" sz="1600" b="1" dirty="0">
                        <a:solidFill>
                          <a:schemeClr val="tx1"/>
                        </a:solidFill>
                        <a:latin typeface="Arial" pitchFamily="34" charset="0"/>
                        <a:ea typeface="맑은 고딕" pitchFamily="50" charset="-127"/>
                        <a:cs typeface="Arial" pitchFamily="34" charset="0"/>
                      </a:endParaRPr>
                    </a:p>
                    <a:p>
                      <a:pPr algn="r" latinLnBrk="0"/>
                      <a:endParaRPr lang="ko-KR" altLang="en-US" sz="1600" b="1" dirty="0">
                        <a:solidFill>
                          <a:schemeClr val="tx1"/>
                        </a:solidFill>
                      </a:endParaRPr>
                    </a:p>
                  </a:txBody>
                  <a:tcPr marL="91447" marR="91447" marT="45730" marB="4573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atinLnBrk="0"/>
                      <a:r>
                        <a:rPr lang="en-US" altLang="ko-KR" sz="1600" b="0" i="0">
                          <a:latin typeface="Arial" pitchFamily="34" charset="0"/>
                          <a:cs typeface="Arial" pitchFamily="34" charset="0"/>
                        </a:rPr>
                        <a:t>Name: Zaplist</a:t>
                      </a:r>
                    </a:p>
                    <a:p>
                      <a:pPr latinLnBrk="0"/>
                      <a:r>
                        <a:rPr lang="en-US" altLang="ko-KR" sz="1600" b="0" i="0">
                          <a:latin typeface="Arial" pitchFamily="34" charset="0"/>
                          <a:cs typeface="Arial" pitchFamily="34" charset="0"/>
                        </a:rPr>
                        <a:t>E-mail address: nomoredazzling@gmail.com</a:t>
                      </a:r>
                      <a:endParaRPr lang="ko-KR" altLang="en-US" sz="1600" b="0" i="0" dirty="0">
                        <a:latin typeface="Arial" pitchFamily="34" charset="0"/>
                        <a:cs typeface="Arial" pitchFamily="34" charset="0"/>
                      </a:endParaRPr>
                    </a:p>
                  </a:txBody>
                  <a:tcPr marL="91447" marR="91447" marT="45730" marB="4573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9">
            <a:extLst>
              <a:ext uri="{FF2B5EF4-FFF2-40B4-BE49-F238E27FC236}">
                <a16:creationId xmlns:a16="http://schemas.microsoft.com/office/drawing/2014/main" id="{7233A0A6-E209-6962-E229-78F42F7C3756}"/>
              </a:ext>
            </a:extLst>
          </p:cNvPr>
          <p:cNvSpPr>
            <a:spLocks noChangeArrowheads="1"/>
          </p:cNvSpPr>
          <p:nvPr/>
        </p:nvSpPr>
        <p:spPr bwMode="auto">
          <a:xfrm>
            <a:off x="2289175" y="2409825"/>
            <a:ext cx="4895850" cy="2879725"/>
          </a:xfrm>
          <a:prstGeom prst="rect">
            <a:avLst/>
          </a:prstGeom>
          <a:noFill/>
          <a:ln w="127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endParaRPr lang="ko-KR" altLang="en-US">
              <a:latin typeface="Arial" panose="020B0604020202020204" pitchFamily="34" charset="0"/>
              <a:cs typeface="Arial" panose="020B0604020202020204" pitchFamily="34" charset="0"/>
            </a:endParaRPr>
          </a:p>
        </p:txBody>
      </p:sp>
      <p:sp>
        <p:nvSpPr>
          <p:cNvPr id="17" name="텍스트 개체 틀 16">
            <a:extLst>
              <a:ext uri="{FF2B5EF4-FFF2-40B4-BE49-F238E27FC236}">
                <a16:creationId xmlns:a16="http://schemas.microsoft.com/office/drawing/2014/main" id="{6690F1B4-8731-B298-9DAB-DBD2784F5BD7}"/>
              </a:ext>
            </a:extLst>
          </p:cNvPr>
          <p:cNvSpPr>
            <a:spLocks noGrp="1"/>
          </p:cNvSpPr>
          <p:nvPr>
            <p:ph type="body" sz="quarter" idx="13"/>
          </p:nvPr>
        </p:nvSpPr>
        <p:spPr>
          <a:xfrm>
            <a:off x="3008313" y="1484313"/>
            <a:ext cx="4032250" cy="523875"/>
          </a:xfrm>
        </p:spPr>
        <p:txBody>
          <a:bodyPr/>
          <a:lstStyle/>
          <a:p>
            <a:pPr latinLnBrk="0">
              <a:defRPr/>
            </a:pPr>
            <a:r>
              <a:rPr lang="en-US" altLang="ko-KR" sz="2800">
                <a:latin typeface="Arial" pitchFamily="34" charset="0"/>
                <a:ea typeface="돋움" pitchFamily="50" charset="-127"/>
                <a:cs typeface="Arial" pitchFamily="34" charset="0"/>
              </a:rPr>
              <a:t>Table of Contents</a:t>
            </a:r>
            <a:endParaRPr sz="2800">
              <a:latin typeface="Arial" pitchFamily="34" charset="0"/>
              <a:cs typeface="Arial" pitchFamily="34" charset="0"/>
            </a:endParaRPr>
          </a:p>
        </p:txBody>
      </p:sp>
      <p:sp>
        <p:nvSpPr>
          <p:cNvPr id="16388" name="텍스트 개체 틀 16">
            <a:extLst>
              <a:ext uri="{FF2B5EF4-FFF2-40B4-BE49-F238E27FC236}">
                <a16:creationId xmlns:a16="http://schemas.microsoft.com/office/drawing/2014/main" id="{D8D520A9-D87A-B453-F436-501724A8010C}"/>
              </a:ext>
            </a:extLst>
          </p:cNvPr>
          <p:cNvSpPr txBox="1">
            <a:spLocks noChangeArrowheads="1"/>
          </p:cNvSpPr>
          <p:nvPr/>
        </p:nvSpPr>
        <p:spPr bwMode="auto">
          <a:xfrm>
            <a:off x="3584575" y="2563813"/>
            <a:ext cx="3816350" cy="2570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spcBef>
                <a:spcPct val="50000"/>
              </a:spcBef>
            </a:pPr>
            <a:r>
              <a:rPr kumimoji="1" lang="en-US" altLang="ko-KR" sz="1400">
                <a:latin typeface="Arial" panose="020B0604020202020204" pitchFamily="34" charset="0"/>
                <a:ea typeface="돋움" panose="020B0600000101010101" pitchFamily="34" charset="-127"/>
                <a:cs typeface="Arial" panose="020B0604020202020204" pitchFamily="34" charset="0"/>
              </a:rPr>
              <a:t>1. Basic Information</a:t>
            </a:r>
          </a:p>
          <a:p>
            <a:pPr latinLnBrk="0">
              <a:spcBef>
                <a:spcPct val="50000"/>
              </a:spcBef>
            </a:pPr>
            <a:r>
              <a:rPr kumimoji="1" lang="en-US" altLang="ko-KR" sz="1400">
                <a:latin typeface="Arial" panose="020B0604020202020204" pitchFamily="34" charset="0"/>
                <a:ea typeface="돋움" panose="020B0600000101010101" pitchFamily="34" charset="-127"/>
                <a:cs typeface="Arial" panose="020B0604020202020204" pitchFamily="34" charset="0"/>
              </a:rPr>
              <a:t>2. Document History</a:t>
            </a:r>
          </a:p>
          <a:p>
            <a:pPr latinLnBrk="0">
              <a:spcBef>
                <a:spcPct val="50000"/>
              </a:spcBef>
            </a:pPr>
            <a:r>
              <a:rPr kumimoji="1" lang="en-US" altLang="ko-KR" sz="1400">
                <a:latin typeface="Arial" panose="020B0604020202020204" pitchFamily="34" charset="0"/>
                <a:ea typeface="돋움" panose="020B0600000101010101" pitchFamily="34" charset="-127"/>
                <a:cs typeface="Arial" panose="020B0604020202020204" pitchFamily="34" charset="0"/>
              </a:rPr>
              <a:t>3. Remote Control Keys</a:t>
            </a:r>
          </a:p>
          <a:p>
            <a:pPr latinLnBrk="0">
              <a:spcBef>
                <a:spcPct val="50000"/>
              </a:spcBef>
            </a:pPr>
            <a:r>
              <a:rPr kumimoji="1" lang="en-US" altLang="ko-KR" sz="1400">
                <a:latin typeface="Arial" panose="020B0604020202020204" pitchFamily="34" charset="0"/>
                <a:ea typeface="돋움" panose="020B0600000101010101" pitchFamily="34" charset="-127"/>
                <a:cs typeface="Arial" panose="020B0604020202020204" pitchFamily="34" charset="0"/>
              </a:rPr>
              <a:t>4. Detailed Login Information</a:t>
            </a:r>
          </a:p>
          <a:p>
            <a:pPr latinLnBrk="0">
              <a:spcBef>
                <a:spcPct val="50000"/>
              </a:spcBef>
            </a:pPr>
            <a:r>
              <a:rPr kumimoji="1" lang="en-US" altLang="ko-KR" sz="1400">
                <a:latin typeface="Arial" panose="020B0604020202020204" pitchFamily="34" charset="0"/>
                <a:ea typeface="돋움" panose="020B0600000101010101" pitchFamily="34" charset="-127"/>
                <a:cs typeface="Arial" panose="020B0604020202020204" pitchFamily="34" charset="0"/>
              </a:rPr>
              <a:t>5. Main Page Description</a:t>
            </a:r>
          </a:p>
          <a:p>
            <a:pPr latinLnBrk="0">
              <a:spcBef>
                <a:spcPct val="50000"/>
              </a:spcBef>
            </a:pPr>
            <a:r>
              <a:rPr kumimoji="1" lang="en-US" altLang="ko-KR" sz="1400">
                <a:latin typeface="Arial" panose="020B0604020202020204" pitchFamily="34" charset="0"/>
                <a:ea typeface="돋움" panose="020B0600000101010101" pitchFamily="34" charset="-127"/>
                <a:cs typeface="Arial" panose="020B0604020202020204" pitchFamily="34" charset="0"/>
              </a:rPr>
              <a:t>6. Sub Page Description</a:t>
            </a:r>
          </a:p>
          <a:p>
            <a:pPr latinLnBrk="0">
              <a:spcBef>
                <a:spcPct val="50000"/>
              </a:spcBef>
            </a:pPr>
            <a:r>
              <a:rPr kumimoji="1" lang="en-US" altLang="ko-KR" sz="1400">
                <a:latin typeface="Arial" panose="020B0604020202020204" pitchFamily="34" charset="0"/>
                <a:ea typeface="돋움" panose="020B0600000101010101" pitchFamily="34" charset="-127"/>
                <a:cs typeface="Arial" panose="020B0604020202020204" pitchFamily="34" charset="0"/>
              </a:rPr>
              <a:t>7. Paid Content (not applicable)</a:t>
            </a:r>
          </a:p>
          <a:p>
            <a:pPr latinLnBrk="0">
              <a:spcBef>
                <a:spcPct val="50000"/>
              </a:spcBef>
            </a:pPr>
            <a:r>
              <a:rPr kumimoji="1" lang="en-US" altLang="ko-KR" sz="1400">
                <a:latin typeface="Arial" panose="020B0604020202020204" pitchFamily="34" charset="0"/>
                <a:ea typeface="돋움" panose="020B0600000101010101" pitchFamily="34" charset="-127"/>
                <a:cs typeface="Arial" panose="020B0604020202020204" pitchFamily="34" charset="0"/>
              </a:rPr>
              <a:t>8. In-App Ad (not applicable)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표 4">
            <a:extLst>
              <a:ext uri="{FF2B5EF4-FFF2-40B4-BE49-F238E27FC236}">
                <a16:creationId xmlns:a16="http://schemas.microsoft.com/office/drawing/2014/main" id="{7D79452C-EEA4-A065-23D8-D686D0BE351A}"/>
              </a:ext>
            </a:extLst>
          </p:cNvPr>
          <p:cNvGraphicFramePr>
            <a:graphicFrameLocks noGrp="1"/>
          </p:cNvGraphicFramePr>
          <p:nvPr>
            <p:extLst>
              <p:ext uri="{D42A27DB-BD31-4B8C-83A1-F6EECF244321}">
                <p14:modId xmlns:p14="http://schemas.microsoft.com/office/powerpoint/2010/main" val="2729675569"/>
              </p:ext>
            </p:extLst>
          </p:nvPr>
        </p:nvGraphicFramePr>
        <p:xfrm>
          <a:off x="200025" y="668281"/>
          <a:ext cx="9577388" cy="5613040"/>
        </p:xfrm>
        <a:graphic>
          <a:graphicData uri="http://schemas.openxmlformats.org/drawingml/2006/table">
            <a:tbl>
              <a:tblPr firstRow="1" bandRow="1">
                <a:tableStyleId>{5C22544A-7EE6-4342-B048-85BDC9FD1C3A}</a:tableStyleId>
              </a:tblPr>
              <a:tblGrid>
                <a:gridCol w="1296188">
                  <a:extLst>
                    <a:ext uri="{9D8B030D-6E8A-4147-A177-3AD203B41FA5}">
                      <a16:colId xmlns:a16="http://schemas.microsoft.com/office/drawing/2014/main" val="20000"/>
                    </a:ext>
                  </a:extLst>
                </a:gridCol>
                <a:gridCol w="2232651">
                  <a:extLst>
                    <a:ext uri="{9D8B030D-6E8A-4147-A177-3AD203B41FA5}">
                      <a16:colId xmlns:a16="http://schemas.microsoft.com/office/drawing/2014/main" val="20001"/>
                    </a:ext>
                  </a:extLst>
                </a:gridCol>
                <a:gridCol w="2967170">
                  <a:extLst>
                    <a:ext uri="{9D8B030D-6E8A-4147-A177-3AD203B41FA5}">
                      <a16:colId xmlns:a16="http://schemas.microsoft.com/office/drawing/2014/main" val="20002"/>
                    </a:ext>
                  </a:extLst>
                </a:gridCol>
                <a:gridCol w="3081379">
                  <a:extLst>
                    <a:ext uri="{9D8B030D-6E8A-4147-A177-3AD203B41FA5}">
                      <a16:colId xmlns:a16="http://schemas.microsoft.com/office/drawing/2014/main" val="20003"/>
                    </a:ext>
                  </a:extLst>
                </a:gridCol>
              </a:tblGrid>
              <a:tr h="307695">
                <a:tc>
                  <a:txBody>
                    <a:bodyPr/>
                    <a:lstStyle/>
                    <a:p>
                      <a:pPr marL="228600" marR="0" indent="-228600" algn="ctr" defTabSz="914400" rtl="0" eaLnBrk="1" fontAlgn="auto" latinLnBrk="0" hangingPunct="1">
                        <a:lnSpc>
                          <a:spcPct val="100000"/>
                        </a:lnSpc>
                        <a:spcBef>
                          <a:spcPts val="0"/>
                        </a:spcBef>
                        <a:spcAft>
                          <a:spcPts val="0"/>
                        </a:spcAft>
                        <a:buClrTx/>
                        <a:buSzTx/>
                        <a:buFont typeface="+mj-lt"/>
                        <a:buNone/>
                        <a:tabLst/>
                        <a:defRPr/>
                      </a:pPr>
                      <a:r>
                        <a:rPr lang="en-US" altLang="ko-KR" sz="1200" b="1"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rPr>
                        <a:t>Category</a:t>
                      </a:r>
                      <a:endParaRPr lang="ko-KR" altLang="en-US" sz="1200" b="1"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endParaRPr>
                    </a:p>
                  </a:txBody>
                  <a:tcPr marL="91442" marR="91442" marT="45718" marB="45718"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tx1">
                        <a:lumMod val="75000"/>
                        <a:lumOff val="25000"/>
                      </a:schemeClr>
                    </a:solidFill>
                  </a:tcPr>
                </a:tc>
                <a:tc>
                  <a:txBody>
                    <a:bodyPr/>
                    <a:lstStyle/>
                    <a:p>
                      <a:pPr marL="228600" marR="0" indent="-228600" algn="ctr" defTabSz="914400" rtl="0" eaLnBrk="1" fontAlgn="auto" latinLnBrk="0" hangingPunct="1">
                        <a:lnSpc>
                          <a:spcPct val="100000"/>
                        </a:lnSpc>
                        <a:spcBef>
                          <a:spcPts val="0"/>
                        </a:spcBef>
                        <a:spcAft>
                          <a:spcPts val="0"/>
                        </a:spcAft>
                        <a:buClrTx/>
                        <a:buSzTx/>
                        <a:buFont typeface="+mj-lt"/>
                        <a:buNone/>
                        <a:tabLst/>
                        <a:defRPr/>
                      </a:pPr>
                      <a:r>
                        <a:rPr lang="en-US" altLang="ko-KR" sz="1200" b="1"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rPr>
                        <a:t>Items</a:t>
                      </a:r>
                      <a:endParaRPr lang="ko-KR" altLang="en-US" sz="1200" b="1"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tx1">
                        <a:lumMod val="75000"/>
                        <a:lumOff val="2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ko-KR" sz="1200" b="1" i="0" kern="1200" baseline="0"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rPr>
                        <a:t>Input (By Developer)</a:t>
                      </a:r>
                      <a:endParaRPr lang="ko-KR" altLang="en-US" sz="1200" b="1" i="0" kern="1200" baseline="0"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tx1">
                        <a:lumMod val="75000"/>
                        <a:lumOff val="25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ko-KR" sz="1200" b="1"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rPr>
                        <a:t>Example</a:t>
                      </a:r>
                      <a:endParaRPr lang="ko-KR" altLang="en-US" sz="1200" b="1" dirty="0">
                        <a:solidFill>
                          <a:schemeClr val="bg1"/>
                        </a:solidFill>
                        <a:effectLst>
                          <a:outerShdw blurRad="38100" dist="38100" dir="2700000" algn="tl">
                            <a:srgbClr val="000000">
                              <a:alpha val="43137"/>
                            </a:srgbClr>
                          </a:outerShdw>
                        </a:effectLst>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12700" cap="flat" cmpd="sng" algn="ctr">
                      <a:solidFill>
                        <a:schemeClr val="tx1"/>
                      </a:solidFill>
                      <a:prstDash val="sysDot"/>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10000"/>
                  </a:ext>
                </a:extLst>
              </a:tr>
              <a:tr h="237905">
                <a:tc rowSpan="11">
                  <a:txBody>
                    <a:bodyPr/>
                    <a:lstStyle/>
                    <a:p>
                      <a:pPr marL="228600" marR="0" indent="-228600" algn="l" defTabSz="914400" rtl="0" eaLnBrk="1" fontAlgn="auto" latinLnBrk="0" hangingPunct="1">
                        <a:lnSpc>
                          <a:spcPct val="100000"/>
                        </a:lnSpc>
                        <a:spcBef>
                          <a:spcPts val="0"/>
                        </a:spcBef>
                        <a:spcAft>
                          <a:spcPts val="0"/>
                        </a:spcAft>
                        <a:buClrTx/>
                        <a:buSzTx/>
                        <a:buFont typeface="+mj-lt"/>
                        <a:buNone/>
                        <a:tabLst/>
                        <a:defRPr/>
                      </a:pPr>
                      <a:r>
                        <a:rPr lang="en-US" altLang="ko-KR" sz="1000" b="1" dirty="0">
                          <a:solidFill>
                            <a:schemeClr val="tx1"/>
                          </a:solidFill>
                          <a:latin typeface="Arial" pitchFamily="34" charset="0"/>
                          <a:ea typeface="맑은 고딕" pitchFamily="50" charset="-127"/>
                          <a:cs typeface="Arial" pitchFamily="34" charset="0"/>
                        </a:rPr>
                        <a:t>App</a:t>
                      </a:r>
                      <a:r>
                        <a:rPr lang="en-US" altLang="ko-KR" sz="1000" b="1" baseline="0" dirty="0">
                          <a:solidFill>
                            <a:schemeClr val="tx1"/>
                          </a:solidFill>
                          <a:latin typeface="Arial" pitchFamily="34" charset="0"/>
                          <a:ea typeface="맑은 고딕" pitchFamily="50" charset="-127"/>
                          <a:cs typeface="Arial" pitchFamily="34" charset="0"/>
                        </a:rPr>
                        <a:t> </a:t>
                      </a:r>
                      <a:r>
                        <a:rPr lang="en-US" altLang="ko-KR" sz="1000" b="1" dirty="0">
                          <a:solidFill>
                            <a:schemeClr val="tx1"/>
                          </a:solidFill>
                          <a:latin typeface="Arial" pitchFamily="34" charset="0"/>
                          <a:ea typeface="맑은 고딕" pitchFamily="50" charset="-127"/>
                          <a:cs typeface="Arial" pitchFamily="34" charset="0"/>
                        </a:rPr>
                        <a:t>Information</a:t>
                      </a:r>
                      <a:endParaRPr lang="ko-KR" altLang="en-US" sz="1000" b="1"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marR="0" indent="-228600" algn="l" defTabSz="914400" rtl="0" eaLnBrk="1" fontAlgn="auto" latinLnBrk="0" hangingPunct="1">
                        <a:lnSpc>
                          <a:spcPct val="100000"/>
                        </a:lnSpc>
                        <a:spcBef>
                          <a:spcPts val="0"/>
                        </a:spcBef>
                        <a:spcAft>
                          <a:spcPts val="0"/>
                        </a:spcAft>
                        <a:buClrTx/>
                        <a:buSzTx/>
                        <a:buFont typeface="+mj-lt"/>
                        <a:buNone/>
                        <a:tabLst/>
                        <a:defRPr/>
                      </a:pPr>
                      <a:r>
                        <a:rPr lang="en-US" altLang="ko-KR" sz="1000" b="1" dirty="0">
                          <a:solidFill>
                            <a:schemeClr val="tx1"/>
                          </a:solidFill>
                          <a:latin typeface="Arial" pitchFamily="34" charset="0"/>
                          <a:ea typeface="맑은 고딕" pitchFamily="50" charset="-127"/>
                          <a:cs typeface="Arial" pitchFamily="34" charset="0"/>
                        </a:rPr>
                        <a:t>App Title</a:t>
                      </a:r>
                      <a:endParaRPr lang="ko-KR" altLang="en-US" sz="1000" b="1">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b="1" i="0" kern="1200" baseline="0">
                          <a:solidFill>
                            <a:schemeClr val="tx1"/>
                          </a:solidFill>
                          <a:latin typeface="Arial" pitchFamily="34" charset="0"/>
                          <a:ea typeface="맑은 고딕" pitchFamily="50" charset="-127"/>
                          <a:cs typeface="Arial" pitchFamily="34" charset="0"/>
                        </a:rPr>
                        <a:t>Zaplist</a:t>
                      </a:r>
                      <a:endParaRPr lang="en-US" altLang="ko-KR" sz="9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1"/>
                  </a:ext>
                </a:extLst>
              </a:tr>
              <a:tr h="237905">
                <a:tc vMerge="1">
                  <a:txBody>
                    <a:bodyPr/>
                    <a:lstStyle/>
                    <a:p>
                      <a:pPr marL="228600" marR="0" indent="-228600" algn="l" defTabSz="914400" rtl="0" eaLnBrk="1" fontAlgn="auto" latinLnBrk="0" hangingPunct="1">
                        <a:lnSpc>
                          <a:spcPct val="100000"/>
                        </a:lnSpc>
                        <a:spcBef>
                          <a:spcPts val="0"/>
                        </a:spcBef>
                        <a:spcAft>
                          <a:spcPts val="0"/>
                        </a:spcAft>
                        <a:buClrTx/>
                        <a:buSzTx/>
                        <a:buFont typeface="+mj-lt"/>
                        <a:buNone/>
                        <a:tabLst/>
                        <a:defRPr/>
                      </a:pPr>
                      <a:endParaRPr lang="ko-KR" altLang="en-US" sz="1000" b="1" dirty="0">
                        <a:solidFill>
                          <a:schemeClr val="tx1"/>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marR="0" indent="-228600" algn="l" defTabSz="914400" rtl="0" eaLnBrk="1" fontAlgn="auto" latinLnBrk="0" hangingPunct="1">
                        <a:lnSpc>
                          <a:spcPct val="100000"/>
                        </a:lnSpc>
                        <a:spcBef>
                          <a:spcPts val="0"/>
                        </a:spcBef>
                        <a:spcAft>
                          <a:spcPts val="0"/>
                        </a:spcAft>
                        <a:buClrTx/>
                        <a:buSzTx/>
                        <a:buFont typeface="+mj-lt"/>
                        <a:buNone/>
                        <a:tabLst/>
                        <a:defRPr/>
                      </a:pPr>
                      <a:r>
                        <a:rPr lang="en-US" altLang="ko-KR" sz="1000" b="1" dirty="0">
                          <a:solidFill>
                            <a:schemeClr val="tx1"/>
                          </a:solidFill>
                          <a:latin typeface="Arial" pitchFamily="34" charset="0"/>
                          <a:ea typeface="맑은 고딕" pitchFamily="50" charset="-127"/>
                          <a:cs typeface="Arial" pitchFamily="34" charset="0"/>
                        </a:rPr>
                        <a:t>Category</a:t>
                      </a: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b="1" i="0" kern="1200" baseline="0">
                          <a:solidFill>
                            <a:schemeClr val="tx1"/>
                          </a:solidFill>
                          <a:latin typeface="Arial" pitchFamily="34" charset="0"/>
                          <a:ea typeface="맑은 고딕" pitchFamily="50" charset="-127"/>
                          <a:cs typeface="Arial" pitchFamily="34" charset="0"/>
                        </a:rPr>
                        <a:t>Entertainment</a:t>
                      </a:r>
                      <a:endParaRPr lang="en-US" altLang="ko-KR" sz="9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Entertainment</a:t>
                      </a:r>
                      <a:r>
                        <a:rPr lang="en-US" altLang="ko-KR" sz="1000" b="0" baseline="0" dirty="0">
                          <a:solidFill>
                            <a:schemeClr val="tx1"/>
                          </a:solidFill>
                          <a:latin typeface="Arial" pitchFamily="34" charset="0"/>
                          <a:ea typeface="맑은 고딕" pitchFamily="50" charset="-127"/>
                          <a:cs typeface="Arial" pitchFamily="34" charset="0"/>
                        </a:rPr>
                        <a:t> / Game / Life</a:t>
                      </a:r>
                      <a:endParaRPr lang="ko-KR" altLang="en-US" sz="1000" b="0" i="1" u="sng">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2"/>
                  </a:ext>
                </a:extLst>
              </a:tr>
              <a:tr h="237905">
                <a:tc vMerge="1">
                  <a:txBody>
                    <a:bodyPr/>
                    <a:lstStyle/>
                    <a:p>
                      <a:pPr marL="228600" indent="-228600" algn="l" latinLnBrk="0">
                        <a:buFont typeface="+mj-lt"/>
                        <a:buNone/>
                      </a:pPr>
                      <a:endParaRPr lang="ko-KR" altLang="en-US" sz="1000" b="1" dirty="0">
                        <a:solidFill>
                          <a:srgbClr val="FF0000"/>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indent="-228600" algn="l" latinLnBrk="0">
                        <a:buFont typeface="+mj-lt"/>
                        <a:buNone/>
                      </a:pPr>
                      <a:r>
                        <a:rPr lang="en-US" altLang="ko-KR" sz="1000" b="1" dirty="0">
                          <a:solidFill>
                            <a:schemeClr val="tx1"/>
                          </a:solidFill>
                          <a:latin typeface="Arial" pitchFamily="34" charset="0"/>
                          <a:ea typeface="맑은 고딕" pitchFamily="50" charset="-127"/>
                          <a:cs typeface="Arial" pitchFamily="34" charset="0"/>
                        </a:rPr>
                        <a:t>File Type</a:t>
                      </a:r>
                      <a:endParaRPr lang="ko-KR" altLang="en-US" sz="1000" b="1"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b="1" i="0" kern="1200" baseline="0" dirty="0">
                          <a:solidFill>
                            <a:schemeClr val="tx1"/>
                          </a:solidFill>
                          <a:latin typeface="Arial" pitchFamily="34" charset="0"/>
                          <a:ea typeface="맑은 고딕" pitchFamily="50" charset="-127"/>
                          <a:cs typeface="Arial" pitchFamily="34" charset="0"/>
                        </a:rPr>
                        <a:t>Web (packaged </a:t>
                      </a:r>
                      <a:r>
                        <a:rPr lang="en-US" altLang="ko-KR" sz="900" b="1" i="0" kern="1200" baseline="0">
                          <a:solidFill>
                            <a:schemeClr val="tx1"/>
                          </a:solidFill>
                          <a:latin typeface="Arial" pitchFamily="34" charset="0"/>
                          <a:ea typeface="맑은 고딕" pitchFamily="50" charset="-127"/>
                          <a:cs typeface="Arial" pitchFamily="34" charset="0"/>
                        </a:rPr>
                        <a:t>IPK)</a:t>
                      </a:r>
                      <a:endParaRPr lang="en-US" altLang="ko-KR" sz="9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Web / Adobe Flash /</a:t>
                      </a:r>
                      <a:r>
                        <a:rPr lang="en-US" altLang="ko-KR" sz="1000" b="0" baseline="0" dirty="0">
                          <a:solidFill>
                            <a:schemeClr val="tx1"/>
                          </a:solidFill>
                          <a:latin typeface="Arial" pitchFamily="34" charset="0"/>
                          <a:ea typeface="맑은 고딕" pitchFamily="50" charset="-127"/>
                          <a:cs typeface="Arial" pitchFamily="34" charset="0"/>
                        </a:rPr>
                        <a:t> Native</a:t>
                      </a:r>
                      <a:r>
                        <a:rPr lang="en-US" altLang="ko-KR" sz="1000" b="0" kern="1200" baseline="0" dirty="0">
                          <a:solidFill>
                            <a:schemeClr val="tx1"/>
                          </a:solidFill>
                          <a:latin typeface="Arial" pitchFamily="34" charset="0"/>
                          <a:ea typeface="맑은 고딕" pitchFamily="50" charset="-127"/>
                          <a:cs typeface="Arial" pitchFamily="34" charset="0"/>
                        </a:rPr>
                        <a:t> App</a:t>
                      </a:r>
                      <a:endParaRPr lang="ko-KR" altLang="en-US" sz="1000" b="0" i="1" u="sng">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3"/>
                  </a:ext>
                </a:extLst>
              </a:tr>
              <a:tr h="237905">
                <a:tc vMerge="1">
                  <a:txBody>
                    <a:bodyPr/>
                    <a:lstStyle/>
                    <a:p>
                      <a:pPr marL="228600" marR="0" indent="-228600" algn="l" defTabSz="914400" rtl="0" eaLnBrk="1" fontAlgn="auto" latinLnBrk="0" hangingPunct="1">
                        <a:lnSpc>
                          <a:spcPct val="100000"/>
                        </a:lnSpc>
                        <a:spcBef>
                          <a:spcPts val="0"/>
                        </a:spcBef>
                        <a:spcAft>
                          <a:spcPts val="0"/>
                        </a:spcAft>
                        <a:buClrTx/>
                        <a:buSzTx/>
                        <a:buFont typeface="+mj-lt"/>
                        <a:buNone/>
                        <a:tabLst/>
                        <a:defRPr/>
                      </a:pPr>
                      <a:endParaRPr lang="en-US" altLang="ko-KR" sz="1000" b="1" dirty="0">
                        <a:solidFill>
                          <a:srgbClr val="FF0000"/>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marR="0" indent="-228600" algn="l" defTabSz="914400" rtl="0" eaLnBrk="1" fontAlgn="auto" latinLnBrk="0" hangingPunct="1">
                        <a:lnSpc>
                          <a:spcPct val="100000"/>
                        </a:lnSpc>
                        <a:spcBef>
                          <a:spcPts val="0"/>
                        </a:spcBef>
                        <a:spcAft>
                          <a:spcPts val="0"/>
                        </a:spcAft>
                        <a:buClrTx/>
                        <a:buSzTx/>
                        <a:buFont typeface="+mj-lt"/>
                        <a:buNone/>
                        <a:tabLst/>
                        <a:defRPr/>
                      </a:pPr>
                      <a:r>
                        <a:rPr lang="en-US" altLang="ko-KR" sz="1000" b="1" dirty="0">
                          <a:solidFill>
                            <a:schemeClr val="tx1"/>
                          </a:solidFill>
                          <a:latin typeface="Arial" pitchFamily="34" charset="0"/>
                          <a:ea typeface="맑은 고딕" pitchFamily="50" charset="-127"/>
                          <a:cs typeface="Arial" pitchFamily="34" charset="0"/>
                        </a:rPr>
                        <a:t>Optimized Resolution</a:t>
                      </a:r>
                      <a:endParaRPr lang="ko-KR" altLang="en-US" sz="1000" b="1">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b="1" i="0" kern="1200" baseline="0">
                          <a:solidFill>
                            <a:schemeClr val="tx1"/>
                          </a:solidFill>
                          <a:latin typeface="Arial" pitchFamily="34" charset="0"/>
                          <a:ea typeface="맑은 고딕" pitchFamily="50" charset="-127"/>
                          <a:cs typeface="Arial" pitchFamily="34" charset="0"/>
                        </a:rPr>
                        <a:t>1920*1080</a:t>
                      </a:r>
                      <a:endParaRPr lang="en-US" altLang="ko-KR" sz="9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1280*720 / 1910*1080</a:t>
                      </a:r>
                      <a:endParaRPr lang="ko-KR" altLang="en-US" sz="1000" b="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4"/>
                  </a:ext>
                </a:extLst>
              </a:tr>
              <a:tr h="237905">
                <a:tc vMerge="1">
                  <a:txBody>
                    <a:bodyPr/>
                    <a:lstStyle/>
                    <a:p>
                      <a:pPr marL="228600" marR="0" indent="-228600" algn="l" defTabSz="914400" rtl="0" eaLnBrk="1" fontAlgn="auto" latinLnBrk="0" hangingPunct="1">
                        <a:lnSpc>
                          <a:spcPct val="100000"/>
                        </a:lnSpc>
                        <a:spcBef>
                          <a:spcPts val="0"/>
                        </a:spcBef>
                        <a:spcAft>
                          <a:spcPts val="0"/>
                        </a:spcAft>
                        <a:buClrTx/>
                        <a:buSzTx/>
                        <a:buFont typeface="+mj-lt"/>
                        <a:buNone/>
                        <a:tabLst/>
                        <a:defRPr/>
                      </a:pPr>
                      <a:endParaRPr lang="en-US" altLang="ko-KR" sz="1000" b="1" dirty="0">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marR="0" indent="-228600" algn="l" defTabSz="914400" rtl="0" eaLnBrk="1" fontAlgn="auto" latinLnBrk="0" hangingPunct="1">
                        <a:lnSpc>
                          <a:spcPct val="100000"/>
                        </a:lnSpc>
                        <a:spcBef>
                          <a:spcPts val="0"/>
                        </a:spcBef>
                        <a:spcAft>
                          <a:spcPts val="0"/>
                        </a:spcAft>
                        <a:buClrTx/>
                        <a:buSzTx/>
                        <a:buFont typeface="+mj-lt"/>
                        <a:buNone/>
                        <a:tabLst/>
                        <a:defRPr/>
                      </a:pPr>
                      <a:r>
                        <a:rPr lang="en-US" altLang="ko-KR" sz="1000" b="1" dirty="0">
                          <a:solidFill>
                            <a:schemeClr val="tx1"/>
                          </a:solidFill>
                          <a:latin typeface="Arial" pitchFamily="34" charset="0"/>
                          <a:ea typeface="맑은 고딕" pitchFamily="50" charset="-127"/>
                          <a:cs typeface="Arial" pitchFamily="34" charset="0"/>
                        </a:rPr>
                        <a:t>Service</a:t>
                      </a:r>
                      <a:r>
                        <a:rPr lang="en-US" altLang="ko-KR" sz="1000" b="1" baseline="0" dirty="0">
                          <a:solidFill>
                            <a:schemeClr val="tx1"/>
                          </a:solidFill>
                          <a:latin typeface="Arial" pitchFamily="34" charset="0"/>
                          <a:ea typeface="맑은 고딕" pitchFamily="50" charset="-127"/>
                          <a:cs typeface="Arial" pitchFamily="34" charset="0"/>
                        </a:rPr>
                        <a:t> Area Information</a:t>
                      </a:r>
                      <a:endParaRPr lang="en-US" altLang="ko-KR" sz="1000" b="1"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b="1" i="0" kern="1200" baseline="0">
                          <a:solidFill>
                            <a:schemeClr val="tx1"/>
                          </a:solidFill>
                          <a:latin typeface="Arial" pitchFamily="34" charset="0"/>
                          <a:ea typeface="맑은 고딕" pitchFamily="50" charset="-127"/>
                          <a:cs typeface="Arial" pitchFamily="34" charset="0"/>
                        </a:rPr>
                        <a:t>Global</a:t>
                      </a:r>
                      <a:endParaRPr lang="en-US" altLang="ko-KR" sz="9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Global</a:t>
                      </a:r>
                      <a:r>
                        <a:rPr lang="en-US" altLang="ko-KR" sz="1000" b="0" baseline="0" dirty="0">
                          <a:solidFill>
                            <a:schemeClr val="tx1"/>
                          </a:solidFill>
                          <a:latin typeface="Arial" pitchFamily="34" charset="0"/>
                          <a:ea typeface="맑은 고딕" pitchFamily="50" charset="-127"/>
                          <a:cs typeface="Arial" pitchFamily="34" charset="0"/>
                        </a:rPr>
                        <a:t> / </a:t>
                      </a:r>
                      <a:r>
                        <a:rPr lang="en-US" altLang="ko-KR" sz="1000" b="0" dirty="0">
                          <a:solidFill>
                            <a:schemeClr val="tx1"/>
                          </a:solidFill>
                          <a:latin typeface="Arial" pitchFamily="34" charset="0"/>
                          <a:ea typeface="맑은 고딕" pitchFamily="50" charset="-127"/>
                          <a:cs typeface="Arial" pitchFamily="34" charset="0"/>
                        </a:rPr>
                        <a:t>KR,</a:t>
                      </a:r>
                      <a:r>
                        <a:rPr lang="en-US" altLang="ko-KR" sz="1000" b="0" baseline="0" dirty="0">
                          <a:solidFill>
                            <a:schemeClr val="tx1"/>
                          </a:solidFill>
                          <a:latin typeface="Arial" pitchFamily="34" charset="0"/>
                          <a:ea typeface="맑은 고딕" pitchFamily="50" charset="-127"/>
                          <a:cs typeface="Arial" pitchFamily="34" charset="0"/>
                        </a:rPr>
                        <a:t> US</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5"/>
                  </a:ext>
                </a:extLst>
              </a:tr>
              <a:tr h="237905">
                <a:tc vMerge="1">
                  <a:txBody>
                    <a:bodyPr/>
                    <a:lstStyle/>
                    <a:p>
                      <a:pPr marL="228600" indent="-228600" algn="l" latinLnBrk="0">
                        <a:buFont typeface="+mj-lt"/>
                        <a:buNone/>
                      </a:pPr>
                      <a:endParaRPr lang="ko-KR" altLang="en-US" sz="1000" b="1" dirty="0">
                        <a:solidFill>
                          <a:schemeClr val="tx1"/>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indent="-228600" algn="l" latinLnBrk="0">
                        <a:buFont typeface="+mj-lt"/>
                        <a:buNone/>
                      </a:pPr>
                      <a:r>
                        <a:rPr lang="en-US" altLang="ko-KR" sz="1000" b="1" dirty="0">
                          <a:solidFill>
                            <a:schemeClr val="tx1"/>
                          </a:solidFill>
                          <a:latin typeface="Arial" pitchFamily="34" charset="0"/>
                          <a:ea typeface="맑은 고딕" pitchFamily="50" charset="-127"/>
                          <a:cs typeface="Arial" pitchFamily="34" charset="0"/>
                        </a:rPr>
                        <a:t>App Service Language</a:t>
                      </a:r>
                      <a:endParaRPr lang="ko-KR" altLang="en-US" sz="1000" b="1"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b="1" i="0" kern="1200" baseline="0">
                          <a:solidFill>
                            <a:schemeClr val="tx1"/>
                          </a:solidFill>
                          <a:latin typeface="Arial" pitchFamily="34" charset="0"/>
                          <a:ea typeface="맑은 고딕" pitchFamily="50" charset="-127"/>
                          <a:cs typeface="Arial" pitchFamily="34" charset="0"/>
                        </a:rPr>
                        <a:t>English</a:t>
                      </a:r>
                      <a:endParaRPr lang="en-US" altLang="ko-KR" sz="9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English,</a:t>
                      </a:r>
                      <a:r>
                        <a:rPr lang="en-US" altLang="ko-KR" sz="1000" b="0" baseline="0" dirty="0">
                          <a:solidFill>
                            <a:schemeClr val="tx1"/>
                          </a:solidFill>
                          <a:latin typeface="Arial" pitchFamily="34" charset="0"/>
                          <a:ea typeface="맑은 고딕" pitchFamily="50" charset="-127"/>
                          <a:cs typeface="Arial" pitchFamily="34" charset="0"/>
                        </a:rPr>
                        <a:t> Spanish</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6"/>
                  </a:ext>
                </a:extLst>
              </a:tr>
              <a:tr h="237905">
                <a:tc vMerge="1">
                  <a:txBody>
                    <a:bodyPr/>
                    <a:lstStyle/>
                    <a:p>
                      <a:pPr marL="228600" indent="-228600" algn="l" latinLnBrk="0">
                        <a:buFont typeface="+mj-lt"/>
                        <a:buNone/>
                      </a:pPr>
                      <a:endParaRPr lang="ko-KR" altLang="en-US" sz="1000" b="1" dirty="0">
                        <a:solidFill>
                          <a:srgbClr val="FF0000"/>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indent="-228600" algn="l" latinLnBrk="0">
                        <a:buFont typeface="+mj-lt"/>
                        <a:buNone/>
                      </a:pPr>
                      <a:r>
                        <a:rPr lang="en-US" altLang="ko-KR" sz="1000" b="1" kern="0" dirty="0">
                          <a:solidFill>
                            <a:schemeClr val="tx1"/>
                          </a:solidFill>
                          <a:latin typeface="Arial" pitchFamily="34" charset="0"/>
                          <a:ea typeface="+mn-ea"/>
                          <a:cs typeface="Arial" pitchFamily="34" charset="0"/>
                        </a:rPr>
                        <a:t>Geo-IP Block</a:t>
                      </a:r>
                      <a:endParaRPr lang="ko-KR" altLang="en-US" sz="1000" b="1"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b="1" i="0" kern="1200" baseline="0">
                          <a:solidFill>
                            <a:schemeClr val="tx1"/>
                          </a:solidFill>
                          <a:latin typeface="Arial" pitchFamily="34" charset="0"/>
                          <a:ea typeface="맑은 고딕" pitchFamily="50" charset="-127"/>
                          <a:cs typeface="Arial" pitchFamily="34" charset="0"/>
                        </a:rPr>
                        <a:t>No</a:t>
                      </a:r>
                      <a:endParaRPr lang="en-US" altLang="ko-KR" sz="9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Yes / No</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7"/>
                  </a:ext>
                </a:extLst>
              </a:tr>
              <a:tr h="237905">
                <a:tc vMerge="1">
                  <a:txBody>
                    <a:bodyPr/>
                    <a:lstStyle/>
                    <a:p>
                      <a:pPr marL="228600" indent="-228600" algn="l" latinLnBrk="0">
                        <a:buFont typeface="+mj-lt"/>
                        <a:buNone/>
                      </a:pPr>
                      <a:endParaRPr lang="ko-KR" altLang="en-US" sz="1000" b="1" i="1" u="sng" dirty="0">
                        <a:solidFill>
                          <a:srgbClr val="FF0000"/>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228600" indent="-228600" algn="l" latinLnBrk="0">
                        <a:buFont typeface="+mj-lt"/>
                        <a:buNone/>
                      </a:pPr>
                      <a:r>
                        <a:rPr lang="en-US" altLang="ko-KR" sz="1000" b="1" i="0" u="none" dirty="0">
                          <a:solidFill>
                            <a:schemeClr val="tx1"/>
                          </a:solidFill>
                          <a:latin typeface="Arial" pitchFamily="34" charset="0"/>
                          <a:ea typeface="맑은 고딕" pitchFamily="50" charset="-127"/>
                          <a:cs typeface="Arial" pitchFamily="34" charset="0"/>
                        </a:rPr>
                        <a:t>SDK</a:t>
                      </a:r>
                      <a:r>
                        <a:rPr lang="en-US" altLang="ko-KR" sz="1000" b="1" i="0" u="none" baseline="0" dirty="0">
                          <a:solidFill>
                            <a:schemeClr val="tx1"/>
                          </a:solidFill>
                          <a:latin typeface="Arial" pitchFamily="34" charset="0"/>
                          <a:ea typeface="맑은 고딕" pitchFamily="50" charset="-127"/>
                          <a:cs typeface="Arial" pitchFamily="34" charset="0"/>
                        </a:rPr>
                        <a:t> Version</a:t>
                      </a:r>
                      <a:endParaRPr lang="ko-KR" altLang="en-US" sz="1000" b="1" i="0" u="none"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b="1" i="0" kern="1200" baseline="0" dirty="0">
                          <a:solidFill>
                            <a:schemeClr val="tx1"/>
                          </a:solidFill>
                          <a:latin typeface="Arial" pitchFamily="34" charset="0"/>
                          <a:ea typeface="맑은 고딕" pitchFamily="50" charset="-127"/>
                          <a:cs typeface="Arial" pitchFamily="34" charset="0"/>
                        </a:rPr>
                        <a:t>webOS (webOS TV 4.0 and </a:t>
                      </a:r>
                      <a:r>
                        <a:rPr lang="en-US" altLang="ko-KR" sz="900" b="1" i="0" kern="1200" baseline="0">
                          <a:solidFill>
                            <a:schemeClr val="tx1"/>
                          </a:solidFill>
                          <a:latin typeface="Arial" pitchFamily="34" charset="0"/>
                          <a:ea typeface="맑은 고딕" pitchFamily="50" charset="-127"/>
                          <a:cs typeface="Arial" pitchFamily="34" charset="0"/>
                        </a:rPr>
                        <a:t>later)</a:t>
                      </a:r>
                      <a:endParaRPr lang="en-US" altLang="ko-KR" sz="9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NetCast (XX. XX. XXX)</a:t>
                      </a:r>
                      <a:r>
                        <a:rPr lang="en-US" altLang="ko-KR" sz="1000" b="0" baseline="0" dirty="0">
                          <a:solidFill>
                            <a:schemeClr val="tx1"/>
                          </a:solidFill>
                          <a:latin typeface="Arial" pitchFamily="34" charset="0"/>
                          <a:ea typeface="맑은 고딕" pitchFamily="50" charset="-127"/>
                          <a:cs typeface="Arial" pitchFamily="34" charset="0"/>
                        </a:rPr>
                        <a:t> / </a:t>
                      </a:r>
                      <a:r>
                        <a:rPr lang="en-US" altLang="ko-KR" sz="1000" b="0" baseline="0" dirty="0" err="1">
                          <a:solidFill>
                            <a:schemeClr val="tx1"/>
                          </a:solidFill>
                          <a:latin typeface="Arial" pitchFamily="34" charset="0"/>
                          <a:ea typeface="맑은 고딕" pitchFamily="50" charset="-127"/>
                          <a:cs typeface="Arial" pitchFamily="34" charset="0"/>
                        </a:rPr>
                        <a:t>webOS</a:t>
                      </a:r>
                      <a:r>
                        <a:rPr lang="en-US" altLang="ko-KR" sz="1000" b="0" baseline="0" dirty="0">
                          <a:solidFill>
                            <a:schemeClr val="tx1"/>
                          </a:solidFill>
                          <a:latin typeface="Arial" pitchFamily="34" charset="0"/>
                          <a:ea typeface="맑은 고딕" pitchFamily="50" charset="-127"/>
                          <a:cs typeface="Arial" pitchFamily="34" charset="0"/>
                        </a:rPr>
                        <a:t> (X. X. X)</a:t>
                      </a:r>
                      <a:endParaRPr lang="ko-KR" altLang="en-US" sz="1000" b="0" i="1" u="sng"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8"/>
                  </a:ext>
                </a:extLst>
              </a:tr>
              <a:tr h="237905">
                <a:tc vMerge="1">
                  <a:txBody>
                    <a:bodyPr/>
                    <a:lstStyle/>
                    <a:p>
                      <a:pPr algn="l" latinLnBrk="0"/>
                      <a:endParaRPr lang="ko-KR" altLang="en-US" sz="1000" b="0" dirty="0">
                        <a:solidFill>
                          <a:schemeClr val="tx1"/>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algn="l" latinLnBrk="0"/>
                      <a:r>
                        <a:rPr lang="en-US" altLang="ko-KR" sz="1000" b="1" baseline="0" dirty="0">
                          <a:solidFill>
                            <a:schemeClr val="tx1"/>
                          </a:solidFill>
                          <a:latin typeface="Arial" pitchFamily="34" charset="0"/>
                          <a:ea typeface="맑은 고딕" pitchFamily="50" charset="-127"/>
                          <a:cs typeface="Arial" pitchFamily="34" charset="0"/>
                        </a:rPr>
                        <a:t>In-App Ad</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b="1" i="0" kern="1200" baseline="0" dirty="0">
                          <a:solidFill>
                            <a:schemeClr val="tx1"/>
                          </a:solidFill>
                          <a:latin typeface="Arial" pitchFamily="34" charset="0"/>
                          <a:ea typeface="맑은 고딕" pitchFamily="50" charset="-127"/>
                          <a:cs typeface="Arial" pitchFamily="34" charset="0"/>
                        </a:rPr>
                        <a:t>Not Applicable</a:t>
                      </a: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latinLnBrk="0"/>
                      <a:r>
                        <a:rPr lang="en-US" altLang="ko-KR" sz="1000" b="0" dirty="0">
                          <a:solidFill>
                            <a:schemeClr val="tx1"/>
                          </a:solidFill>
                          <a:latin typeface="Arial" pitchFamily="34" charset="0"/>
                          <a:ea typeface="맑은 고딕" pitchFamily="50" charset="-127"/>
                          <a:cs typeface="Arial" pitchFamily="34" charset="0"/>
                        </a:rPr>
                        <a:t>Banner AD / AVOD / Not Applicable</a:t>
                      </a: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09"/>
                  </a:ext>
                </a:extLst>
              </a:tr>
              <a:tr h="237905">
                <a:tc vMerge="1">
                  <a:txBody>
                    <a:bodyPr/>
                    <a:lstStyle/>
                    <a:p>
                      <a:pPr marL="228600" marR="0" indent="-228600" algn="l" defTabSz="914400" rtl="0" eaLnBrk="1" fontAlgn="auto" latinLnBrk="0" hangingPunct="1">
                        <a:lnSpc>
                          <a:spcPct val="100000"/>
                        </a:lnSpc>
                        <a:spcBef>
                          <a:spcPts val="0"/>
                        </a:spcBef>
                        <a:spcAft>
                          <a:spcPts val="0"/>
                        </a:spcAft>
                        <a:buClrTx/>
                        <a:buSzTx/>
                        <a:buFont typeface="+mj-lt"/>
                        <a:buNone/>
                        <a:tabLst/>
                        <a:defRPr/>
                      </a:pPr>
                      <a:endParaRPr lang="ko-KR" altLang="en-US" sz="1000" b="1" dirty="0">
                        <a:solidFill>
                          <a:schemeClr val="tx1"/>
                        </a:solidFill>
                        <a:latin typeface="Arial" pitchFamily="34" charset="0"/>
                        <a:ea typeface="맑은 고딕" pitchFamily="50" charset="-127"/>
                        <a:cs typeface="Arial" pitchFamily="34" charset="0"/>
                      </a:endParaRPr>
                    </a:p>
                  </a:txBody>
                  <a:tcPr marL="91442" marR="91442"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algn="l" latinLnBrk="0"/>
                      <a:r>
                        <a:rPr lang="en-US" altLang="ko-KR" sz="1000" b="1" dirty="0">
                          <a:solidFill>
                            <a:schemeClr val="tx1"/>
                          </a:solidFill>
                          <a:latin typeface="Arial" pitchFamily="34" charset="0"/>
                          <a:ea typeface="맑은 고딕" pitchFamily="50" charset="-127"/>
                          <a:cs typeface="Arial" pitchFamily="34" charset="0"/>
                        </a:rPr>
                        <a:t>Paid Content</a:t>
                      </a:r>
                      <a:endParaRPr lang="ko-KR" altLang="en-US" sz="1000" b="1"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latinLnBrk="0"/>
                      <a:r>
                        <a:rPr lang="en-US" altLang="ko-KR" sz="900">
                          <a:solidFill>
                            <a:schemeClr val="tx1"/>
                          </a:solidFill>
                        </a:rPr>
                        <a:t>Not Applicable</a:t>
                      </a:r>
                      <a:endParaRPr lang="en-US" altLang="ko-KR" sz="900" dirty="0">
                        <a:solidFill>
                          <a:schemeClr val="tx1"/>
                        </a:solidFill>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Transaction / Subscription / Not Applicable</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10"/>
                  </a:ext>
                </a:extLst>
              </a:tr>
              <a:tr h="237905">
                <a:tc vMerge="1">
                  <a:txBody>
                    <a:bodyPr/>
                    <a:lstStyle/>
                    <a:p>
                      <a:pPr latinLnBrk="0"/>
                      <a:endParaRPr lang="ko-KR" altLang="en-US"/>
                    </a:p>
                  </a:txBody>
                  <a:tcPr/>
                </a:tc>
                <a:tc>
                  <a:txBody>
                    <a:bodyPr/>
                    <a:lstStyle/>
                    <a:p>
                      <a:pPr marL="228600" indent="-228600" algn="l" latinLnBrk="0">
                        <a:buFont typeface="+mj-lt"/>
                        <a:buNone/>
                      </a:pPr>
                      <a:r>
                        <a:rPr lang="en-US" altLang="ko-KR" sz="1000" b="1" dirty="0">
                          <a:solidFill>
                            <a:schemeClr val="tx1"/>
                          </a:solidFill>
                          <a:latin typeface="Arial" pitchFamily="34" charset="0"/>
                          <a:ea typeface="맑은 고딕" pitchFamily="50" charset="-127"/>
                          <a:cs typeface="Arial" pitchFamily="34" charset="0"/>
                        </a:rPr>
                        <a:t>Sound </a:t>
                      </a:r>
                      <a:r>
                        <a:rPr lang="en-US" altLang="ko-KR" sz="1000" b="0" dirty="0">
                          <a:solidFill>
                            <a:schemeClr val="tx1"/>
                          </a:solidFill>
                          <a:latin typeface="Arial" pitchFamily="34" charset="0"/>
                          <a:ea typeface="맑은 고딕" pitchFamily="50" charset="-127"/>
                          <a:cs typeface="Arial" pitchFamily="34" charset="0"/>
                        </a:rPr>
                        <a:t>(For</a:t>
                      </a:r>
                      <a:r>
                        <a:rPr lang="en-US" altLang="ko-KR" sz="1000" b="0" baseline="0" dirty="0">
                          <a:solidFill>
                            <a:schemeClr val="tx1"/>
                          </a:solidFill>
                          <a:latin typeface="Arial" pitchFamily="34" charset="0"/>
                          <a:ea typeface="맑은 고딕" pitchFamily="50" charset="-127"/>
                          <a:cs typeface="Arial" pitchFamily="34" charset="0"/>
                        </a:rPr>
                        <a:t> Game Type)</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b="1" i="0" kern="1200" baseline="0" dirty="0">
                          <a:solidFill>
                            <a:schemeClr val="tx1"/>
                          </a:solidFill>
                          <a:latin typeface="Arial" pitchFamily="34" charset="0"/>
                          <a:ea typeface="맑은 고딕" pitchFamily="50" charset="-127"/>
                          <a:cs typeface="Arial" pitchFamily="34" charset="0"/>
                        </a:rPr>
                        <a:t>Not applicable (not a game; no BGM or sound </a:t>
                      </a:r>
                      <a:r>
                        <a:rPr lang="en-US" altLang="ko-KR" sz="900" b="1" i="0" kern="1200" baseline="0">
                          <a:solidFill>
                            <a:schemeClr val="tx1"/>
                          </a:solidFill>
                          <a:latin typeface="Arial" pitchFamily="34" charset="0"/>
                          <a:ea typeface="맑은 고딕" pitchFamily="50" charset="-127"/>
                          <a:cs typeface="Arial" pitchFamily="34" charset="0"/>
                        </a:rPr>
                        <a:t>effects)</a:t>
                      </a:r>
                      <a:endParaRPr lang="en-US" altLang="ko-KR" sz="900" b="1" i="0" kern="1200" baseline="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1000" b="0" dirty="0">
                          <a:solidFill>
                            <a:schemeClr val="tx1"/>
                          </a:solidFill>
                          <a:latin typeface="Arial" pitchFamily="34" charset="0"/>
                          <a:ea typeface="맑은 고딕" pitchFamily="50" charset="-127"/>
                          <a:cs typeface="Arial" pitchFamily="34" charset="0"/>
                        </a:rPr>
                        <a:t>BGM (Yes / No), Sound Effect (Yes / No)</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11"/>
                  </a:ext>
                </a:extLst>
              </a:tr>
              <a:tr h="237905">
                <a:tc rowSpan="3">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1000" b="1" dirty="0">
                          <a:solidFill>
                            <a:schemeClr val="tx1"/>
                          </a:solidFill>
                          <a:latin typeface="Arial" pitchFamily="34" charset="0"/>
                          <a:ea typeface="맑은 고딕" pitchFamily="50" charset="-127"/>
                          <a:cs typeface="Arial" pitchFamily="34" charset="0"/>
                        </a:rPr>
                        <a:t>Test</a:t>
                      </a:r>
                      <a:r>
                        <a:rPr lang="en-US" altLang="ko-KR" sz="1000" b="1" baseline="0" dirty="0">
                          <a:solidFill>
                            <a:schemeClr val="tx1"/>
                          </a:solidFill>
                          <a:latin typeface="Arial" pitchFamily="34" charset="0"/>
                          <a:ea typeface="맑은 고딕" pitchFamily="50" charset="-127"/>
                          <a:cs typeface="Arial" pitchFamily="34" charset="0"/>
                        </a:rPr>
                        <a:t> Information</a:t>
                      </a:r>
                      <a:endParaRPr lang="ko-KR" altLang="en-US" sz="1000" b="1"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algn="l" latinLnBrk="0"/>
                      <a:r>
                        <a:rPr lang="en-US" altLang="ko-KR" sz="1000" b="1" dirty="0">
                          <a:solidFill>
                            <a:schemeClr val="tx1"/>
                          </a:solidFill>
                          <a:latin typeface="Arial" pitchFamily="34" charset="0"/>
                          <a:ea typeface="맑은 고딕" pitchFamily="50" charset="-127"/>
                          <a:cs typeface="Arial" pitchFamily="34" charset="0"/>
                        </a:rPr>
                        <a:t>Service URL</a:t>
                      </a:r>
                      <a:r>
                        <a:rPr lang="en-US" altLang="ko-KR" sz="1000" b="1" baseline="0" dirty="0">
                          <a:solidFill>
                            <a:schemeClr val="tx1"/>
                          </a:solidFill>
                          <a:latin typeface="Arial" pitchFamily="34" charset="0"/>
                          <a:ea typeface="맑은 고딕" pitchFamily="50" charset="-127"/>
                          <a:cs typeface="Arial" pitchFamily="34" charset="0"/>
                        </a:rPr>
                        <a:t> </a:t>
                      </a:r>
                      <a:r>
                        <a:rPr lang="en-US" altLang="ko-KR" sz="1000" b="0" dirty="0">
                          <a:solidFill>
                            <a:schemeClr val="tx1"/>
                          </a:solidFill>
                          <a:latin typeface="Arial" pitchFamily="34" charset="0"/>
                          <a:ea typeface="맑은 고딕" pitchFamily="50" charset="-127"/>
                          <a:cs typeface="Arial" pitchFamily="34" charset="0"/>
                        </a:rPr>
                        <a:t>(For Web</a:t>
                      </a:r>
                      <a:r>
                        <a:rPr lang="en-US" altLang="ko-KR" sz="1000" b="0" baseline="0" dirty="0">
                          <a:solidFill>
                            <a:schemeClr val="tx1"/>
                          </a:solidFill>
                          <a:latin typeface="Arial" pitchFamily="34" charset="0"/>
                          <a:ea typeface="맑은 고딕" pitchFamily="50" charset="-127"/>
                          <a:cs typeface="Arial" pitchFamily="34" charset="0"/>
                        </a:rPr>
                        <a:t> Type)</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b="1" i="0" kern="1200" baseline="0" dirty="0">
                          <a:solidFill>
                            <a:schemeClr val="tx1"/>
                          </a:solidFill>
                          <a:latin typeface="Arial" pitchFamily="34" charset="0"/>
                          <a:ea typeface="맑은 고딕" pitchFamily="50" charset="-127"/>
                          <a:cs typeface="Arial" pitchFamily="34" charset="0"/>
                        </a:rPr>
                        <a:t>Not applicable (packaged app)</a:t>
                      </a: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latinLnBrk="0"/>
                      <a:r>
                        <a:rPr lang="en-US" altLang="ko-KR" sz="1000" b="0" baseline="0" dirty="0">
                          <a:solidFill>
                            <a:schemeClr val="tx1"/>
                          </a:solidFill>
                          <a:latin typeface="Arial" pitchFamily="34" charset="0"/>
                          <a:ea typeface="맑은 고딕" pitchFamily="50" charset="-127"/>
                          <a:cs typeface="Arial" pitchFamily="34" charset="0"/>
                        </a:rPr>
                        <a:t>URL for LG Smart World/</a:t>
                      </a:r>
                      <a:r>
                        <a:rPr lang="en-US" altLang="ko-KR" sz="1000" b="0" dirty="0">
                          <a:solidFill>
                            <a:schemeClr val="tx1"/>
                          </a:solidFill>
                          <a:latin typeface="Arial" pitchFamily="34" charset="0"/>
                          <a:ea typeface="맑은 고딕" pitchFamily="50" charset="-127"/>
                          <a:cs typeface="Arial" pitchFamily="34" charset="0"/>
                        </a:rPr>
                        <a:t>LG</a:t>
                      </a:r>
                      <a:r>
                        <a:rPr lang="en-US" altLang="ko-KR" sz="1000" b="0" baseline="0" dirty="0">
                          <a:solidFill>
                            <a:schemeClr val="tx1"/>
                          </a:solidFill>
                          <a:latin typeface="Arial" pitchFamily="34" charset="0"/>
                          <a:ea typeface="맑은 고딕" pitchFamily="50" charset="-127"/>
                          <a:cs typeface="Arial" pitchFamily="34" charset="0"/>
                        </a:rPr>
                        <a:t> Content Store</a:t>
                      </a:r>
                      <a:endParaRPr lang="en-US" altLang="ko-KR"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12"/>
                  </a:ext>
                </a:extLst>
              </a:tr>
              <a:tr h="535281">
                <a:tc vMerge="1">
                  <a:txBody>
                    <a:bodyPr/>
                    <a:lstStyle/>
                    <a:p>
                      <a:pPr algn="l" latinLnBrk="0"/>
                      <a:endParaRPr lang="ko-KR" altLang="en-US" sz="1000" b="0" dirty="0">
                        <a:solidFill>
                          <a:srgbClr val="FF0000"/>
                        </a:solidFill>
                        <a:latin typeface="Arial" pitchFamily="34" charset="0"/>
                        <a:ea typeface="맑은 고딕" pitchFamily="50" charset="-127"/>
                        <a:cs typeface="Arial" pitchFamily="34" charset="0"/>
                      </a:endParaRPr>
                    </a:p>
                  </a:txBody>
                  <a:tcPr marL="91439" marR="91439" marT="45717" marB="45717"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algn="l" latinLnBrk="0"/>
                      <a:r>
                        <a:rPr lang="en-US" altLang="ko-KR" sz="1000" b="1" dirty="0">
                          <a:solidFill>
                            <a:schemeClr val="tx1"/>
                          </a:solidFill>
                          <a:latin typeface="Arial" pitchFamily="34" charset="0"/>
                          <a:ea typeface="맑은 고딕" pitchFamily="50" charset="-127"/>
                          <a:cs typeface="Arial" pitchFamily="34" charset="0"/>
                        </a:rPr>
                        <a:t>Test URL </a:t>
                      </a:r>
                      <a:r>
                        <a:rPr lang="en-US" altLang="ko-KR" sz="1000" b="0" dirty="0">
                          <a:solidFill>
                            <a:schemeClr val="tx1"/>
                          </a:solidFill>
                          <a:latin typeface="Arial" pitchFamily="34" charset="0"/>
                          <a:ea typeface="맑은 고딕" pitchFamily="50" charset="-127"/>
                          <a:cs typeface="Arial" pitchFamily="34" charset="0"/>
                        </a:rPr>
                        <a:t>(For Web</a:t>
                      </a:r>
                      <a:r>
                        <a:rPr lang="en-US" altLang="ko-KR" sz="1000" b="0" baseline="0" dirty="0">
                          <a:solidFill>
                            <a:schemeClr val="tx1"/>
                          </a:solidFill>
                          <a:latin typeface="Arial" pitchFamily="34" charset="0"/>
                          <a:ea typeface="맑은 고딕" pitchFamily="50" charset="-127"/>
                          <a:cs typeface="Arial" pitchFamily="34" charset="0"/>
                        </a:rPr>
                        <a:t> Type)</a:t>
                      </a:r>
                      <a:endParaRPr lang="ko-KR" altLang="en-US" sz="10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b="1" i="0" kern="1200" baseline="0" dirty="0">
                          <a:solidFill>
                            <a:schemeClr val="tx1"/>
                          </a:solidFill>
                          <a:latin typeface="Arial" pitchFamily="34" charset="0"/>
                          <a:ea typeface="맑은 고딕" pitchFamily="50" charset="-127"/>
                          <a:cs typeface="Arial" pitchFamily="34" charset="0"/>
                        </a:rPr>
                        <a:t>Not applicable (the IPK is attached)</a:t>
                      </a: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latinLnBrk="0"/>
                      <a:r>
                        <a:rPr lang="en-US" altLang="ko-KR" sz="1000" b="0" baseline="0" dirty="0">
                          <a:solidFill>
                            <a:schemeClr val="tx1"/>
                          </a:solidFill>
                          <a:latin typeface="Arial" pitchFamily="34" charset="0"/>
                          <a:ea typeface="맑은 고딕" pitchFamily="50" charset="-127"/>
                          <a:cs typeface="Arial" pitchFamily="34" charset="0"/>
                        </a:rPr>
                        <a:t>URL only for QA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ko-KR" sz="900" b="0" baseline="0" dirty="0">
                          <a:solidFill>
                            <a:schemeClr val="tx1"/>
                          </a:solidFill>
                          <a:latin typeface="Arial" pitchFamily="34" charset="0"/>
                          <a:ea typeface="맑은 고딕" pitchFamily="50" charset="-127"/>
                          <a:cs typeface="Arial" pitchFamily="34" charset="0"/>
                        </a:rPr>
                        <a:t>(If necessary, please attach </a:t>
                      </a:r>
                      <a:r>
                        <a:rPr lang="en-US" altLang="ko-KR" sz="900" b="1" baseline="0" dirty="0">
                          <a:solidFill>
                            <a:schemeClr val="tx1"/>
                          </a:solidFill>
                          <a:latin typeface="Arial" pitchFamily="34" charset="0"/>
                          <a:ea typeface="맑은 고딕" pitchFamily="50" charset="-127"/>
                          <a:cs typeface="Arial" pitchFamily="34" charset="0"/>
                        </a:rPr>
                        <a:t>a test .</a:t>
                      </a:r>
                      <a:r>
                        <a:rPr lang="en-US" altLang="ko-KR" sz="900" b="1" baseline="0" dirty="0" err="1">
                          <a:solidFill>
                            <a:schemeClr val="tx1"/>
                          </a:solidFill>
                          <a:latin typeface="Arial" pitchFamily="34" charset="0"/>
                          <a:ea typeface="맑은 고딕" pitchFamily="50" charset="-127"/>
                          <a:cs typeface="Arial" pitchFamily="34" charset="0"/>
                        </a:rPr>
                        <a:t>ipk</a:t>
                      </a:r>
                      <a:r>
                        <a:rPr lang="en-US" altLang="ko-KR" sz="900" b="1" baseline="0" dirty="0">
                          <a:solidFill>
                            <a:schemeClr val="tx1"/>
                          </a:solidFill>
                          <a:latin typeface="Arial" pitchFamily="34" charset="0"/>
                          <a:ea typeface="맑은 고딕" pitchFamily="50" charset="-127"/>
                          <a:cs typeface="Arial" pitchFamily="34" charset="0"/>
                        </a:rPr>
                        <a:t> file </a:t>
                      </a:r>
                      <a:r>
                        <a:rPr lang="en-US" altLang="ko-KR" sz="900" b="0" baseline="0" dirty="0">
                          <a:solidFill>
                            <a:schemeClr val="tx1"/>
                          </a:solidFill>
                          <a:latin typeface="Arial" pitchFamily="34" charset="0"/>
                          <a:ea typeface="맑은 고딕" pitchFamily="50" charset="-127"/>
                          <a:cs typeface="Arial" pitchFamily="34" charset="0"/>
                        </a:rPr>
                        <a:t>to </a:t>
                      </a:r>
                      <a:r>
                        <a:rPr lang="en-US" altLang="ko-KR" sz="900" b="1" i="1" baseline="0" dirty="0">
                          <a:solidFill>
                            <a:srgbClr val="FF0000"/>
                          </a:solidFill>
                          <a:latin typeface="Arial" pitchFamily="34" charset="0"/>
                          <a:ea typeface="맑은 고딕" pitchFamily="50" charset="-127"/>
                          <a:cs typeface="Arial" pitchFamily="34" charset="0"/>
                        </a:rPr>
                        <a:t>Test IPK File or Test URL </a:t>
                      </a:r>
                      <a:r>
                        <a:rPr lang="en-US" altLang="ko-KR" sz="900" b="0" baseline="0" dirty="0">
                          <a:solidFill>
                            <a:schemeClr val="tx1"/>
                          </a:solidFill>
                          <a:latin typeface="Arial" pitchFamily="34" charset="0"/>
                          <a:ea typeface="맑은 고딕" pitchFamily="50" charset="-127"/>
                          <a:cs typeface="Arial" pitchFamily="34" charset="0"/>
                        </a:rPr>
                        <a:t>section at LG </a:t>
                      </a:r>
                      <a:r>
                        <a:rPr lang="en-US" altLang="ko-KR" sz="900" b="0" i="0" baseline="0" dirty="0">
                          <a:solidFill>
                            <a:schemeClr val="tx1"/>
                          </a:solidFill>
                          <a:latin typeface="Arial" pitchFamily="34" charset="0"/>
                          <a:ea typeface="맑은 고딕" pitchFamily="50" charset="-127"/>
                          <a:cs typeface="Arial" pitchFamily="34" charset="0"/>
                        </a:rPr>
                        <a:t>Seller Lounge</a:t>
                      </a:r>
                      <a:r>
                        <a:rPr lang="en-US" altLang="ko-KR" sz="900" b="0" baseline="0" dirty="0">
                          <a:solidFill>
                            <a:schemeClr val="tx1"/>
                          </a:solidFill>
                          <a:latin typeface="Arial" pitchFamily="34" charset="0"/>
                          <a:ea typeface="맑은 고딕" pitchFamily="50" charset="-127"/>
                          <a:cs typeface="Arial" pitchFamily="34" charset="0"/>
                        </a:rPr>
                        <a:t>)</a:t>
                      </a:r>
                      <a:endParaRPr lang="en-US" altLang="ko-KR" sz="900" b="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13"/>
                  </a:ext>
                </a:extLst>
              </a:tr>
              <a:tr h="237905">
                <a:tc v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ko-KR" altLang="en-US" sz="1000" b="0" i="0" dirty="0">
                        <a:solidFill>
                          <a:srgbClr val="FF0000"/>
                        </a:solidFill>
                        <a:latin typeface="Arial" pitchFamily="34" charset="0"/>
                        <a:ea typeface="맑은 고딕" pitchFamily="50" charset="-127"/>
                        <a:cs typeface="Arial" pitchFamily="34" charset="0"/>
                      </a:endParaRPr>
                    </a:p>
                  </a:txBody>
                  <a:tcPr marL="91439" marR="91439" marT="45717" marB="45717" anchor="ctr">
                    <a:lnL w="12700" cap="flat" cmpd="sng" algn="ctr">
                      <a:no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1000" b="1" i="0" baseline="0" dirty="0">
                          <a:solidFill>
                            <a:schemeClr val="tx1"/>
                          </a:solidFill>
                          <a:latin typeface="Arial" pitchFamily="34" charset="0"/>
                          <a:ea typeface="맑은 고딕" pitchFamily="50" charset="-127"/>
                          <a:cs typeface="Arial" pitchFamily="34" charset="0"/>
                        </a:rPr>
                        <a:t>Service Platform</a:t>
                      </a:r>
                      <a:endParaRPr lang="ko-KR" altLang="en-US" sz="1000" b="0" i="0" dirty="0">
                        <a:solidFill>
                          <a:schemeClr val="tx1"/>
                        </a:solidFill>
                        <a:latin typeface="Arial" pitchFamily="34" charset="0"/>
                        <a:ea typeface="맑은 고딕" pitchFamily="50" charset="-127"/>
                        <a:cs typeface="Arial" pitchFamily="34" charset="0"/>
                      </a:endParaRP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accent3">
                        <a:lumMod val="85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b="1" i="0" kern="1200" baseline="0" dirty="0">
                          <a:solidFill>
                            <a:schemeClr val="tx1"/>
                          </a:solidFill>
                          <a:latin typeface="Arial" pitchFamily="34" charset="0"/>
                          <a:ea typeface="맑은 고딕" pitchFamily="50" charset="-127"/>
                          <a:cs typeface="Arial" pitchFamily="34" charset="0"/>
                        </a:rPr>
                        <a:t>webOS</a:t>
                      </a:r>
                    </a:p>
                  </a:txBody>
                  <a:tcPr marL="91442" marR="91442" marT="45718" marB="45718"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tc>
                  <a:txBody>
                    <a:bodyPr/>
                    <a:lstStyle/>
                    <a:p>
                      <a:pPr latinLnBrk="0"/>
                      <a:r>
                        <a:rPr lang="en-US" altLang="ko-KR" sz="1000" b="0" dirty="0">
                          <a:solidFill>
                            <a:schemeClr val="tx1"/>
                          </a:solidFill>
                          <a:latin typeface="Arial" pitchFamily="34" charset="0"/>
                          <a:ea typeface="맑은 고딕" pitchFamily="50" charset="-127"/>
                          <a:cs typeface="Arial" pitchFamily="34" charset="0"/>
                        </a:rPr>
                        <a:t>NetCast / webOS</a:t>
                      </a:r>
                    </a:p>
                  </a:txBody>
                  <a:tcPr marL="91442" marR="91442" marT="45718" marB="45718"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bg1"/>
                    </a:solidFill>
                  </a:tcPr>
                </a:tc>
                <a:extLst>
                  <a:ext uri="{0D108BD9-81ED-4DB2-BD59-A6C34878D82A}">
                    <a16:rowId xmlns:a16="http://schemas.microsoft.com/office/drawing/2014/main" val="10014"/>
                  </a:ext>
                </a:extLst>
              </a:tr>
              <a:tr h="1561276">
                <a:tc gridSpan="4">
                  <a:txBody>
                    <a:bodyPr/>
                    <a:lstStyle/>
                    <a:p>
                      <a:pPr latinLnBrk="0"/>
                      <a:r>
                        <a:rPr lang="en-US" altLang="ko-KR" sz="900" b="1" kern="1200" dirty="0">
                          <a:solidFill>
                            <a:schemeClr val="tx1"/>
                          </a:solidFill>
                          <a:latin typeface="Arial" pitchFamily="34" charset="0"/>
                          <a:ea typeface="돋움체" pitchFamily="49" charset="-127"/>
                          <a:cs typeface="Arial" pitchFamily="34" charset="0"/>
                        </a:rPr>
                        <a:t>Notes</a:t>
                      </a:r>
                    </a:p>
                    <a:p>
                      <a:pPr latinLnBrk="0"/>
                      <a:r>
                        <a:rPr lang="en-US" altLang="ko-KR" sz="900" kern="1200" dirty="0">
                          <a:solidFill>
                            <a:schemeClr val="tx1"/>
                          </a:solidFill>
                          <a:latin typeface="Arial" pitchFamily="34" charset="0"/>
                          <a:ea typeface="돋움체" pitchFamily="49" charset="-127"/>
                          <a:cs typeface="Arial" pitchFamily="34" charset="0"/>
                        </a:rPr>
                        <a:t>    1. Correct</a:t>
                      </a:r>
                      <a:r>
                        <a:rPr lang="en-US" altLang="ko-KR" sz="900" kern="1200" baseline="0" dirty="0">
                          <a:solidFill>
                            <a:schemeClr val="tx1"/>
                          </a:solidFill>
                          <a:latin typeface="Arial" pitchFamily="34" charset="0"/>
                          <a:ea typeface="돋움체" pitchFamily="49" charset="-127"/>
                          <a:cs typeface="Arial" pitchFamily="34" charset="0"/>
                        </a:rPr>
                        <a:t> and detailed </a:t>
                      </a:r>
                      <a:r>
                        <a:rPr lang="en-US" altLang="ko-KR" sz="900" kern="1200" dirty="0">
                          <a:solidFill>
                            <a:schemeClr val="tx1"/>
                          </a:solidFill>
                          <a:latin typeface="Arial" pitchFamily="34" charset="0"/>
                          <a:ea typeface="돋움체" pitchFamily="49" charset="-127"/>
                          <a:cs typeface="Arial" pitchFamily="34" charset="0"/>
                        </a:rPr>
                        <a:t>Basic</a:t>
                      </a:r>
                      <a:r>
                        <a:rPr lang="en-US" altLang="ko-KR" sz="900" kern="1200" baseline="0" dirty="0">
                          <a:solidFill>
                            <a:schemeClr val="tx1"/>
                          </a:solidFill>
                          <a:latin typeface="Arial" pitchFamily="34" charset="0"/>
                          <a:ea typeface="돋움체" pitchFamily="49" charset="-127"/>
                          <a:cs typeface="Arial" pitchFamily="34" charset="0"/>
                        </a:rPr>
                        <a:t> Information</a:t>
                      </a:r>
                      <a:r>
                        <a:rPr lang="ko-KR" altLang="en-US" sz="900" kern="1200" dirty="0">
                          <a:solidFill>
                            <a:schemeClr val="tx1"/>
                          </a:solidFill>
                          <a:latin typeface="Arial" pitchFamily="34" charset="0"/>
                          <a:ea typeface="돋움체" pitchFamily="49" charset="-127"/>
                          <a:cs typeface="Arial" pitchFamily="34" charset="0"/>
                        </a:rPr>
                        <a:t> </a:t>
                      </a:r>
                      <a:r>
                        <a:rPr lang="en-US" altLang="ko-KR" sz="900" kern="1200" dirty="0">
                          <a:solidFill>
                            <a:schemeClr val="tx1"/>
                          </a:solidFill>
                          <a:latin typeface="Arial" pitchFamily="34" charset="0"/>
                          <a:ea typeface="돋움체" pitchFamily="49" charset="-127"/>
                          <a:cs typeface="Arial" pitchFamily="34" charset="0"/>
                        </a:rPr>
                        <a:t>required for </a:t>
                      </a:r>
                      <a:r>
                        <a:rPr lang="en-US" altLang="ko-KR" sz="900" kern="1200" baseline="0" dirty="0">
                          <a:solidFill>
                            <a:schemeClr val="tx1"/>
                          </a:solidFill>
                          <a:latin typeface="Arial" pitchFamily="34" charset="0"/>
                          <a:ea typeface="돋움체" pitchFamily="49" charset="-127"/>
                          <a:cs typeface="Arial" pitchFamily="34" charset="0"/>
                        </a:rPr>
                        <a:t>App QA.</a:t>
                      </a:r>
                      <a:endParaRPr lang="en-US" altLang="ko-KR" sz="900" kern="1200" dirty="0">
                        <a:solidFill>
                          <a:schemeClr val="tx1"/>
                        </a:solidFill>
                        <a:latin typeface="Arial" pitchFamily="34" charset="0"/>
                        <a:ea typeface="돋움체" pitchFamily="49" charset="-127"/>
                        <a:cs typeface="Arial" pitchFamily="34" charset="0"/>
                      </a:endParaRPr>
                    </a:p>
                    <a:p>
                      <a:pPr latinLnBrk="0"/>
                      <a:r>
                        <a:rPr lang="en-US" altLang="ko-KR" sz="900" b="0" i="0" dirty="0">
                          <a:solidFill>
                            <a:schemeClr val="tx1"/>
                          </a:solidFill>
                          <a:latin typeface="Arial" pitchFamily="34" charset="0"/>
                          <a:ea typeface="맑은 고딕" pitchFamily="50" charset="-127"/>
                          <a:cs typeface="Arial" pitchFamily="34" charset="0"/>
                        </a:rPr>
                        <a:t>    2. </a:t>
                      </a:r>
                      <a:r>
                        <a:rPr lang="en-US" sz="900" kern="1200" dirty="0">
                          <a:solidFill>
                            <a:schemeClr val="tx1"/>
                          </a:solidFill>
                          <a:latin typeface="Arial" pitchFamily="34" charset="0"/>
                          <a:ea typeface="Arial Unicode MS" pitchFamily="50" charset="-127"/>
                          <a:cs typeface="Arial" pitchFamily="34" charset="0"/>
                        </a:rPr>
                        <a:t>If you indicate Geo-IP Blocking as “Yes” you must white list the range of IPs required by the QA Team for testing. </a:t>
                      </a:r>
                      <a:r>
                        <a:rPr lang="en-US" sz="900" i="0" kern="1200" dirty="0">
                          <a:solidFill>
                            <a:schemeClr val="tx1"/>
                          </a:solidFill>
                          <a:latin typeface="Arial" pitchFamily="34" charset="0"/>
                          <a:ea typeface="Arial Unicode MS" pitchFamily="50" charset="-127"/>
                          <a:cs typeface="Arial" pitchFamily="34" charset="0"/>
                        </a:rPr>
                        <a:t>Please request the range of IPs to white list through the </a:t>
                      </a:r>
                    </a:p>
                    <a:p>
                      <a:pPr marL="0" marR="0" indent="0" algn="l" defTabSz="914400" rtl="0" eaLnBrk="1" fontAlgn="auto" latinLnBrk="0" hangingPunct="1">
                        <a:lnSpc>
                          <a:spcPct val="100000"/>
                        </a:lnSpc>
                        <a:spcBef>
                          <a:spcPts val="0"/>
                        </a:spcBef>
                        <a:spcAft>
                          <a:spcPts val="0"/>
                        </a:spcAft>
                        <a:buClrTx/>
                        <a:buSzTx/>
                        <a:buFontTx/>
                        <a:buNone/>
                        <a:tabLst/>
                        <a:defRPr/>
                      </a:pPr>
                      <a:r>
                        <a:rPr lang="en-US" sz="900" i="0" kern="1200" dirty="0">
                          <a:solidFill>
                            <a:schemeClr val="tx1"/>
                          </a:solidFill>
                          <a:latin typeface="Arial" pitchFamily="34" charset="0"/>
                          <a:ea typeface="Arial Unicode MS" pitchFamily="50" charset="-127"/>
                          <a:cs typeface="Arial" pitchFamily="34" charset="0"/>
                        </a:rPr>
                        <a:t>        LG</a:t>
                      </a:r>
                      <a:r>
                        <a:rPr lang="ko-KR" altLang="en-US" sz="900" i="0" kern="1200" dirty="0">
                          <a:solidFill>
                            <a:schemeClr val="tx1"/>
                          </a:solidFill>
                          <a:latin typeface="Arial" pitchFamily="34" charset="0"/>
                          <a:ea typeface="Arial Unicode MS" pitchFamily="50" charset="-127"/>
                          <a:cs typeface="Arial" pitchFamily="34" charset="0"/>
                        </a:rPr>
                        <a:t> </a:t>
                      </a:r>
                      <a:r>
                        <a:rPr lang="en-US" sz="900" i="0" kern="1200" dirty="0">
                          <a:solidFill>
                            <a:schemeClr val="tx1"/>
                          </a:solidFill>
                          <a:latin typeface="Arial" pitchFamily="34" charset="0"/>
                          <a:ea typeface="Arial Unicode MS" pitchFamily="50" charset="-127"/>
                          <a:cs typeface="Arial" pitchFamily="34" charset="0"/>
                        </a:rPr>
                        <a:t>Seller Lounge 1:1 Inquiry.</a:t>
                      </a:r>
                    </a:p>
                    <a:p>
                      <a:pPr marL="0" marR="0" indent="0" algn="l" defTabSz="914400" rtl="0" eaLnBrk="1" fontAlgn="auto" latinLnBrk="0" hangingPunct="1">
                        <a:lnSpc>
                          <a:spcPct val="100000"/>
                        </a:lnSpc>
                        <a:spcBef>
                          <a:spcPts val="0"/>
                        </a:spcBef>
                        <a:spcAft>
                          <a:spcPts val="0"/>
                        </a:spcAft>
                        <a:buClrTx/>
                        <a:buSzTx/>
                        <a:buFontTx/>
                        <a:buNone/>
                        <a:tabLst/>
                        <a:defRPr/>
                      </a:pPr>
                      <a:r>
                        <a:rPr lang="en-US" sz="900" i="0" kern="1200" dirty="0">
                          <a:solidFill>
                            <a:schemeClr val="tx1"/>
                          </a:solidFill>
                          <a:latin typeface="Arial" pitchFamily="34" charset="0"/>
                          <a:ea typeface="Arial Unicode MS" pitchFamily="50" charset="-127"/>
                          <a:cs typeface="Arial" pitchFamily="34" charset="0"/>
                        </a:rPr>
                        <a:t>    3. You can use a 3rd party billing system for Paid Content. You shall be aware that you are liable for all claims arising from the use of a 3rd party billing system.</a:t>
                      </a:r>
                    </a:p>
                    <a:p>
                      <a:pPr marL="0" marR="0" indent="0" algn="l" defTabSz="914400" rtl="0" eaLnBrk="1" fontAlgn="auto" latinLnBrk="0" hangingPunct="1">
                        <a:lnSpc>
                          <a:spcPct val="100000"/>
                        </a:lnSpc>
                        <a:spcBef>
                          <a:spcPts val="0"/>
                        </a:spcBef>
                        <a:spcAft>
                          <a:spcPts val="0"/>
                        </a:spcAft>
                        <a:buClrTx/>
                        <a:buSzTx/>
                        <a:buFontTx/>
                        <a:buNone/>
                        <a:tabLst/>
                        <a:defRPr/>
                      </a:pPr>
                      <a:r>
                        <a:rPr lang="en-US" sz="900" i="0" kern="1200" dirty="0">
                          <a:solidFill>
                            <a:schemeClr val="tx1"/>
                          </a:solidFill>
                          <a:latin typeface="Arial" pitchFamily="34" charset="0"/>
                          <a:ea typeface="Arial Unicode MS" pitchFamily="50" charset="-127"/>
                          <a:cs typeface="Arial" pitchFamily="34" charset="0"/>
                        </a:rPr>
                        <a:t>    4. You can monetize your application with in-app advertising services with a 3rd party ad platform. </a:t>
                      </a:r>
                    </a:p>
                    <a:p>
                      <a:pPr marL="0" marR="0" indent="0" algn="l" defTabSz="914400" rtl="0" eaLnBrk="1" fontAlgn="auto" latinLnBrk="0" hangingPunct="1">
                        <a:lnSpc>
                          <a:spcPct val="100000"/>
                        </a:lnSpc>
                        <a:spcBef>
                          <a:spcPts val="0"/>
                        </a:spcBef>
                        <a:spcAft>
                          <a:spcPts val="0"/>
                        </a:spcAft>
                        <a:buClrTx/>
                        <a:buSzTx/>
                        <a:buFontTx/>
                        <a:buNone/>
                        <a:tabLst/>
                        <a:defRPr/>
                      </a:pPr>
                      <a:r>
                        <a:rPr lang="en-US" sz="900" i="0" kern="1200" baseline="0" dirty="0">
                          <a:solidFill>
                            <a:schemeClr val="tx1"/>
                          </a:solidFill>
                          <a:latin typeface="Arial" pitchFamily="34" charset="0"/>
                          <a:ea typeface="Arial Unicode MS" pitchFamily="50" charset="-127"/>
                          <a:cs typeface="Arial" pitchFamily="34" charset="0"/>
                        </a:rPr>
                        <a:t>        </a:t>
                      </a:r>
                      <a:r>
                        <a:rPr lang="en-US" sz="900" i="0" kern="1200" dirty="0">
                          <a:solidFill>
                            <a:schemeClr val="tx1"/>
                          </a:solidFill>
                          <a:latin typeface="Arial" pitchFamily="34" charset="0"/>
                          <a:ea typeface="Arial Unicode MS" pitchFamily="50" charset="-127"/>
                          <a:cs typeface="Arial" pitchFamily="34" charset="0"/>
                        </a:rPr>
                        <a:t>Seller shall not violate LG’s content guideline and will be solely responsible for any claims from violation of the content guideline.</a:t>
                      </a:r>
                    </a:p>
                    <a:p>
                      <a:pPr marL="0" marR="0" indent="0" algn="l" defTabSz="914400" rtl="0" eaLnBrk="1" fontAlgn="auto" latinLnBrk="0" hangingPunct="1">
                        <a:lnSpc>
                          <a:spcPct val="100000"/>
                        </a:lnSpc>
                        <a:spcBef>
                          <a:spcPts val="0"/>
                        </a:spcBef>
                        <a:spcAft>
                          <a:spcPts val="0"/>
                        </a:spcAft>
                        <a:buClrTx/>
                        <a:buSzTx/>
                        <a:buFontTx/>
                        <a:buNone/>
                        <a:tabLst/>
                        <a:defRPr/>
                      </a:pPr>
                      <a:r>
                        <a:rPr lang="en-US" sz="900" i="0" kern="1200" dirty="0">
                          <a:solidFill>
                            <a:schemeClr val="tx1"/>
                          </a:solidFill>
                          <a:latin typeface="Arial" pitchFamily="34" charset="0"/>
                          <a:ea typeface="Arial Unicode MS" pitchFamily="50" charset="-127"/>
                          <a:cs typeface="Arial" pitchFamily="34" charset="0"/>
                        </a:rPr>
                        <a:t>    5. </a:t>
                      </a:r>
                      <a:r>
                        <a:rPr lang="en-US" altLang="ko-KR" sz="900" i="0" kern="1200" dirty="0">
                          <a:solidFill>
                            <a:schemeClr val="tx1"/>
                          </a:solidFill>
                          <a:latin typeface="Arial" pitchFamily="34" charset="0"/>
                          <a:ea typeface="돋움체" pitchFamily="49" charset="-127"/>
                          <a:cs typeface="Arial" pitchFamily="34" charset="0"/>
                        </a:rPr>
                        <a:t>Game</a:t>
                      </a:r>
                      <a:r>
                        <a:rPr lang="en-US" altLang="ko-KR" sz="900" i="0" kern="1200" baseline="0" dirty="0">
                          <a:solidFill>
                            <a:schemeClr val="tx1"/>
                          </a:solidFill>
                          <a:latin typeface="Arial" pitchFamily="34" charset="0"/>
                          <a:ea typeface="돋움체" pitchFamily="49" charset="-127"/>
                          <a:cs typeface="Arial" pitchFamily="34" charset="0"/>
                        </a:rPr>
                        <a:t> apps: If there is sound, detailed description of the BGM / Sound Effects, etc. is required.</a:t>
                      </a:r>
                      <a:endParaRPr lang="en-US" altLang="ko-KR" sz="900" i="0" kern="1200" baseline="0" dirty="0">
                        <a:solidFill>
                          <a:schemeClr val="tx1"/>
                        </a:solidFill>
                        <a:latin typeface="Arial" pitchFamily="34" charset="0"/>
                        <a:ea typeface="Arial Unicode MS" pitchFamily="50" charset="-127"/>
                        <a:cs typeface="Arial"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ko-KR" sz="900" i="0" kern="1200" baseline="0" dirty="0">
                          <a:solidFill>
                            <a:schemeClr val="tx1"/>
                          </a:solidFill>
                          <a:latin typeface="Arial" pitchFamily="34" charset="0"/>
                          <a:ea typeface="Arial Unicode MS" pitchFamily="50" charset="-127"/>
                          <a:cs typeface="Arial" pitchFamily="34" charset="0"/>
                        </a:rPr>
                        <a:t>    6. </a:t>
                      </a:r>
                      <a:r>
                        <a:rPr lang="en-US" altLang="ko-KR" sz="900" i="0" kern="1200" dirty="0">
                          <a:solidFill>
                            <a:schemeClr val="tx1"/>
                          </a:solidFill>
                          <a:latin typeface="Arial" pitchFamily="34" charset="0"/>
                          <a:ea typeface="Arial Unicode MS" pitchFamily="50" charset="-127"/>
                          <a:cs typeface="Arial" pitchFamily="34" charset="0"/>
                        </a:rPr>
                        <a:t>Even though there may be no payment process within the app itself, having any related payment process outside the app such as paying on the app’s website, converting to a paid account, etc., will categorize the app as having Paid Content. If this is the case for your app, add detailed guidelines regarding the app’s paid content on the UX Scenario document, and mark the Paid Content option as “Transaction” or “Subscription” on the LG Seller Lounge. You can also mark the both options together.</a:t>
                      </a:r>
                      <a:endParaRPr lang="ko-KR" altLang="ko-KR" sz="900" i="0" kern="1200" dirty="0">
                        <a:solidFill>
                          <a:schemeClr val="tx1"/>
                        </a:solidFill>
                        <a:highlight>
                          <a:srgbClr val="FFFF00"/>
                        </a:highlight>
                        <a:latin typeface="Arial" pitchFamily="34" charset="0"/>
                        <a:ea typeface="Arial Unicode MS" pitchFamily="50" charset="-127"/>
                        <a:cs typeface="Arial" pitchFamily="34" charset="0"/>
                      </a:endParaRPr>
                    </a:p>
                  </a:txBody>
                  <a:tcPr marL="91442" marR="91442" marT="45718" marB="45718" anchor="ctr">
                    <a:lnL w="12700" cap="flat" cmpd="sng" algn="ctr">
                      <a:noFill/>
                      <a:prstDash val="solid"/>
                      <a:round/>
                      <a:headEnd type="none" w="med" len="med"/>
                      <a:tailEnd type="none" w="med" len="med"/>
                    </a:lnL>
                    <a:lnR w="12700" cap="flat" cmpd="sng" algn="ctr">
                      <a:noFill/>
                      <a:prstDash val="sysDot"/>
                      <a:round/>
                      <a:headEnd type="none" w="med" len="med"/>
                      <a:tailEnd type="none" w="med" len="med"/>
                    </a:lnR>
                    <a:lnT w="12700" cap="flat" cmpd="sng" algn="ctr">
                      <a:solidFill>
                        <a:schemeClr val="tx1"/>
                      </a:solidFill>
                      <a:prstDash val="sysDot"/>
                      <a:round/>
                      <a:headEnd type="none" w="med" len="med"/>
                      <a:tailEnd type="none" w="med" len="med"/>
                    </a:lnT>
                    <a:lnB w="3175" cap="flat" cmpd="sng" algn="ctr">
                      <a:solidFill>
                        <a:schemeClr val="tx1"/>
                      </a:solidFill>
                      <a:prstDash val="solid"/>
                      <a:round/>
                      <a:headEnd type="none" w="med" len="med"/>
                      <a:tailEnd type="none" w="med" len="med"/>
                    </a:lnB>
                    <a:solidFill>
                      <a:schemeClr val="accent3">
                        <a:lumMod val="85000"/>
                      </a:schemeClr>
                    </a:solidFill>
                  </a:tcPr>
                </a:tc>
                <a:tc hMerge="1">
                  <a:txBody>
                    <a:bodyPr/>
                    <a:lstStyle/>
                    <a:p>
                      <a:pPr latinLnBrk="0"/>
                      <a:endParaRPr lang="ko-KR" altLang="en-US"/>
                    </a:p>
                  </a:txBody>
                  <a:tcPr/>
                </a:tc>
                <a:tc hMerge="1">
                  <a:txBody>
                    <a:bodyPr/>
                    <a:lstStyle/>
                    <a:p>
                      <a:pPr algn="l" latinLnBrk="0"/>
                      <a:endParaRPr lang="en-US" altLang="ko-KR" sz="1100" b="0" dirty="0">
                        <a:solidFill>
                          <a:schemeClr val="tx1"/>
                        </a:solidFill>
                        <a:latin typeface="맑은 고딕" pitchFamily="50" charset="-127"/>
                        <a:ea typeface="맑은 고딕" pitchFamily="50" charset="-127"/>
                      </a:endParaRPr>
                    </a:p>
                  </a:txBody>
                  <a:tcPr anchor="ctr">
                    <a:lnL w="12700" cap="flat" cmpd="sng" algn="ctr">
                      <a:solidFill>
                        <a:schemeClr val="tx1"/>
                      </a:solidFill>
                      <a:prstDash val="sysDot"/>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ot"/>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pPr latinLnBrk="0"/>
                      <a:endParaRPr lang="ko-KR" altLang="en-US"/>
                    </a:p>
                  </a:txBody>
                  <a:tcPr/>
                </a:tc>
                <a:extLst>
                  <a:ext uri="{0D108BD9-81ED-4DB2-BD59-A6C34878D82A}">
                    <a16:rowId xmlns:a16="http://schemas.microsoft.com/office/drawing/2014/main" val="10015"/>
                  </a:ext>
                </a:extLst>
              </a:tr>
            </a:tbl>
          </a:graphicData>
        </a:graphic>
      </p:graphicFrame>
      <p:sp>
        <p:nvSpPr>
          <p:cNvPr id="4" name="텍스트 개체 틀 3">
            <a:extLst>
              <a:ext uri="{FF2B5EF4-FFF2-40B4-BE49-F238E27FC236}">
                <a16:creationId xmlns:a16="http://schemas.microsoft.com/office/drawing/2014/main" id="{839B9613-6958-B4D7-C55F-AF7B872D4F54}"/>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cs typeface="Arial" pitchFamily="34" charset="0"/>
              </a:rPr>
              <a:t>1. Basic Information</a:t>
            </a:r>
            <a:endParaRPr>
              <a:latin typeface="Arial" pitchFamily="34" charset="0"/>
              <a:cs typeface="Arial"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1" name="Group 1">
            <a:extLst>
              <a:ext uri="{FF2B5EF4-FFF2-40B4-BE49-F238E27FC236}">
                <a16:creationId xmlns:a16="http://schemas.microsoft.com/office/drawing/2014/main" id="{DF35EE78-AB52-6BA9-3B06-5E3B51725648}"/>
              </a:ext>
            </a:extLst>
          </p:cNvPr>
          <p:cNvGraphicFramePr>
            <a:graphicFrameLocks noGrp="1"/>
          </p:cNvGraphicFramePr>
          <p:nvPr>
            <p:extLst>
              <p:ext uri="{D42A27DB-BD31-4B8C-83A1-F6EECF244321}">
                <p14:modId xmlns:p14="http://schemas.microsoft.com/office/powerpoint/2010/main" val="369482192"/>
              </p:ext>
            </p:extLst>
          </p:nvPr>
        </p:nvGraphicFramePr>
        <p:xfrm>
          <a:off x="166688" y="765175"/>
          <a:ext cx="9501187" cy="5397500"/>
        </p:xfrm>
        <a:graphic>
          <a:graphicData uri="http://schemas.openxmlformats.org/drawingml/2006/table">
            <a:tbl>
              <a:tblPr/>
              <a:tblGrid>
                <a:gridCol w="730250">
                  <a:extLst>
                    <a:ext uri="{9D8B030D-6E8A-4147-A177-3AD203B41FA5}">
                      <a16:colId xmlns:a16="http://schemas.microsoft.com/office/drawing/2014/main" val="20000"/>
                    </a:ext>
                  </a:extLst>
                </a:gridCol>
                <a:gridCol w="1169987">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3286125">
                  <a:extLst>
                    <a:ext uri="{9D8B030D-6E8A-4147-A177-3AD203B41FA5}">
                      <a16:colId xmlns:a16="http://schemas.microsoft.com/office/drawing/2014/main" val="20003"/>
                    </a:ext>
                  </a:extLst>
                </a:gridCol>
                <a:gridCol w="3286125">
                  <a:extLst>
                    <a:ext uri="{9D8B030D-6E8A-4147-A177-3AD203B41FA5}">
                      <a16:colId xmlns:a16="http://schemas.microsoft.com/office/drawing/2014/main" val="20004"/>
                    </a:ext>
                  </a:extLst>
                </a:gridCol>
              </a:tblGrid>
              <a:tr h="411145">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400" b="1"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맑은 고딕" panose="020B0503020000020004" pitchFamily="50" charset="-127"/>
                        </a:rPr>
                        <a:t>No.</a:t>
                      </a:r>
                    </a:p>
                  </a:txBody>
                  <a:tcPr marL="89985" marR="89985" marT="55862" marB="46792" anchor="ctr" horzOverflow="overflow">
                    <a:lnL w="1440" cap="flat" cmpd="sng" algn="ctr">
                      <a:solidFill>
                        <a:srgbClr val="000000"/>
                      </a:solidFill>
                      <a:prstDash val="solid"/>
                      <a:round/>
                      <a:headEnd type="none" w="med" len="med"/>
                      <a:tailEnd type="none" w="med" len="med"/>
                    </a:lnL>
                    <a:lnR w="1440" cap="flat" cmpd="sng" algn="ctr">
                      <a:solidFill>
                        <a:srgbClr val="000000"/>
                      </a:solidFill>
                      <a:prstDash val="solid"/>
                      <a:round/>
                      <a:headEnd type="none" w="med" len="med"/>
                      <a:tailEnd type="none" w="med" len="med"/>
                    </a:lnR>
                    <a:lnT w="1440" cap="flat" cmpd="sng" algn="ctr">
                      <a:solidFill>
                        <a:srgbClr val="000000"/>
                      </a:solidFill>
                      <a:prstDash val="solid"/>
                      <a:round/>
                      <a:headEnd type="none" w="med" len="med"/>
                      <a:tailEnd type="none" w="med" len="med"/>
                    </a:lnT>
                    <a:lnB w="1440" cap="flat" cmpd="sng" algn="ctr">
                      <a:solidFill>
                        <a:srgbClr val="000000"/>
                      </a:solidFill>
                      <a:prstDash val="solid"/>
                      <a:round/>
                      <a:headEnd type="none" w="med" len="med"/>
                      <a:tailEnd type="none" w="med" len="med"/>
                    </a:lnB>
                    <a:lnTlToBr>
                      <a:noFill/>
                    </a:lnTlToBr>
                    <a:lnBlToTr>
                      <a:noFill/>
                    </a:lnBlToTr>
                    <a:solidFill>
                      <a:srgbClr val="404040"/>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400" b="1"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맑은 고딕" panose="020B0503020000020004" pitchFamily="50" charset="-127"/>
                        </a:rPr>
                        <a:t>Sent</a:t>
                      </a:r>
                    </a:p>
                  </a:txBody>
                  <a:tcPr marL="89985" marR="89985" marT="55862" marB="46792" anchor="ctr" horzOverflow="overflow">
                    <a:lnL w="1440" cap="flat" cmpd="sng" algn="ctr">
                      <a:solidFill>
                        <a:srgbClr val="000000"/>
                      </a:solidFill>
                      <a:prstDash val="solid"/>
                      <a:round/>
                      <a:headEnd type="none" w="med" len="med"/>
                      <a:tailEnd type="none" w="med" len="med"/>
                    </a:lnL>
                    <a:lnR w="1440" cap="flat" cmpd="sng" algn="ctr">
                      <a:solidFill>
                        <a:srgbClr val="000000"/>
                      </a:solidFill>
                      <a:prstDash val="solid"/>
                      <a:round/>
                      <a:headEnd type="none" w="med" len="med"/>
                      <a:tailEnd type="none" w="med" len="med"/>
                    </a:lnR>
                    <a:lnT w="1440" cap="flat" cmpd="sng" algn="ctr">
                      <a:solidFill>
                        <a:srgbClr val="000000"/>
                      </a:solidFill>
                      <a:prstDash val="solid"/>
                      <a:round/>
                      <a:headEnd type="none" w="med" len="med"/>
                      <a:tailEnd type="none" w="med" len="med"/>
                    </a:lnT>
                    <a:lnB w="1440" cap="flat" cmpd="sng" algn="ctr">
                      <a:solidFill>
                        <a:srgbClr val="000000"/>
                      </a:solidFill>
                      <a:prstDash val="solid"/>
                      <a:round/>
                      <a:headEnd type="none" w="med" len="med"/>
                      <a:tailEnd type="none" w="med" len="med"/>
                    </a:lnB>
                    <a:lnTlToBr>
                      <a:noFill/>
                    </a:lnTlToBr>
                    <a:lnBlToTr>
                      <a:noFill/>
                    </a:lnBlToTr>
                    <a:solidFill>
                      <a:srgbClr val="404040"/>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400" b="1"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맑은 고딕" panose="020B0503020000020004" pitchFamily="50" charset="-127"/>
                        </a:rPr>
                        <a:t>Version</a:t>
                      </a:r>
                    </a:p>
                  </a:txBody>
                  <a:tcPr marL="89985" marR="89985" marT="55862" marB="46792" anchor="ctr" horzOverflow="overflow">
                    <a:lnL w="1440" cap="flat" cmpd="sng" algn="ctr">
                      <a:solidFill>
                        <a:srgbClr val="000000"/>
                      </a:solidFill>
                      <a:prstDash val="solid"/>
                      <a:round/>
                      <a:headEnd type="none" w="med" len="med"/>
                      <a:tailEnd type="none" w="med" len="med"/>
                    </a:lnL>
                    <a:lnR w="1440" cap="flat" cmpd="sng" algn="ctr">
                      <a:solidFill>
                        <a:srgbClr val="000000"/>
                      </a:solidFill>
                      <a:prstDash val="solid"/>
                      <a:round/>
                      <a:headEnd type="none" w="med" len="med"/>
                      <a:tailEnd type="none" w="med" len="med"/>
                    </a:lnR>
                    <a:lnT w="1440" cap="flat" cmpd="sng" algn="ctr">
                      <a:solidFill>
                        <a:srgbClr val="000000"/>
                      </a:solidFill>
                      <a:prstDash val="solid"/>
                      <a:round/>
                      <a:headEnd type="none" w="med" len="med"/>
                      <a:tailEnd type="none" w="med" len="med"/>
                    </a:lnT>
                    <a:lnB w="1440" cap="flat" cmpd="sng" algn="ctr">
                      <a:solidFill>
                        <a:srgbClr val="000000"/>
                      </a:solidFill>
                      <a:prstDash val="solid"/>
                      <a:round/>
                      <a:headEnd type="none" w="med" len="med"/>
                      <a:tailEnd type="none" w="med" len="med"/>
                    </a:lnB>
                    <a:lnTlToBr>
                      <a:noFill/>
                    </a:lnTlToBr>
                    <a:lnBlToTr>
                      <a:noFill/>
                    </a:lnBlToTr>
                    <a:solidFill>
                      <a:srgbClr val="404040"/>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400" b="1"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맑은 고딕" panose="020B0503020000020004" pitchFamily="50" charset="-127"/>
                        </a:rPr>
                        <a:t>File Name</a:t>
                      </a:r>
                    </a:p>
                  </a:txBody>
                  <a:tcPr marL="89985" marR="89985" marT="55862" marB="46792" anchor="ctr" horzOverflow="overflow">
                    <a:lnL w="1440" cap="flat" cmpd="sng" algn="ctr">
                      <a:solidFill>
                        <a:srgbClr val="000000"/>
                      </a:solidFill>
                      <a:prstDash val="solid"/>
                      <a:round/>
                      <a:headEnd type="none" w="med" len="med"/>
                      <a:tailEnd type="none" w="med" len="med"/>
                    </a:lnL>
                    <a:lnR w="1440" cap="flat" cmpd="sng" algn="ctr">
                      <a:solidFill>
                        <a:srgbClr val="000000"/>
                      </a:solidFill>
                      <a:prstDash val="solid"/>
                      <a:round/>
                      <a:headEnd type="none" w="med" len="med"/>
                      <a:tailEnd type="none" w="med" len="med"/>
                    </a:lnR>
                    <a:lnT w="1440" cap="flat" cmpd="sng" algn="ctr">
                      <a:solidFill>
                        <a:srgbClr val="000000"/>
                      </a:solidFill>
                      <a:prstDash val="solid"/>
                      <a:round/>
                      <a:headEnd type="none" w="med" len="med"/>
                      <a:tailEnd type="none" w="med" len="med"/>
                    </a:lnT>
                    <a:lnB w="1440" cap="flat" cmpd="sng" algn="ctr">
                      <a:solidFill>
                        <a:srgbClr val="000000"/>
                      </a:solidFill>
                      <a:prstDash val="solid"/>
                      <a:round/>
                      <a:headEnd type="none" w="med" len="med"/>
                      <a:tailEnd type="none" w="med" len="med"/>
                    </a:lnB>
                    <a:lnTlToBr>
                      <a:noFill/>
                    </a:lnTlToBr>
                    <a:lnBlToTr>
                      <a:noFill/>
                    </a:lnBlToTr>
                    <a:solidFill>
                      <a:srgbClr val="404040"/>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400" b="1" i="0" u="none" strike="noStrike" cap="none" normalizeH="0" baseline="0">
                          <a:ln>
                            <a:noFill/>
                          </a:ln>
                          <a:solidFill>
                            <a:srgbClr val="FFFFFF"/>
                          </a:solidFill>
                          <a:effectLst>
                            <a:outerShdw blurRad="38100" dist="38100" dir="2700000" algn="tl">
                              <a:srgbClr val="000000"/>
                            </a:outerShdw>
                          </a:effectLst>
                          <a:latin typeface="Arial" panose="020B0604020202020204" pitchFamily="34" charset="0"/>
                          <a:ea typeface="맑은 고딕" panose="020B0503020000020004" pitchFamily="50" charset="-127"/>
                        </a:rPr>
                        <a:t>Contents</a:t>
                      </a:r>
                    </a:p>
                  </a:txBody>
                  <a:tcPr marL="89985" marR="89985" marT="55862" marB="46792" anchor="ctr" horzOverflow="overflow">
                    <a:lnL w="1440" cap="flat" cmpd="sng" algn="ctr">
                      <a:solidFill>
                        <a:srgbClr val="000000"/>
                      </a:solidFill>
                      <a:prstDash val="solid"/>
                      <a:round/>
                      <a:headEnd type="none" w="med" len="med"/>
                      <a:tailEnd type="none" w="med" len="med"/>
                    </a:lnL>
                    <a:lnR w="1440" cap="flat" cmpd="sng" algn="ctr">
                      <a:solidFill>
                        <a:srgbClr val="000000"/>
                      </a:solidFill>
                      <a:prstDash val="solid"/>
                      <a:round/>
                      <a:headEnd type="none" w="med" len="med"/>
                      <a:tailEnd type="none" w="med" len="med"/>
                    </a:lnR>
                    <a:lnT w="1440" cap="flat" cmpd="sng" algn="ctr">
                      <a:solidFill>
                        <a:srgbClr val="000000"/>
                      </a:solidFill>
                      <a:prstDash val="solid"/>
                      <a:round/>
                      <a:headEnd type="none" w="med" len="med"/>
                      <a:tailEnd type="none" w="med" len="med"/>
                    </a:lnT>
                    <a:lnB w="1440" cap="flat" cmpd="sng" algn="ctr">
                      <a:solidFill>
                        <a:srgbClr val="000000"/>
                      </a:solidFill>
                      <a:prstDash val="solid"/>
                      <a:round/>
                      <a:headEnd type="none" w="med" len="med"/>
                      <a:tailEnd type="none" w="med" len="med"/>
                    </a:lnB>
                    <a:lnTlToBr>
                      <a:noFill/>
                    </a:lnTlToBr>
                    <a:lnBlToTr>
                      <a:noFill/>
                    </a:lnBlToTr>
                    <a:solidFill>
                      <a:srgbClr val="404040"/>
                    </a:solidFill>
                  </a:tcPr>
                </a:tc>
                <a:extLst>
                  <a:ext uri="{0D108BD9-81ED-4DB2-BD59-A6C34878D82A}">
                    <a16:rowId xmlns:a16="http://schemas.microsoft.com/office/drawing/2014/main" val="10000"/>
                  </a:ext>
                </a:extLst>
              </a:tr>
              <a:tr h="444481">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rPr>
                        <a:t>1</a:t>
                      </a:r>
                    </a:p>
                  </a:txBody>
                  <a:tcPr marL="89985" marR="89985" marT="49563" marB="46792" anchor="ctr" horzOverflow="overflow">
                    <a:lnL>
                      <a:noFill/>
                    </a:lnL>
                    <a:lnR w="12700" cap="flat" cmpd="sng" algn="ctr">
                      <a:solidFill>
                        <a:schemeClr val="tx1"/>
                      </a:solidFill>
                      <a:prstDash val="sysDot"/>
                      <a:round/>
                      <a:headEnd type="none" w="med" len="med"/>
                      <a:tailEnd type="none" w="med" len="med"/>
                    </a:lnR>
                    <a:lnT w="1440" cap="flat" cmpd="sng" algn="ctr">
                      <a:solidFill>
                        <a:srgbClr val="000000"/>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rPr>
                        <a:t>10.10.2026</a:t>
                      </a: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440" cap="flat" cmpd="sng" algn="ctr">
                      <a:solidFill>
                        <a:srgbClr val="000000"/>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rPr>
                        <a:t>1.0.0</a:t>
                      </a: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440" cap="flat" cmpd="sng" algn="ctr">
                      <a:solidFill>
                        <a:srgbClr val="000000"/>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rPr>
                        <a:t>Zaplist_UX_Scenario_1.0.0</a:t>
                      </a: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440" cap="flat" cmpd="sng" algn="ctr">
                      <a:solidFill>
                        <a:srgbClr val="000000"/>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rPr>
                        <a:t>Initial document</a:t>
                      </a:r>
                    </a:p>
                  </a:txBody>
                  <a:tcPr marL="89985" marR="89985" marT="55106" marB="46792" anchor="ctr" horzOverflow="overflow">
                    <a:lnL w="12700" cap="flat" cmpd="sng" algn="ctr">
                      <a:solidFill>
                        <a:schemeClr val="tx1"/>
                      </a:solidFill>
                      <a:prstDash val="sysDot"/>
                      <a:round/>
                      <a:headEnd type="none" w="med" len="med"/>
                      <a:tailEnd type="none" w="med" len="med"/>
                    </a:lnL>
                    <a:lnR>
                      <a:noFill/>
                    </a:lnR>
                    <a:lnT w="1440" cap="flat" cmpd="sng" algn="ctr">
                      <a:solidFill>
                        <a:srgbClr val="000000"/>
                      </a:solidFill>
                      <a:prstDash val="solid"/>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444481">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444481">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444481">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r h="444481">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5"/>
                  </a:ext>
                </a:extLst>
              </a:tr>
              <a:tr h="434956">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4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Arial" panose="020B0604020202020204" pitchFamily="34" charset="0"/>
                        <a:ea typeface="맑은 고딕" panose="020B0503020000020004" pitchFamily="50" charset="-127"/>
                      </a:endParaRPr>
                    </a:p>
                  </a:txBody>
                  <a:tcPr marL="89985" marR="89985" marT="55106"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6"/>
                  </a:ext>
                </a:extLst>
              </a:tr>
              <a:tr h="444481">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7"/>
                  </a:ext>
                </a:extLst>
              </a:tr>
              <a:tr h="514566">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2800" b="0" i="0" u="none" strike="noStrike" cap="none" normalizeH="0" baseline="0">
                        <a:ln>
                          <a:noFill/>
                        </a:ln>
                        <a:solidFill>
                          <a:srgbClr val="000000"/>
                        </a:solidFill>
                        <a:effectLst/>
                        <a:latin typeface="굴림" panose="020B0600000101010101" pitchFamily="50" charset="-127"/>
                        <a:ea typeface="굴림" panose="020B0600000101010101"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8"/>
                  </a:ext>
                </a:extLst>
              </a:tr>
              <a:tr h="444481">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9"/>
                  </a:ext>
                </a:extLst>
              </a:tr>
              <a:tr h="493690">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0"/>
                  </a:ext>
                </a:extLst>
              </a:tr>
              <a:tr h="431781">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a:noFill/>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ctr"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tc>
                  <a:txBody>
                    <a:bodyPr/>
                    <a:lstStyle>
                      <a:lvl1pPr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800">
                          <a:solidFill>
                            <a:schemeClr val="tx1"/>
                          </a:solidFill>
                          <a:latin typeface="굴림" panose="020B0600000101010101" pitchFamily="50" charset="-127"/>
                          <a:ea typeface="굴림" panose="020B0600000101010101" pitchFamily="50" charset="-127"/>
                        </a:defRPr>
                      </a:lvl1pPr>
                      <a:lvl2pPr marL="742950" indent="-28575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400">
                          <a:solidFill>
                            <a:schemeClr val="tx1"/>
                          </a:solidFill>
                          <a:latin typeface="굴림" panose="020B0600000101010101" pitchFamily="50" charset="-127"/>
                          <a:ea typeface="굴림" panose="020B0600000101010101" pitchFamily="50" charset="-127"/>
                        </a:defRPr>
                      </a:lvl2pPr>
                      <a:lvl3pPr marL="11430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sz="2000">
                          <a:solidFill>
                            <a:schemeClr val="tx1"/>
                          </a:solidFill>
                          <a:latin typeface="굴림" panose="020B0600000101010101" pitchFamily="50" charset="-127"/>
                          <a:ea typeface="굴림" panose="020B0600000101010101" pitchFamily="50" charset="-127"/>
                        </a:defRPr>
                      </a:lvl3pPr>
                      <a:lvl4pPr marL="16002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4pPr>
                      <a:lvl5pPr marL="2057400" indent="-228600" defTabSz="449263" latinLnBrk="0">
                        <a:spcBef>
                          <a:spcPct val="20000"/>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5pPr>
                      <a:lvl6pPr marL="25146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6pPr>
                      <a:lvl7pPr marL="29718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7pPr>
                      <a:lvl8pPr marL="34290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8pPr>
                      <a:lvl9pPr marL="3886200" indent="-228600" defTabSz="449263" eaLnBrk="0" fontAlgn="base" hangingPunct="0">
                        <a:spcBef>
                          <a:spcPct val="20000"/>
                        </a:spcBef>
                        <a:spcAft>
                          <a:spcPct val="0"/>
                        </a:spcAft>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kumimoji="1">
                          <a:solidFill>
                            <a:schemeClr val="tx1"/>
                          </a:solidFill>
                          <a:latin typeface="굴림" panose="020B0600000101010101" pitchFamily="50" charset="-127"/>
                          <a:ea typeface="굴림" panose="020B0600000101010101" pitchFamily="50" charset="-127"/>
                        </a:defRPr>
                      </a:lvl9pPr>
                    </a:lstStyle>
                    <a:p>
                      <a:pPr marL="0" marR="0" lvl="0" indent="0" algn="l" defTabSz="449263" rtl="0" eaLnBrk="1" fontAlgn="base" latinLnBrk="0" hangingPunct="1">
                        <a:lnSpc>
                          <a:spcPct val="98000"/>
                        </a:lnSpc>
                        <a:spcBef>
                          <a:spcPct val="0"/>
                        </a:spcBef>
                        <a:spcAft>
                          <a:spcPct val="0"/>
                        </a:spcAft>
                        <a:buClrTx/>
                        <a:buSzPct val="100000"/>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kumimoji="0" lang="en-US" altLang="ko-KR" sz="1100" b="0" i="0" u="none" strike="noStrike" cap="none" normalizeH="0" baseline="0">
                        <a:ln>
                          <a:noFill/>
                        </a:ln>
                        <a:solidFill>
                          <a:srgbClr val="000000"/>
                        </a:solidFill>
                        <a:effectLst/>
                        <a:latin typeface="맑은 고딕" panose="020B0503020000020004" pitchFamily="50" charset="-127"/>
                        <a:ea typeface="맑은 고딕" panose="020B0503020000020004" pitchFamily="50" charset="-127"/>
                      </a:endParaRPr>
                    </a:p>
                  </a:txBody>
                  <a:tcPr marL="89985" marR="89985" marT="49563" marB="46792" anchor="ctr" horzOverflow="overflow">
                    <a:lnL w="12700" cap="flat" cmpd="sng" algn="ctr">
                      <a:solidFill>
                        <a:schemeClr val="tx1"/>
                      </a:solidFill>
                      <a:prstDash val="sysDot"/>
                      <a:round/>
                      <a:headEnd type="none" w="med" len="med"/>
                      <a:tailEnd type="none" w="med" len="med"/>
                    </a:lnL>
                    <a:lnR>
                      <a:noFill/>
                    </a:lnR>
                    <a:lnT w="12700" cap="flat" cmpd="sng" algn="ctr">
                      <a:solidFill>
                        <a:schemeClr val="tx1"/>
                      </a:solidFill>
                      <a:prstDash val="sysDot"/>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11"/>
                  </a:ext>
                </a:extLst>
              </a:tr>
            </a:tbl>
          </a:graphicData>
        </a:graphic>
      </p:graphicFrame>
      <p:sp>
        <p:nvSpPr>
          <p:cNvPr id="20566" name="Text Box 163">
            <a:extLst>
              <a:ext uri="{FF2B5EF4-FFF2-40B4-BE49-F238E27FC236}">
                <a16:creationId xmlns:a16="http://schemas.microsoft.com/office/drawing/2014/main" id="{5307481A-581C-E87C-7F31-B4BBB2A10382}"/>
              </a:ext>
            </a:extLst>
          </p:cNvPr>
          <p:cNvSpPr txBox="1">
            <a:spLocks noChangeArrowheads="1"/>
          </p:cNvSpPr>
          <p:nvPr/>
        </p:nvSpPr>
        <p:spPr bwMode="auto">
          <a:xfrm>
            <a:off x="0" y="188913"/>
            <a:ext cx="7759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9986" tIns="46793" rIns="89986" bIns="46793"/>
          <a:lstStyle>
            <a:lvl1pPr marL="342900" indent="-341313">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1pPr>
            <a:lvl2pPr marL="742950" indent="-285750">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2pPr>
            <a:lvl3pPr marL="1143000" indent="-228600">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3pPr>
            <a:lvl4pPr marL="1600200" indent="-228600">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4pPr>
            <a:lvl5pPr marL="2057400" indent="-228600">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tabLst>
                <a:tab pos="912813" algn="l"/>
                <a:tab pos="1827213" algn="l"/>
                <a:tab pos="2741613" algn="l"/>
                <a:tab pos="3656013" algn="l"/>
                <a:tab pos="4570413" algn="l"/>
                <a:tab pos="5484813" algn="l"/>
                <a:tab pos="6399213" algn="l"/>
                <a:tab pos="7313613" algn="l"/>
                <a:tab pos="8228013" algn="l"/>
                <a:tab pos="9142413" algn="l"/>
                <a:tab pos="10056813" algn="l"/>
              </a:tabLst>
              <a:defRPr>
                <a:solidFill>
                  <a:schemeClr val="tx1"/>
                </a:solidFill>
                <a:latin typeface="Wingdings 2" panose="05020102010507070707" pitchFamily="18" charset="2"/>
                <a:ea typeface="굴림" panose="020B0600000101010101" pitchFamily="34" charset="-127"/>
              </a:defRPr>
            </a:lvl9pPr>
          </a:lstStyle>
          <a:p>
            <a:pPr latinLnBrk="0">
              <a:spcBef>
                <a:spcPts val="1125"/>
              </a:spcBef>
            </a:pPr>
            <a:r>
              <a:rPr lang="en-US" altLang="ru-RU" b="1">
                <a:solidFill>
                  <a:srgbClr val="000000"/>
                </a:solidFill>
                <a:latin typeface="Arial" panose="020B0604020202020204" pitchFamily="34" charset="0"/>
                <a:ea typeface="맑은 고딕" panose="020B0503020000020004" pitchFamily="34" charset="-127"/>
                <a:cs typeface="Arial" panose="020B0604020202020204" pitchFamily="34" charset="0"/>
              </a:rPr>
              <a:t>2. Document History</a:t>
            </a:r>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F59A8F1E-75DE-18CA-63A1-D8A78C2F9271}"/>
              </a:ext>
            </a:extLst>
          </p:cNvPr>
          <p:cNvSpPr/>
          <p:nvPr/>
        </p:nvSpPr>
        <p:spPr bwMode="auto">
          <a:xfrm>
            <a:off x="9525" y="4927600"/>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Everything also works with the arrows and OK alone: the Magic Remote has no color or media keys, so each color-key and media-key action also has an on-screen button.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Home, Exit, volume and input keys are handled by the </a:t>
            </a:r>
            <a:r>
              <a:rPr lang="en-US" altLang="ko-KR" sz="900">
                <a:latin typeface="Arial" pitchFamily="34" charset="0"/>
                <a:ea typeface="굴림" panose="020B0600000101010101" pitchFamily="50" charset="-127"/>
                <a:cs typeface="Arial" pitchFamily="34" charset="0"/>
              </a:rPr>
              <a:t>TV.</a:t>
            </a:r>
            <a:endParaRPr lang="en-US" altLang="ko-KR" sz="900" dirty="0">
              <a:latin typeface="Arial" pitchFamily="34" charset="0"/>
              <a:ea typeface="굴림" panose="020B0600000101010101" pitchFamily="50" charset="-127"/>
              <a:cs typeface="Arial" pitchFamily="34" charset="0"/>
            </a:endParaRPr>
          </a:p>
        </p:txBody>
      </p:sp>
      <p:sp>
        <p:nvSpPr>
          <p:cNvPr id="22531" name="TextBox 5">
            <a:extLst>
              <a:ext uri="{FF2B5EF4-FFF2-40B4-BE49-F238E27FC236}">
                <a16:creationId xmlns:a16="http://schemas.microsoft.com/office/drawing/2014/main" id="{2B31CB59-303F-79C2-0534-B910C7E47663}"/>
              </a:ext>
            </a:extLst>
          </p:cNvPr>
          <p:cNvSpPr txBox="1">
            <a:spLocks noChangeArrowheads="1"/>
          </p:cNvSpPr>
          <p:nvPr/>
        </p:nvSpPr>
        <p:spPr bwMode="auto">
          <a:xfrm>
            <a:off x="166687" y="642938"/>
            <a:ext cx="685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cs typeface="Arial" panose="020B0604020202020204" pitchFamily="34" charset="0"/>
              </a:rPr>
              <a:t>1. Keys used in the app</a:t>
            </a:r>
          </a:p>
        </p:txBody>
      </p:sp>
      <p:sp>
        <p:nvSpPr>
          <p:cNvPr id="17" name="텍스트 개체 틀 16">
            <a:extLst>
              <a:ext uri="{FF2B5EF4-FFF2-40B4-BE49-F238E27FC236}">
                <a16:creationId xmlns:a16="http://schemas.microsoft.com/office/drawing/2014/main" id="{6867D38F-79A9-EFAA-9FBE-E17AFE4F627A}"/>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3. Remote Control Keys</a:t>
            </a:r>
            <a:endParaRPr>
              <a:latin typeface="Arial" pitchFamily="34" charset="0"/>
              <a:cs typeface="Arial" pitchFamily="34" charset="0"/>
            </a:endParaRPr>
          </a:p>
        </p:txBody>
      </p:sp>
      <p:graphicFrame>
        <p:nvGraphicFramePr>
          <p:cNvPr id="2" name="Table 1">
            <a:extLst>
              <a:ext uri="{FF2B5EF4-FFF2-40B4-BE49-F238E27FC236}">
                <a16:creationId xmlns:a16="http://schemas.microsoft.com/office/drawing/2014/main" id="{4B2CEDFD-9C06-17C9-13FC-4C060314BA4A}"/>
              </a:ext>
            </a:extLst>
          </p:cNvPr>
          <p:cNvGraphicFramePr>
            <a:graphicFrameLocks noGrp="1"/>
          </p:cNvGraphicFramePr>
          <p:nvPr>
            <p:extLst>
              <p:ext uri="{D42A27DB-BD31-4B8C-83A1-F6EECF244321}">
                <p14:modId xmlns:p14="http://schemas.microsoft.com/office/powerpoint/2010/main" val="2125094802"/>
              </p:ext>
            </p:extLst>
          </p:nvPr>
        </p:nvGraphicFramePr>
        <p:xfrm>
          <a:off x="342900" y="1016000"/>
          <a:ext cx="9220200" cy="1828800"/>
        </p:xfrm>
        <a:graphic>
          <a:graphicData uri="http://schemas.openxmlformats.org/drawingml/2006/table">
            <a:tbl>
              <a:tblPr firstRow="1" bandRow="1">
                <a:tableStyleId>{5940675A-B579-460E-94D1-54222C63F5DA}</a:tableStyleId>
              </a:tblPr>
              <a:tblGrid>
                <a:gridCol w="1651000">
                  <a:extLst>
                    <a:ext uri="{9D8B030D-6E8A-4147-A177-3AD203B41FA5}">
                      <a16:colId xmlns:a16="http://schemas.microsoft.com/office/drawing/2014/main" val="894770461"/>
                    </a:ext>
                  </a:extLst>
                </a:gridCol>
                <a:gridCol w="7569200">
                  <a:extLst>
                    <a:ext uri="{9D8B030D-6E8A-4147-A177-3AD203B41FA5}">
                      <a16:colId xmlns:a16="http://schemas.microsoft.com/office/drawing/2014/main" val="872266038"/>
                    </a:ext>
                  </a:extLst>
                </a:gridCol>
              </a:tblGrid>
              <a:tr h="127000">
                <a:tc>
                  <a:txBody>
                    <a:bodyPr/>
                    <a:lstStyle/>
                    <a:p>
                      <a:pPr latinLnBrk="0" algn="ctr"/>
                      <a:r>
                        <a:rPr lang="en-US" sz="900" b="1" i="0">
                          <a:solidFill>
                            <a:srgbClr val="FFFFFF"/>
                          </a:solidFill>
                          <a:latin typeface="Arial" panose="020B0604020202020204" pitchFamily="34" charset="0"/>
                        </a:rPr>
                        <a:t>Key</a:t>
                      </a:r>
                      <a:endParaRPr lang="en-US" sz="9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a:txBody>
                    <a:bodyPr/>
                    <a:lstStyle/>
                    <a:p>
                      <a:pPr latinLnBrk="0" algn="ctr"/>
                      <a:r>
                        <a:rPr lang="en-US" sz="900" b="1" i="0" dirty="0">
                          <a:solidFill>
                            <a:srgbClr val="FFFFFF"/>
                          </a:solidFill>
                          <a:latin typeface="Arial" panose="020B0604020202020204" pitchFamily="34" charset="0"/>
                        </a:rPr>
                        <a:t>What </a:t>
                      </a:r>
                      <a:r>
                        <a:rPr lang="en-US" sz="900" b="1" i="0">
                          <a:solidFill>
                            <a:srgbClr val="FFFFFF"/>
                          </a:solidFill>
                          <a:latin typeface="Arial" panose="020B0604020202020204" pitchFamily="34" charset="0"/>
                        </a:rPr>
                        <a:t>it does</a:t>
                      </a:r>
                      <a:endParaRPr lang="en-US" sz="9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extLst>
                  <a:ext uri="{0D108BD9-81ED-4DB2-BD59-A6C34878D82A}">
                    <a16:rowId xmlns:a16="http://schemas.microsoft.com/office/drawing/2014/main" val="2661871235"/>
                  </a:ext>
                </a:extLst>
              </a:tr>
              <a:tr h="127000">
                <a:tc>
                  <a:txBody>
                    <a:bodyPr/>
                    <a:lstStyle/>
                    <a:p>
                      <a:pPr latinLnBrk="0" algn="l"/>
                      <a:r>
                        <a:rPr lang="en-US" sz="900" b="0" i="0">
                          <a:solidFill>
                            <a:srgbClr val="000000"/>
                          </a:solidFill>
                          <a:latin typeface="Arial" panose="020B0604020202020204" pitchFamily="34" charset="0"/>
                        </a:rPr>
                        <a:t>Arrow keys</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900" b="0" i="0" dirty="0">
                          <a:solidFill>
                            <a:srgbClr val="000000"/>
                          </a:solidFill>
                          <a:latin typeface="Arial" panose="020B0604020202020204" pitchFamily="34" charset="0"/>
                        </a:rPr>
                        <a:t>Move the focus. In the player: Up/Down change the channel, Left/Right show the info </a:t>
                      </a:r>
                      <a:r>
                        <a:rPr lang="en-US" sz="900" b="0" i="0">
                          <a:solidFill>
                            <a:srgbClr val="000000"/>
                          </a:solidFill>
                          <a:latin typeface="Arial" panose="020B0604020202020204" pitchFamily="34" charset="0"/>
                        </a:rPr>
                        <a:t>bar.</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942130797"/>
                  </a:ext>
                </a:extLst>
              </a:tr>
              <a:tr h="127000">
                <a:tc>
                  <a:txBody>
                    <a:bodyPr/>
                    <a:lstStyle/>
                    <a:p>
                      <a:pPr latinLnBrk="0" algn="l"/>
                      <a:r>
                        <a:rPr lang="en-US" sz="900" b="0" i="0">
                          <a:solidFill>
                            <a:srgbClr val="000000"/>
                          </a:solidFill>
                          <a:latin typeface="Arial" panose="020B0604020202020204" pitchFamily="34" charset="0"/>
                        </a:rPr>
                        <a:t>OK</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900" b="0" i="0" dirty="0">
                          <a:solidFill>
                            <a:srgbClr val="000000"/>
                          </a:solidFill>
                          <a:latin typeface="Arial" panose="020B0604020202020204" pitchFamily="34" charset="0"/>
                        </a:rPr>
                        <a:t>Select, or play the focused channel. In the player: open the channel </a:t>
                      </a:r>
                      <a:r>
                        <a:rPr lang="en-US" sz="900" b="0" i="0">
                          <a:solidFill>
                            <a:srgbClr val="000000"/>
                          </a:solidFill>
                          <a:latin typeface="Arial" panose="020B0604020202020204" pitchFamily="34" charset="0"/>
                        </a:rPr>
                        <a:t>list.</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356043775"/>
                  </a:ext>
                </a:extLst>
              </a:tr>
              <a:tr h="127000">
                <a:tc>
                  <a:txBody>
                    <a:bodyPr/>
                    <a:lstStyle/>
                    <a:p>
                      <a:pPr latinLnBrk="0" algn="l"/>
                      <a:r>
                        <a:rPr lang="en-US" sz="900" b="0" i="0" dirty="0">
                          <a:solidFill>
                            <a:srgbClr val="000000"/>
                          </a:solidFill>
                          <a:latin typeface="Arial" panose="020B0604020202020204" pitchFamily="34" charset="0"/>
                        </a:rPr>
                        <a:t>OK (</a:t>
                      </a:r>
                      <a:r>
                        <a:rPr lang="en-US" sz="900" b="0" i="0">
                          <a:solidFill>
                            <a:srgbClr val="000000"/>
                          </a:solidFill>
                          <a:latin typeface="Arial" panose="020B0604020202020204" pitchFamily="34" charset="0"/>
                        </a:rPr>
                        <a:t>hold)</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900" b="0" i="0" dirty="0">
                          <a:solidFill>
                            <a:srgbClr val="000000"/>
                          </a:solidFill>
                          <a:latin typeface="Arial" panose="020B0604020202020204" pitchFamily="34" charset="0"/>
                        </a:rPr>
                        <a:t>Channel menu: add to or remove from Favorites; in Favorites also move the </a:t>
                      </a:r>
                      <a:r>
                        <a:rPr lang="en-US" sz="900" b="0" i="0">
                          <a:solidFill>
                            <a:srgbClr val="000000"/>
                          </a:solidFill>
                          <a:latin typeface="Arial" panose="020B0604020202020204" pitchFamily="34" charset="0"/>
                        </a:rPr>
                        <a:t>channel.</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005597552"/>
                  </a:ext>
                </a:extLst>
              </a:tr>
              <a:tr h="127000">
                <a:tc>
                  <a:txBody>
                    <a:bodyPr/>
                    <a:lstStyle/>
                    <a:p>
                      <a:pPr latinLnBrk="0" algn="l"/>
                      <a:r>
                        <a:rPr lang="en-US" sz="900" b="0" i="0">
                          <a:solidFill>
                            <a:srgbClr val="000000"/>
                          </a:solidFill>
                          <a:latin typeface="Arial" panose="020B0604020202020204" pitchFamily="34" charset="0"/>
                        </a:rPr>
                        <a:t>Back</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900" b="0" i="0" dirty="0">
                          <a:solidFill>
                            <a:srgbClr val="000000"/>
                          </a:solidFill>
                          <a:latin typeface="Arial" panose="020B0604020202020204" pitchFamily="34" charset="0"/>
                        </a:rPr>
                        <a:t>Close the open bar, menu or list, or go back one screen. On Home: leave the app through the system (exit popup or Home </a:t>
                      </a:r>
                      <a:r>
                        <a:rPr lang="en-US" sz="900" b="0" i="0">
                          <a:solidFill>
                            <a:srgbClr val="000000"/>
                          </a:solidFill>
                          <a:latin typeface="Arial" panose="020B0604020202020204" pitchFamily="34" charset="0"/>
                        </a:rPr>
                        <a:t>screen).</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818720675"/>
                  </a:ext>
                </a:extLst>
              </a:tr>
              <a:tr h="127000">
                <a:tc>
                  <a:txBody>
                    <a:bodyPr/>
                    <a:lstStyle/>
                    <a:p>
                      <a:pPr latinLnBrk="0" algn="l"/>
                      <a:r>
                        <a:rPr lang="en-US" sz="900" b="0" i="0" dirty="0">
                          <a:solidFill>
                            <a:srgbClr val="000000"/>
                          </a:solidFill>
                          <a:latin typeface="Arial" panose="020B0604020202020204" pitchFamily="34" charset="0"/>
                        </a:rPr>
                        <a:t>CH + / </a:t>
                      </a:r>
                      <a:r>
                        <a:rPr lang="en-US" sz="900" b="0" i="0">
                          <a:solidFill>
                            <a:srgbClr val="000000"/>
                          </a:solidFill>
                          <a:latin typeface="Arial" panose="020B0604020202020204" pitchFamily="34" charset="0"/>
                        </a:rPr>
                        <a:t>CH -</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900" b="0" i="0" dirty="0">
                          <a:solidFill>
                            <a:srgbClr val="000000"/>
                          </a:solidFill>
                          <a:latin typeface="Arial" panose="020B0604020202020204" pitchFamily="34" charset="0"/>
                        </a:rPr>
                        <a:t>Page up/down in lists. In the player: next/previous </a:t>
                      </a:r>
                      <a:r>
                        <a:rPr lang="en-US" sz="900" b="0" i="0">
                          <a:solidFill>
                            <a:srgbClr val="000000"/>
                          </a:solidFill>
                          <a:latin typeface="Arial" panose="020B0604020202020204" pitchFamily="34" charset="0"/>
                        </a:rPr>
                        <a:t>channel.</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727237570"/>
                  </a:ext>
                </a:extLst>
              </a:tr>
              <a:tr h="127000">
                <a:tc>
                  <a:txBody>
                    <a:bodyPr/>
                    <a:lstStyle/>
                    <a:p>
                      <a:pPr latinLnBrk="0" algn="l"/>
                      <a:r>
                        <a:rPr lang="en-US" sz="900" b="0" i="0">
                          <a:solidFill>
                            <a:srgbClr val="000000"/>
                          </a:solidFill>
                          <a:latin typeface="Arial" panose="020B0604020202020204" pitchFamily="34" charset="0"/>
                        </a:rPr>
                        <a:t>0-9</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900" b="0" i="0" dirty="0">
                          <a:solidFill>
                            <a:srgbClr val="000000"/>
                          </a:solidFill>
                          <a:latin typeface="Arial" panose="020B0604020202020204" pitchFamily="34" charset="0"/>
                        </a:rPr>
                        <a:t>In the player: go to a channel </a:t>
                      </a:r>
                      <a:r>
                        <a:rPr lang="en-US" sz="900" b="0" i="0">
                          <a:solidFill>
                            <a:srgbClr val="000000"/>
                          </a:solidFill>
                          <a:latin typeface="Arial" panose="020B0604020202020204" pitchFamily="34" charset="0"/>
                        </a:rPr>
                        <a:t>number.</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895812465"/>
                  </a:ext>
                </a:extLst>
              </a:tr>
              <a:tr h="127000">
                <a:tc>
                  <a:txBody>
                    <a:bodyPr/>
                    <a:lstStyle/>
                    <a:p>
                      <a:pPr latinLnBrk="0" algn="l"/>
                      <a:r>
                        <a:rPr lang="en-US" sz="900" b="0" i="0">
                          <a:solidFill>
                            <a:srgbClr val="000000"/>
                          </a:solidFill>
                          <a:latin typeface="Arial" panose="020B0604020202020204" pitchFamily="34" charset="0"/>
                        </a:rPr>
                        <a:t>Red</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900" b="0" i="0" dirty="0">
                          <a:solidFill>
                            <a:srgbClr val="000000"/>
                          </a:solidFill>
                          <a:latin typeface="Arial" panose="020B0604020202020204" pitchFamily="34" charset="0"/>
                        </a:rPr>
                        <a:t>Add or remove the focused or playing channel from </a:t>
                      </a:r>
                      <a:r>
                        <a:rPr lang="en-US" sz="900" b="0" i="0">
                          <a:solidFill>
                            <a:srgbClr val="000000"/>
                          </a:solidFill>
                          <a:latin typeface="Arial" panose="020B0604020202020204" pitchFamily="34" charset="0"/>
                        </a:rPr>
                        <a:t>Favorites.</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863710875"/>
                  </a:ext>
                </a:extLst>
              </a:tr>
              <a:tr h="127000">
                <a:tc>
                  <a:txBody>
                    <a:bodyPr/>
                    <a:lstStyle/>
                    <a:p>
                      <a:pPr latinLnBrk="0" algn="l"/>
                      <a:r>
                        <a:rPr lang="en-US" sz="900" b="0" i="0">
                          <a:solidFill>
                            <a:srgbClr val="000000"/>
                          </a:solidFill>
                          <a:latin typeface="Arial" panose="020B0604020202020204" pitchFamily="34" charset="0"/>
                        </a:rPr>
                        <a:t>Yellow</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900" b="0" i="0" dirty="0">
                          <a:solidFill>
                            <a:srgbClr val="000000"/>
                          </a:solidFill>
                          <a:latin typeface="Arial" panose="020B0604020202020204" pitchFamily="34" charset="0"/>
                        </a:rPr>
                        <a:t>In the player: change the picture mode. In Favorites: move the </a:t>
                      </a:r>
                      <a:r>
                        <a:rPr lang="en-US" sz="900" b="0" i="0">
                          <a:solidFill>
                            <a:srgbClr val="000000"/>
                          </a:solidFill>
                          <a:latin typeface="Arial" panose="020B0604020202020204" pitchFamily="34" charset="0"/>
                        </a:rPr>
                        <a:t>channel.</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207684583"/>
                  </a:ext>
                </a:extLst>
              </a:tr>
              <a:tr h="127000">
                <a:tc>
                  <a:txBody>
                    <a:bodyPr/>
                    <a:lstStyle/>
                    <a:p>
                      <a:pPr latinLnBrk="0" algn="l"/>
                      <a:r>
                        <a:rPr lang="en-US" sz="900" b="0" i="0">
                          <a:solidFill>
                            <a:srgbClr val="000000"/>
                          </a:solidFill>
                          <a:latin typeface="Arial" panose="020B0604020202020204" pitchFamily="34" charset="0"/>
                        </a:rPr>
                        <a:t>Info</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900" b="0" i="0" dirty="0">
                          <a:solidFill>
                            <a:srgbClr val="000000"/>
                          </a:solidFill>
                          <a:latin typeface="Arial" panose="020B0604020202020204" pitchFamily="34" charset="0"/>
                        </a:rPr>
                        <a:t>In the player: show or hide the info </a:t>
                      </a:r>
                      <a:r>
                        <a:rPr lang="en-US" sz="900" b="0" i="0">
                          <a:solidFill>
                            <a:srgbClr val="000000"/>
                          </a:solidFill>
                          <a:latin typeface="Arial" panose="020B0604020202020204" pitchFamily="34" charset="0"/>
                        </a:rPr>
                        <a:t>bar.</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452287223"/>
                  </a:ext>
                </a:extLst>
              </a:tr>
              <a:tr h="127000">
                <a:tc>
                  <a:txBody>
                    <a:bodyPr/>
                    <a:lstStyle/>
                    <a:p>
                      <a:pPr latinLnBrk="0" algn="l"/>
                      <a:r>
                        <a:rPr lang="en-US" sz="900" b="0" i="0" dirty="0">
                          <a:solidFill>
                            <a:srgbClr val="000000"/>
                          </a:solidFill>
                          <a:latin typeface="Arial" panose="020B0604020202020204" pitchFamily="34" charset="0"/>
                        </a:rPr>
                        <a:t>Play / Pause </a:t>
                      </a:r>
                      <a:r>
                        <a:rPr lang="en-US" sz="900" b="0" i="0">
                          <a:solidFill>
                            <a:srgbClr val="000000"/>
                          </a:solidFill>
                          <a:latin typeface="Arial" panose="020B0604020202020204" pitchFamily="34" charset="0"/>
                        </a:rPr>
                        <a:t>/ Stop</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900" b="0" i="0" dirty="0">
                          <a:solidFill>
                            <a:srgbClr val="000000"/>
                          </a:solidFill>
                          <a:latin typeface="Arial" panose="020B0604020202020204" pitchFamily="34" charset="0"/>
                        </a:rPr>
                        <a:t>In the player: resume, pause, or return to the previous </a:t>
                      </a:r>
                      <a:r>
                        <a:rPr lang="en-US" sz="900" b="0" i="0">
                          <a:solidFill>
                            <a:srgbClr val="000000"/>
                          </a:solidFill>
                          <a:latin typeface="Arial" panose="020B0604020202020204" pitchFamily="34" charset="0"/>
                        </a:rPr>
                        <a:t>screen.</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877420201"/>
                  </a:ext>
                </a:extLst>
              </a:tr>
              <a:tr h="127000">
                <a:tc>
                  <a:txBody>
                    <a:bodyPr/>
                    <a:lstStyle/>
                    <a:p>
                      <a:pPr latinLnBrk="0" algn="l"/>
                      <a:r>
                        <a:rPr lang="en-US" sz="900" b="0" i="0">
                          <a:solidFill>
                            <a:srgbClr val="000000"/>
                          </a:solidFill>
                          <a:latin typeface="Arial" panose="020B0604020202020204" pitchFamily="34" charset="0"/>
                        </a:rPr>
                        <a:t>Magic Remote</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900" b="0" i="0" dirty="0">
                          <a:solidFill>
                            <a:srgbClr val="000000"/>
                          </a:solidFill>
                          <a:latin typeface="Arial" panose="020B0604020202020204" pitchFamily="34" charset="0"/>
                        </a:rPr>
                        <a:t>Point and click any item; hold OK on a channel for its menu; the wheel scrolls lists and the TV </a:t>
                      </a:r>
                      <a:r>
                        <a:rPr lang="en-US" sz="900" b="0" i="0">
                          <a:solidFill>
                            <a:srgbClr val="000000"/>
                          </a:solidFill>
                          <a:latin typeface="Arial" panose="020B0604020202020204" pitchFamily="34" charset="0"/>
                        </a:rPr>
                        <a:t>guide.</a:t>
                      </a:r>
                      <a:endParaRPr lang="en-US" sz="9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79414334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41424BF5-A970-2A90-3CB1-31C16365D996}"/>
              </a:ext>
            </a:extLst>
          </p:cNvPr>
          <p:cNvSpPr/>
          <p:nvPr/>
        </p:nvSpPr>
        <p:spPr bwMode="auto">
          <a:xfrm>
            <a:off x="0" y="4927600"/>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anose="020B0604020202020204" pitchFamily="34" charset="0"/>
                <a:ea typeface="Arial Unicode MS" panose="020B0604020202020204" pitchFamily="50" charset="-127"/>
                <a:cs typeface="Arial" panose="020B0604020202020204" pitchFamily="34" charset="0"/>
              </a:rPr>
              <a:t>Detailed Information</a:t>
            </a:r>
          </a:p>
          <a:p>
            <a:pPr latinLnBrk="0">
              <a:lnSpc>
                <a:spcPct val="150000"/>
              </a:lnSpc>
              <a:defRPr/>
            </a:pPr>
            <a:r>
              <a:rPr lang="en-US" altLang="ko-KR" sz="900" dirty="0">
                <a:latin typeface="Arial" panose="020B0604020202020204" pitchFamily="34" charset="0"/>
                <a:ea typeface="Arial Unicode MS" panose="020B0604020202020204" pitchFamily="50" charset="-127"/>
                <a:cs typeface="Arial" panose="020B0604020202020204" pitchFamily="34" charset="0"/>
              </a:rPr>
              <a:t>- </a:t>
            </a:r>
            <a:r>
              <a:rPr lang="en-US" altLang="ko-KR" sz="900" dirty="0" err="1">
                <a:latin typeface="Arial" panose="020B0604020202020204" pitchFamily="34" charset="0"/>
                <a:ea typeface="Arial Unicode MS" panose="020B0604020202020204" pitchFamily="50" charset="-127"/>
                <a:cs typeface="Arial" panose="020B0604020202020204" pitchFamily="34" charset="0"/>
              </a:rPr>
              <a:t>Zaplist</a:t>
            </a:r>
            <a:r>
              <a:rPr lang="en-US" altLang="ko-KR" sz="900" dirty="0">
                <a:latin typeface="Arial" panose="020B0604020202020204" pitchFamily="34" charset="0"/>
                <a:ea typeface="Arial Unicode MS" panose="020B0604020202020204" pitchFamily="50" charset="-127"/>
                <a:cs typeface="Arial" panose="020B0604020202020204" pitchFamily="34" charset="0"/>
              </a:rPr>
              <a:t> has no sign-in, account or activation, and it includes no channels: users add a playlist from their TV provider.</a:t>
            </a:r>
          </a:p>
          <a:p>
            <a:pPr latinLnBrk="0">
              <a:lnSpc>
                <a:spcPct val="150000"/>
              </a:lnSpc>
              <a:defRPr/>
            </a:pPr>
            <a:r>
              <a:rPr lang="en-US" altLang="ko-KR" sz="900" dirty="0">
                <a:latin typeface="Arial" panose="020B0604020202020204" pitchFamily="34" charset="0"/>
                <a:ea typeface="Arial Unicode MS" panose="020B0604020202020204" pitchFamily="50" charset="-127"/>
                <a:cs typeface="Arial" panose="020B0604020202020204" pitchFamily="34" charset="0"/>
              </a:rPr>
              <a:t>- To test: on the start page press OK on "Add a playlist", enter any name and the test playlist URL from the table, then press "Check and save". Home opens with 5 channels in 2 categories; the TV guide fills in moments later.</a:t>
            </a:r>
          </a:p>
          <a:p>
            <a:pPr latinLnBrk="0">
              <a:lnSpc>
                <a:spcPct val="150000"/>
              </a:lnSpc>
              <a:defRPr/>
            </a:pPr>
            <a:r>
              <a:rPr lang="en-US" altLang="ko-KR" sz="900" dirty="0">
                <a:latin typeface="Arial" panose="020B0604020202020204" pitchFamily="34" charset="0"/>
                <a:ea typeface="Arial Unicode MS" panose="020B0604020202020204" pitchFamily="50" charset="-127"/>
                <a:cs typeface="Arial" panose="020B0604020202020204" pitchFamily="34" charset="0"/>
              </a:rPr>
              <a:t>- To test </a:t>
            </a:r>
            <a:r>
              <a:rPr lang="en-US" altLang="ko-KR" sz="900" dirty="0" err="1">
                <a:latin typeface="Arial" panose="020B0604020202020204" pitchFamily="34" charset="0"/>
                <a:ea typeface="Arial Unicode MS" panose="020B0604020202020204" pitchFamily="50" charset="-127"/>
                <a:cs typeface="Arial" panose="020B0604020202020204" pitchFamily="34" charset="0"/>
              </a:rPr>
              <a:t>Xtream</a:t>
            </a:r>
            <a:r>
              <a:rPr lang="en-US" altLang="ko-KR" sz="900" dirty="0">
                <a:latin typeface="Arial" panose="020B0604020202020204" pitchFamily="34" charset="0"/>
                <a:ea typeface="Arial Unicode MS" panose="020B0604020202020204" pitchFamily="50" charset="-127"/>
                <a:cs typeface="Arial" panose="020B0604020202020204" pitchFamily="34" charset="0"/>
              </a:rPr>
              <a:t> Codes: choose the </a:t>
            </a:r>
            <a:r>
              <a:rPr lang="en-US" altLang="ko-KR" sz="900" dirty="0" err="1">
                <a:latin typeface="Arial" panose="020B0604020202020204" pitchFamily="34" charset="0"/>
                <a:ea typeface="Arial Unicode MS" panose="020B0604020202020204" pitchFamily="50" charset="-127"/>
                <a:cs typeface="Arial" panose="020B0604020202020204" pitchFamily="34" charset="0"/>
              </a:rPr>
              <a:t>Xtream</a:t>
            </a:r>
            <a:r>
              <a:rPr lang="en-US" altLang="ko-KR" sz="900" dirty="0">
                <a:latin typeface="Arial" panose="020B0604020202020204" pitchFamily="34" charset="0"/>
                <a:ea typeface="Arial Unicode MS" panose="020B0604020202020204" pitchFamily="50" charset="-127"/>
                <a:cs typeface="Arial" panose="020B0604020202020204" pitchFamily="34" charset="0"/>
              </a:rPr>
              <a:t> Codes tab and enter the test server, username and password from the table. It serves the same test channels and guide.</a:t>
            </a:r>
          </a:p>
        </p:txBody>
      </p:sp>
      <p:sp>
        <p:nvSpPr>
          <p:cNvPr id="18" name="텍스트 개체 틀 16">
            <a:extLst>
              <a:ext uri="{FF2B5EF4-FFF2-40B4-BE49-F238E27FC236}">
                <a16:creationId xmlns:a16="http://schemas.microsoft.com/office/drawing/2014/main" id="{7293AB02-5E99-DE71-2582-F7095D16E513}"/>
              </a:ext>
            </a:extLst>
          </p:cNvPr>
          <p:cNvSpPr txBox="1">
            <a:spLocks/>
          </p:cNvSpPr>
          <p:nvPr/>
        </p:nvSpPr>
        <p:spPr bwMode="auto">
          <a:xfrm>
            <a:off x="0" y="188913"/>
            <a:ext cx="7761288" cy="369887"/>
          </a:xfrm>
          <a:prstGeom prst="rect">
            <a:avLst/>
          </a:prstGeom>
          <a:noFill/>
          <a:ln>
            <a:miter lim="800000"/>
            <a:headEnd/>
            <a:tailEnd/>
          </a:ln>
        </p:spPr>
        <p:txBody>
          <a:bodyPr>
            <a:spAutoFit/>
          </a:bodyPr>
          <a:lstStyle/>
          <a:p>
            <a:pPr marL="342900" indent="-342900" latinLnBrk="0">
              <a:spcBef>
                <a:spcPct val="50000"/>
              </a:spcBef>
              <a:defRPr/>
            </a:pPr>
            <a:r>
              <a:rPr kumimoji="1" lang="en-US" altLang="ko-KR" b="1" kern="0">
                <a:latin typeface="Arial" pitchFamily="34" charset="0"/>
                <a:ea typeface="돋움" pitchFamily="50" charset="-127"/>
                <a:cs typeface="Arial" pitchFamily="34" charset="0"/>
              </a:rPr>
              <a:t>4. Detailed Login Information</a:t>
            </a:r>
            <a:endParaRPr kumimoji="1" lang="ko-KR" altLang="en-US" b="1" kern="0" dirty="0">
              <a:latin typeface="Arial" pitchFamily="34" charset="0"/>
              <a:ea typeface="맑은 고딕" pitchFamily="50" charset="-127"/>
              <a:cs typeface="Arial" pitchFamily="34" charset="0"/>
            </a:endParaRPr>
          </a:p>
        </p:txBody>
      </p:sp>
      <p:sp>
        <p:nvSpPr>
          <p:cNvPr id="2" name="TextBox 5">
            <a:extLst>
              <a:ext uri="{FF2B5EF4-FFF2-40B4-BE49-F238E27FC236}">
                <a16:creationId xmlns:a16="http://schemas.microsoft.com/office/drawing/2014/main" id="{F9CFC013-766B-0865-FB30-B57597DDB0FE}"/>
              </a:ext>
            </a:extLst>
          </p:cNvPr>
          <p:cNvSpPr txBox="1"/>
          <p:nvPr/>
        </p:nvSpPr>
        <p:spPr>
          <a:xfrm>
            <a:off x="165100" y="635000"/>
            <a:ext cx="6858000" cy="307777"/>
          </a:xfrm>
          <a:prstGeom prst="rect">
            <a:avLst/>
          </a:prstGeom>
          <a:noFill/>
        </p:spPr>
        <p:txBody>
          <a:bodyPr vert="horz" rtlCol="0">
            <a:spAutoFit/>
          </a:bodyPr>
          <a:lstStyle/>
          <a:p>
            <a:pPr latinLnBrk="0"/>
            <a:r>
              <a:rPr lang="en-US" sz="1400" b="1" dirty="0">
                <a:latin typeface="Arial" panose="020B0604020202020204" pitchFamily="34" charset="0"/>
              </a:rPr>
              <a:t>1. Adding a playlist (the app has no user </a:t>
            </a:r>
            <a:r>
              <a:rPr lang="en-US" sz="1400" b="1">
                <a:latin typeface="Arial" panose="020B0604020202020204" pitchFamily="34" charset="0"/>
              </a:rPr>
              <a:t>accounts)</a:t>
            </a:r>
            <a:endParaRPr lang="en-US" sz="1400" b="1" dirty="0">
              <a:latin typeface="Arial" panose="020B0604020202020204" pitchFamily="34" charset="0"/>
            </a:endParaRPr>
          </a:p>
        </p:txBody>
      </p:sp>
      <p:pic>
        <p:nvPicPr>
          <p:cNvPr id="4" name="Picture 3">
            <a:extLst>
              <a:ext uri="{FF2B5EF4-FFF2-40B4-BE49-F238E27FC236}">
                <a16:creationId xmlns:a16="http://schemas.microsoft.com/office/drawing/2014/main" id="{F67F35E0-1418-CB07-44E2-1469CAC07C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 y="914400"/>
            <a:ext cx="6985000" cy="3929063"/>
          </a:xfrm>
          <a:prstGeom prst="rect">
            <a:avLst/>
          </a:prstGeom>
          <a:ln w="9525">
            <a:solidFill>
              <a:srgbClr val="A6A6A6"/>
            </a:solidFill>
          </a:ln>
        </p:spPr>
      </p:pic>
      <p:sp>
        <p:nvSpPr>
          <p:cNvPr id="5" name="Rectangle 4">
            <a:extLst>
              <a:ext uri="{FF2B5EF4-FFF2-40B4-BE49-F238E27FC236}">
                <a16:creationId xmlns:a16="http://schemas.microsoft.com/office/drawing/2014/main" id="{6E5D1400-105A-AFBD-013C-976C3167E242}"/>
              </a:ext>
            </a:extLst>
          </p:cNvPr>
          <p:cNvSpPr/>
          <p:nvPr/>
        </p:nvSpPr>
        <p:spPr bwMode="auto">
          <a:xfrm>
            <a:off x="2356941" y="1105396"/>
            <a:ext cx="1778993" cy="294680"/>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6" name="Oval 5">
            <a:extLst>
              <a:ext uri="{FF2B5EF4-FFF2-40B4-BE49-F238E27FC236}">
                <a16:creationId xmlns:a16="http://schemas.microsoft.com/office/drawing/2014/main" id="{B168DC99-94D6-B721-8613-DD0444D9EBFC}"/>
              </a:ext>
            </a:extLst>
          </p:cNvPr>
          <p:cNvSpPr/>
          <p:nvPr/>
        </p:nvSpPr>
        <p:spPr bwMode="auto">
          <a:xfrm>
            <a:off x="2222500" y="9779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1</a:t>
            </a:r>
          </a:p>
        </p:txBody>
      </p:sp>
      <p:sp>
        <p:nvSpPr>
          <p:cNvPr id="7" name="Rectangle 6">
            <a:extLst>
              <a:ext uri="{FF2B5EF4-FFF2-40B4-BE49-F238E27FC236}">
                <a16:creationId xmlns:a16="http://schemas.microsoft.com/office/drawing/2014/main" id="{7B586C8E-3C13-11D7-DA2D-2DD6BB7AFDBA}"/>
              </a:ext>
            </a:extLst>
          </p:cNvPr>
          <p:cNvSpPr/>
          <p:nvPr/>
        </p:nvSpPr>
        <p:spPr bwMode="auto">
          <a:xfrm>
            <a:off x="2373313" y="1460103"/>
            <a:ext cx="3645296" cy="436563"/>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8" name="Oval 7">
            <a:extLst>
              <a:ext uri="{FF2B5EF4-FFF2-40B4-BE49-F238E27FC236}">
                <a16:creationId xmlns:a16="http://schemas.microsoft.com/office/drawing/2014/main" id="{0D7744AA-1E4D-D13C-F50B-9649C662E0F3}"/>
              </a:ext>
            </a:extLst>
          </p:cNvPr>
          <p:cNvSpPr/>
          <p:nvPr/>
        </p:nvSpPr>
        <p:spPr bwMode="auto">
          <a:xfrm>
            <a:off x="2235200" y="13335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2</a:t>
            </a:r>
          </a:p>
        </p:txBody>
      </p:sp>
      <p:sp>
        <p:nvSpPr>
          <p:cNvPr id="9" name="Rectangle 8">
            <a:extLst>
              <a:ext uri="{FF2B5EF4-FFF2-40B4-BE49-F238E27FC236}">
                <a16:creationId xmlns:a16="http://schemas.microsoft.com/office/drawing/2014/main" id="{61A0C807-BC98-318D-856A-69282E4AC010}"/>
              </a:ext>
            </a:extLst>
          </p:cNvPr>
          <p:cNvSpPr/>
          <p:nvPr/>
        </p:nvSpPr>
        <p:spPr bwMode="auto">
          <a:xfrm>
            <a:off x="2373313" y="1940322"/>
            <a:ext cx="3645296" cy="436562"/>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0" name="Oval 9">
            <a:extLst>
              <a:ext uri="{FF2B5EF4-FFF2-40B4-BE49-F238E27FC236}">
                <a16:creationId xmlns:a16="http://schemas.microsoft.com/office/drawing/2014/main" id="{7DAE0800-060E-132C-590B-F063850189AF}"/>
              </a:ext>
            </a:extLst>
          </p:cNvPr>
          <p:cNvSpPr/>
          <p:nvPr/>
        </p:nvSpPr>
        <p:spPr bwMode="auto">
          <a:xfrm>
            <a:off x="2235200" y="18161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3</a:t>
            </a:r>
          </a:p>
        </p:txBody>
      </p:sp>
      <p:sp>
        <p:nvSpPr>
          <p:cNvPr id="11" name="Rectangle 10">
            <a:extLst>
              <a:ext uri="{FF2B5EF4-FFF2-40B4-BE49-F238E27FC236}">
                <a16:creationId xmlns:a16="http://schemas.microsoft.com/office/drawing/2014/main" id="{32B944E0-0F2B-464C-B72B-98A2BA99F3AC}"/>
              </a:ext>
            </a:extLst>
          </p:cNvPr>
          <p:cNvSpPr/>
          <p:nvPr/>
        </p:nvSpPr>
        <p:spPr bwMode="auto">
          <a:xfrm>
            <a:off x="2373313" y="2420541"/>
            <a:ext cx="3645296" cy="436562"/>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3" name="Oval 12">
            <a:extLst>
              <a:ext uri="{FF2B5EF4-FFF2-40B4-BE49-F238E27FC236}">
                <a16:creationId xmlns:a16="http://schemas.microsoft.com/office/drawing/2014/main" id="{6AB01E60-817D-0AC9-8AC5-F6D80066EF32}"/>
              </a:ext>
            </a:extLst>
          </p:cNvPr>
          <p:cNvSpPr/>
          <p:nvPr/>
        </p:nvSpPr>
        <p:spPr bwMode="auto">
          <a:xfrm>
            <a:off x="2235200" y="22987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4</a:t>
            </a:r>
          </a:p>
        </p:txBody>
      </p:sp>
      <p:sp>
        <p:nvSpPr>
          <p:cNvPr id="14" name="Rectangle 13">
            <a:extLst>
              <a:ext uri="{FF2B5EF4-FFF2-40B4-BE49-F238E27FC236}">
                <a16:creationId xmlns:a16="http://schemas.microsoft.com/office/drawing/2014/main" id="{07DA2386-56DF-8AE5-1D44-74A7E921A7A0}"/>
              </a:ext>
            </a:extLst>
          </p:cNvPr>
          <p:cNvSpPr/>
          <p:nvPr/>
        </p:nvSpPr>
        <p:spPr bwMode="auto">
          <a:xfrm>
            <a:off x="2373313" y="2906216"/>
            <a:ext cx="993179" cy="283766"/>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5" name="Oval 14">
            <a:extLst>
              <a:ext uri="{FF2B5EF4-FFF2-40B4-BE49-F238E27FC236}">
                <a16:creationId xmlns:a16="http://schemas.microsoft.com/office/drawing/2014/main" id="{04B4128B-3489-75AA-F91F-63690E2F5B7D}"/>
              </a:ext>
            </a:extLst>
          </p:cNvPr>
          <p:cNvSpPr/>
          <p:nvPr/>
        </p:nvSpPr>
        <p:spPr bwMode="auto">
          <a:xfrm>
            <a:off x="2235200" y="27813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5</a:t>
            </a:r>
          </a:p>
        </p:txBody>
      </p:sp>
      <p:graphicFrame>
        <p:nvGraphicFramePr>
          <p:cNvPr id="19" name="Table 18">
            <a:extLst>
              <a:ext uri="{FF2B5EF4-FFF2-40B4-BE49-F238E27FC236}">
                <a16:creationId xmlns:a16="http://schemas.microsoft.com/office/drawing/2014/main" id="{B562E31A-D01C-DD4C-5A50-8E17E5CC6776}"/>
              </a:ext>
            </a:extLst>
          </p:cNvPr>
          <p:cNvGraphicFramePr>
            <a:graphicFrameLocks noGrp="1"/>
          </p:cNvGraphicFramePr>
          <p:nvPr>
            <p:extLst>
              <p:ext uri="{D42A27DB-BD31-4B8C-83A1-F6EECF244321}">
                <p14:modId xmlns:p14="http://schemas.microsoft.com/office/powerpoint/2010/main" val="150097246"/>
              </p:ext>
            </p:extLst>
          </p:nvPr>
        </p:nvGraphicFramePr>
        <p:xfrm>
          <a:off x="7239000" y="647700"/>
          <a:ext cx="2616200" cy="2133600"/>
        </p:xfrm>
        <a:graphic>
          <a:graphicData uri="http://schemas.openxmlformats.org/drawingml/2006/table">
            <a:tbl>
              <a:tblPr firstRow="1" bandRow="1">
                <a:tableStyleId>{5940675A-B579-460E-94D1-54222C63F5DA}</a:tableStyleId>
              </a:tblPr>
              <a:tblGrid>
                <a:gridCol w="279400">
                  <a:extLst>
                    <a:ext uri="{9D8B030D-6E8A-4147-A177-3AD203B41FA5}">
                      <a16:colId xmlns:a16="http://schemas.microsoft.com/office/drawing/2014/main" val="3837459555"/>
                    </a:ext>
                  </a:extLst>
                </a:gridCol>
                <a:gridCol w="2336800">
                  <a:extLst>
                    <a:ext uri="{9D8B030D-6E8A-4147-A177-3AD203B41FA5}">
                      <a16:colId xmlns:a16="http://schemas.microsoft.com/office/drawing/2014/main" val="1584394764"/>
                    </a:ext>
                  </a:extLst>
                </a:gridCol>
              </a:tblGrid>
              <a:tr h="127000">
                <a:tc gridSpan="2">
                  <a:txBody>
                    <a:bodyPr/>
                    <a:lstStyle/>
                    <a:p>
                      <a:pPr latinLnBrk="0" algn="ctr"/>
                      <a:r>
                        <a:rPr lang="en-US" sz="800" b="1" i="0">
                          <a:solidFill>
                            <a:srgbClr val="FFFFFF"/>
                          </a:solidFill>
                          <a:latin typeface="Arial" panose="020B0604020202020204" pitchFamily="34" charset="0"/>
                        </a:rPr>
                        <a:t>Description</a:t>
                      </a:r>
                      <a:endParaRPr lang="en-US" sz="8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hMerge="1">
                  <a:txBody>
                    <a:bodyPr/>
                    <a:lstStyle/>
                    <a:p>
                      <a:pPr latinLnBrk="0"/>
                      <a:endParaRPr lang="en-AE"/>
                    </a:p>
                  </a:txBody>
                  <a:tcPr/>
                </a:tc>
                <a:extLst>
                  <a:ext uri="{0D108BD9-81ED-4DB2-BD59-A6C34878D82A}">
                    <a16:rowId xmlns:a16="http://schemas.microsoft.com/office/drawing/2014/main" val="2048497472"/>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Source type: M3U playlist or </a:t>
                      </a:r>
                      <a:r>
                        <a:rPr lang="en-US" sz="800" b="0" i="0" dirty="0" err="1">
                          <a:solidFill>
                            <a:srgbClr val="000000"/>
                          </a:solidFill>
                          <a:latin typeface="Arial" panose="020B0604020202020204" pitchFamily="34" charset="0"/>
                        </a:rPr>
                        <a:t>Xtream</a:t>
                      </a:r>
                      <a:r>
                        <a:rPr lang="en-US" sz="800" b="0" i="0" dirty="0">
                          <a:solidFill>
                            <a:srgbClr val="000000"/>
                          </a:solidFill>
                          <a:latin typeface="Arial" panose="020B0604020202020204" pitchFamily="34" charset="0"/>
                        </a:rPr>
                        <a:t> </a:t>
                      </a:r>
                      <a:r>
                        <a:rPr lang="en-US" sz="800" b="0" i="0">
                          <a:solidFill>
                            <a:srgbClr val="000000"/>
                          </a:solidFill>
                          <a:latin typeface="Arial" panose="020B0604020202020204" pitchFamily="34" charset="0"/>
                        </a:rPr>
                        <a:t>Codes login</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4134207639"/>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Name shown in the </a:t>
                      </a:r>
                      <a:r>
                        <a:rPr lang="en-US" sz="800" b="0" i="0">
                          <a:solidFill>
                            <a:srgbClr val="000000"/>
                          </a:solidFill>
                          <a:latin typeface="Arial" panose="020B0604020202020204" pitchFamily="34" charset="0"/>
                        </a:rPr>
                        <a:t>source list</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754941738"/>
                  </a:ext>
                </a:extLst>
              </a:tr>
              <a:tr h="127000">
                <a:tc>
                  <a:txBody>
                    <a:bodyPr/>
                    <a:lstStyle/>
                    <a:p>
                      <a:pPr latinLnBrk="0" algn="ctr"/>
                      <a:r>
                        <a:rPr lang="en-US" sz="800" b="0" i="0">
                          <a:solidFill>
                            <a:srgbClr val="000000"/>
                          </a:solidFill>
                          <a:latin typeface="Arial" panose="020B0604020202020204" pitchFamily="34" charset="0"/>
                        </a:rPr>
                        <a:t>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Playlist URL (M3U/</a:t>
                      </a:r>
                      <a:r>
                        <a:rPr lang="en-US" sz="800" b="0" i="0">
                          <a:solidFill>
                            <a:srgbClr val="000000"/>
                          </a:solidFill>
                          <a:latin typeface="Arial" panose="020B0604020202020204" pitchFamily="34" charset="0"/>
                        </a:rPr>
                        <a:t>M3U8)</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082845946"/>
                  </a:ext>
                </a:extLst>
              </a:tr>
              <a:tr h="127000">
                <a:tc>
                  <a:txBody>
                    <a:bodyPr/>
                    <a:lstStyle/>
                    <a:p>
                      <a:pPr latinLnBrk="0" algn="ctr"/>
                      <a:r>
                        <a:rPr lang="en-US" sz="800" b="0" i="0">
                          <a:solidFill>
                            <a:srgbClr val="000000"/>
                          </a:solidFill>
                          <a:latin typeface="Arial" panose="020B0604020202020204" pitchFamily="34" charset="0"/>
                        </a:rPr>
                        <a:t>4</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TV guide (XMLTV) URL</a:t>
                      </a:r>
                      <a:r>
                        <a:rPr lang="en-US" sz="800" b="0" i="0">
                          <a:solidFill>
                            <a:srgbClr val="000000"/>
                          </a:solidFill>
                          <a:latin typeface="Arial" panose="020B0604020202020204" pitchFamily="34" charset="0"/>
                        </a:rPr>
                        <a:t>, optional</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781980138"/>
                  </a:ext>
                </a:extLst>
              </a:tr>
              <a:tr h="127000">
                <a:tc>
                  <a:txBody>
                    <a:bodyPr/>
                    <a:lstStyle/>
                    <a:p>
                      <a:pPr latinLnBrk="0" algn="ctr"/>
                      <a:r>
                        <a:rPr lang="en-US" sz="800" b="0" i="0">
                          <a:solidFill>
                            <a:srgbClr val="000000"/>
                          </a:solidFill>
                          <a:latin typeface="Arial" panose="020B0604020202020204" pitchFamily="34" charset="0"/>
                        </a:rPr>
                        <a:t>5</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Check and save: downloads the playlist and </a:t>
                      </a:r>
                      <a:r>
                        <a:rPr lang="en-US" sz="800" b="0" i="0">
                          <a:solidFill>
                            <a:srgbClr val="000000"/>
                          </a:solidFill>
                          <a:latin typeface="Arial" panose="020B0604020202020204" pitchFamily="34" charset="0"/>
                        </a:rPr>
                        <a:t>saves it</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481980746"/>
                  </a:ext>
                </a:extLst>
              </a:tr>
              <a:tr h="127000">
                <a:tc gridSpan="2">
                  <a:txBody>
                    <a:bodyPr/>
                    <a:lstStyle/>
                    <a:p>
                      <a:pPr latinLnBrk="0" algn="ctr"/>
                      <a:r>
                        <a:rPr lang="en-US" sz="800" b="1" i="0" dirty="0">
                          <a:solidFill>
                            <a:srgbClr val="000000"/>
                          </a:solidFill>
                          <a:latin typeface="Arial" panose="020B0604020202020204" pitchFamily="34" charset="0"/>
                        </a:rPr>
                        <a:t>Test playlist (no account </a:t>
                      </a:r>
                      <a:r>
                        <a:rPr lang="en-US" sz="800" b="1" i="0">
                          <a:solidFill>
                            <a:srgbClr val="000000"/>
                          </a:solidFill>
                          <a:latin typeface="Arial" panose="020B0604020202020204" pitchFamily="34" charset="0"/>
                        </a:rPr>
                        <a:t>needed)</a:t>
                      </a:r>
                      <a:endParaRPr lang="en-US" sz="800" b="1"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D9D9D9"/>
                    </a:solidFill>
                  </a:tcPr>
                </a:tc>
                <a:tc hMerge="1">
                  <a:txBody>
                    <a:bodyPr/>
                    <a:lstStyle/>
                    <a:p>
                      <a:pPr latinLnBrk="0"/>
                      <a:endParaRPr lang="en-AE"/>
                    </a:p>
                  </a:txBody>
                  <a:tcPr>
                    <a:lnT w="6350" cmpd="sng">
                      <a:solidFill>
                        <a:srgbClr val="A6A6A6"/>
                      </a:solidFill>
                    </a:lnT>
                  </a:tcPr>
                </a:tc>
                <a:extLst>
                  <a:ext uri="{0D108BD9-81ED-4DB2-BD59-A6C34878D82A}">
                    <a16:rowId xmlns:a16="http://schemas.microsoft.com/office/drawing/2014/main" val="3426154328"/>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https://raw.githubusercontent.com/dazzling-no-more/zaplist/main/store/test-playlist</a:t>
                      </a:r>
                      <a:r>
                        <a:rPr lang="en-US" sz="800" b="0" i="0">
                          <a:solidFill>
                            <a:srgbClr val="000000"/>
                          </a:solidFill>
                          <a:latin typeface="Arial" panose="020B0604020202020204" pitchFamily="34" charset="0"/>
                        </a:rPr>
                        <a:t>.m3u</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746207087"/>
                  </a:ext>
                </a:extLst>
              </a:tr>
              <a:tr h="127000">
                <a:tc gridSpan="2">
                  <a:txBody>
                    <a:bodyPr/>
                    <a:lstStyle/>
                    <a:p>
                      <a:pPr latinLnBrk="0" algn="ctr"/>
                      <a:r>
                        <a:rPr lang="en-US" sz="800" b="1" i="0" dirty="0" err="1">
                          <a:solidFill>
                            <a:srgbClr val="000000"/>
                          </a:solidFill>
                          <a:latin typeface="Arial" panose="020B0604020202020204" pitchFamily="34" charset="0"/>
                        </a:rPr>
                        <a:t>Xtream</a:t>
                      </a:r>
                      <a:r>
                        <a:rPr lang="en-US" sz="800" b="1" i="0" dirty="0">
                          <a:solidFill>
                            <a:srgbClr val="000000"/>
                          </a:solidFill>
                          <a:latin typeface="Arial" panose="020B0604020202020204" pitchFamily="34" charset="0"/>
                        </a:rPr>
                        <a:t> Codes </a:t>
                      </a:r>
                      <a:r>
                        <a:rPr lang="en-US" sz="800" b="1" i="0">
                          <a:solidFill>
                            <a:srgbClr val="000000"/>
                          </a:solidFill>
                          <a:latin typeface="Arial" panose="020B0604020202020204" pitchFamily="34" charset="0"/>
                        </a:rPr>
                        <a:t>test account</a:t>
                      </a:r>
                      <a:endParaRPr lang="en-US" sz="800" b="1"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D9D9D9"/>
                    </a:solidFill>
                  </a:tcPr>
                </a:tc>
                <a:tc hMerge="1">
                  <a:txBody>
                    <a:bodyPr/>
                    <a:lstStyle/>
                    <a:p>
                      <a:pPr latinLnBrk="0"/>
                      <a:endParaRPr lang="en-AE"/>
                    </a:p>
                  </a:txBody>
                  <a:tcPr>
                    <a:lnT w="6350" cmpd="sng">
                      <a:solidFill>
                        <a:srgbClr val="A6A6A6"/>
                      </a:solidFill>
                    </a:lnT>
                  </a:tcPr>
                </a:tc>
                <a:extLst>
                  <a:ext uri="{0D108BD9-81ED-4DB2-BD59-A6C34878D82A}">
                    <a16:rowId xmlns:a16="http://schemas.microsoft.com/office/drawing/2014/main" val="3310507307"/>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Server address: https://zaplist-test.zaplist.workers</a:t>
                      </a:r>
                      <a:r>
                        <a:rPr lang="en-US" sz="800" b="0" i="0">
                          <a:solidFill>
                            <a:srgbClr val="000000"/>
                          </a:solidFill>
                          <a:latin typeface="Arial" panose="020B0604020202020204" pitchFamily="34" charset="0"/>
                        </a:rPr>
                        <a:t>.dev</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461059368"/>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Username</a:t>
                      </a:r>
                      <a:r>
                        <a:rPr lang="en-US" sz="800" b="0" i="0">
                          <a:solidFill>
                            <a:srgbClr val="000000"/>
                          </a:solidFill>
                          <a:latin typeface="Arial" panose="020B0604020202020204" pitchFamily="34" charset="0"/>
                        </a:rPr>
                        <a:t>: zaplist</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477336150"/>
                  </a:ext>
                </a:extLst>
              </a:tr>
              <a:tr h="127000">
                <a:tc>
                  <a:txBody>
                    <a:bodyPr/>
                    <a:lstStyle/>
                    <a:p>
                      <a:pPr latinLnBrk="0" algn="ctr"/>
                      <a:r>
                        <a:rPr lang="en-US" sz="800" b="0" i="0">
                          <a:solidFill>
                            <a:srgbClr val="000000"/>
                          </a:solidFill>
                          <a:latin typeface="Arial" panose="020B0604020202020204" pitchFamily="34" charset="0"/>
                        </a:rPr>
                        <a:t>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Password</a:t>
                      </a:r>
                      <a:r>
                        <a:rPr lang="en-US" sz="800" b="0" i="0">
                          <a:solidFill>
                            <a:srgbClr val="000000"/>
                          </a:solidFill>
                          <a:latin typeface="Arial" panose="020B0604020202020204" pitchFamily="34" charset="0"/>
                        </a:rPr>
                        <a:t>: review</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661920558"/>
                  </a:ext>
                </a:extLst>
              </a:tr>
              <a:tr h="127000">
                <a:tc gridSpan="2">
                  <a:txBody>
                    <a:bodyPr/>
                    <a:lstStyle/>
                    <a:p>
                      <a:pPr latinLnBrk="0" algn="ctr"/>
                      <a:r>
                        <a:rPr lang="en-US" sz="800" b="1" i="0">
                          <a:solidFill>
                            <a:srgbClr val="000000"/>
                          </a:solidFill>
                          <a:latin typeface="Arial" panose="020B0604020202020204" pitchFamily="34" charset="0"/>
                        </a:rPr>
                        <a:t>Activation codes</a:t>
                      </a:r>
                      <a:endParaRPr lang="en-US" sz="800" b="1"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D9D9D9"/>
                    </a:solidFill>
                  </a:tcPr>
                </a:tc>
                <a:tc hMerge="1">
                  <a:txBody>
                    <a:bodyPr/>
                    <a:lstStyle/>
                    <a:p>
                      <a:pPr latinLnBrk="0"/>
                      <a:endParaRPr lang="en-AE"/>
                    </a:p>
                  </a:txBody>
                  <a:tcPr>
                    <a:lnT w="6350" cmpd="sng">
                      <a:solidFill>
                        <a:srgbClr val="A6A6A6"/>
                      </a:solidFill>
                    </a:lnT>
                  </a:tcPr>
                </a:tc>
                <a:extLst>
                  <a:ext uri="{0D108BD9-81ED-4DB2-BD59-A6C34878D82A}">
                    <a16:rowId xmlns:a16="http://schemas.microsoft.com/office/drawing/2014/main" val="3816486578"/>
                  </a:ext>
                </a:extLst>
              </a:tr>
              <a:tr h="127000">
                <a:tc>
                  <a:txBody>
                    <a:bodyPr/>
                    <a:lstStyle/>
                    <a:p>
                      <a:pPr latinLnBrk="0" algn="ctr"/>
                      <a:r>
                        <a:rPr lang="en-US" sz="800" b="0" i="0">
                          <a:solidFill>
                            <a:srgbClr val="000000"/>
                          </a:solidFill>
                          <a:latin typeface="Arial" panose="020B0604020202020204" pitchFamily="34" charset="0"/>
                        </a:rPr>
                        <a:t>-</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Not applicable</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926931860"/>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EBA78016-991B-C272-5F7E-009DAB032BFC}"/>
              </a:ext>
            </a:extLst>
          </p:cNvPr>
          <p:cNvSpPr/>
          <p:nvPr/>
        </p:nvSpPr>
        <p:spPr bwMode="auto">
          <a:xfrm>
            <a:off x="0" y="4927599"/>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Shown while no playlist has been added. After the playlist is saved, Home opens.</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Back leaves the app through the system (exit popup or Home screen, depending on the webOS </a:t>
            </a:r>
            <a:r>
              <a:rPr lang="en-US" altLang="ko-KR" sz="900">
                <a:latin typeface="Arial" pitchFamily="34" charset="0"/>
                <a:ea typeface="굴림" panose="020B0600000101010101" pitchFamily="50" charset="-127"/>
                <a:cs typeface="Arial" pitchFamily="34" charset="0"/>
              </a:rPr>
              <a:t>version).</a:t>
            </a:r>
            <a:endParaRPr lang="en-US" altLang="ko-KR" sz="900" dirty="0">
              <a:latin typeface="Arial" pitchFamily="34" charset="0"/>
              <a:ea typeface="굴림" panose="020B0600000101010101" pitchFamily="50" charset="-127"/>
              <a:cs typeface="Arial" pitchFamily="34" charset="0"/>
            </a:endParaRPr>
          </a:p>
        </p:txBody>
      </p:sp>
      <p:sp>
        <p:nvSpPr>
          <p:cNvPr id="26628" name="TextBox 5">
            <a:extLst>
              <a:ext uri="{FF2B5EF4-FFF2-40B4-BE49-F238E27FC236}">
                <a16:creationId xmlns:a16="http://schemas.microsoft.com/office/drawing/2014/main" id="{F93CE87E-CD7F-AAF1-B359-16C7B68DAC34}"/>
              </a:ext>
            </a:extLst>
          </p:cNvPr>
          <p:cNvSpPr txBox="1">
            <a:spLocks noChangeArrowheads="1"/>
          </p:cNvSpPr>
          <p:nvPr/>
        </p:nvSpPr>
        <p:spPr bwMode="auto">
          <a:xfrm>
            <a:off x="166687" y="642938"/>
            <a:ext cx="685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cs typeface="Arial" panose="020B0604020202020204" pitchFamily="34" charset="0"/>
              </a:rPr>
              <a:t>1. Start page (first launch)</a:t>
            </a:r>
          </a:p>
        </p:txBody>
      </p:sp>
      <p:sp>
        <p:nvSpPr>
          <p:cNvPr id="17" name="텍스트 개체 틀 16">
            <a:extLst>
              <a:ext uri="{FF2B5EF4-FFF2-40B4-BE49-F238E27FC236}">
                <a16:creationId xmlns:a16="http://schemas.microsoft.com/office/drawing/2014/main" id="{730CFAB8-F7B5-4204-D257-8755B7CBE87C}"/>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5. Main Page Description</a:t>
            </a:r>
            <a:endParaRPr>
              <a:latin typeface="Arial" pitchFamily="34" charset="0"/>
              <a:cs typeface="Arial" pitchFamily="34" charset="0"/>
            </a:endParaRPr>
          </a:p>
        </p:txBody>
      </p:sp>
      <p:pic>
        <p:nvPicPr>
          <p:cNvPr id="3" name="Picture 2">
            <a:extLst>
              <a:ext uri="{FF2B5EF4-FFF2-40B4-BE49-F238E27FC236}">
                <a16:creationId xmlns:a16="http://schemas.microsoft.com/office/drawing/2014/main" id="{40213CF4-DDF8-DB55-4DF9-57C50885D40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 y="914400"/>
            <a:ext cx="6985000" cy="3929063"/>
          </a:xfrm>
          <a:prstGeom prst="rect">
            <a:avLst/>
          </a:prstGeom>
          <a:ln w="9525">
            <a:solidFill>
              <a:srgbClr val="A6A6A6"/>
            </a:solidFill>
          </a:ln>
        </p:spPr>
      </p:pic>
      <p:sp>
        <p:nvSpPr>
          <p:cNvPr id="4" name="Rectangle 3">
            <a:extLst>
              <a:ext uri="{FF2B5EF4-FFF2-40B4-BE49-F238E27FC236}">
                <a16:creationId xmlns:a16="http://schemas.microsoft.com/office/drawing/2014/main" id="{8A19510D-C8DE-5C64-8006-0AA434548A23}"/>
              </a:ext>
            </a:extLst>
          </p:cNvPr>
          <p:cNvSpPr/>
          <p:nvPr/>
        </p:nvSpPr>
        <p:spPr bwMode="auto">
          <a:xfrm>
            <a:off x="3355578" y="1803896"/>
            <a:ext cx="654844" cy="845840"/>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5" name="Oval 4">
            <a:extLst>
              <a:ext uri="{FF2B5EF4-FFF2-40B4-BE49-F238E27FC236}">
                <a16:creationId xmlns:a16="http://schemas.microsoft.com/office/drawing/2014/main" id="{F4E329FE-49AF-90E8-86ED-F9C658BD62AB}"/>
              </a:ext>
            </a:extLst>
          </p:cNvPr>
          <p:cNvSpPr/>
          <p:nvPr/>
        </p:nvSpPr>
        <p:spPr bwMode="auto">
          <a:xfrm>
            <a:off x="3213100" y="16764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1</a:t>
            </a:r>
          </a:p>
        </p:txBody>
      </p:sp>
      <p:sp>
        <p:nvSpPr>
          <p:cNvPr id="6" name="Rectangle 5">
            <a:extLst>
              <a:ext uri="{FF2B5EF4-FFF2-40B4-BE49-F238E27FC236}">
                <a16:creationId xmlns:a16="http://schemas.microsoft.com/office/drawing/2014/main" id="{ED7559A6-9D04-1183-8418-D371822DB54E}"/>
              </a:ext>
            </a:extLst>
          </p:cNvPr>
          <p:cNvSpPr/>
          <p:nvPr/>
        </p:nvSpPr>
        <p:spPr bwMode="auto">
          <a:xfrm>
            <a:off x="2073176" y="3004443"/>
            <a:ext cx="3219648" cy="272852"/>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7" name="Oval 6">
            <a:extLst>
              <a:ext uri="{FF2B5EF4-FFF2-40B4-BE49-F238E27FC236}">
                <a16:creationId xmlns:a16="http://schemas.microsoft.com/office/drawing/2014/main" id="{3F0D1814-F4C4-3B3E-4701-F8AEC04F239C}"/>
              </a:ext>
            </a:extLst>
          </p:cNvPr>
          <p:cNvSpPr/>
          <p:nvPr/>
        </p:nvSpPr>
        <p:spPr bwMode="auto">
          <a:xfrm>
            <a:off x="1930400" y="28829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2</a:t>
            </a:r>
          </a:p>
        </p:txBody>
      </p:sp>
      <p:sp>
        <p:nvSpPr>
          <p:cNvPr id="8" name="Rectangle 7">
            <a:extLst>
              <a:ext uri="{FF2B5EF4-FFF2-40B4-BE49-F238E27FC236}">
                <a16:creationId xmlns:a16="http://schemas.microsoft.com/office/drawing/2014/main" id="{67BF5A0B-05D6-6451-8A29-1C6C2649E152}"/>
              </a:ext>
            </a:extLst>
          </p:cNvPr>
          <p:cNvSpPr/>
          <p:nvPr/>
        </p:nvSpPr>
        <p:spPr bwMode="auto">
          <a:xfrm>
            <a:off x="3224609" y="3408263"/>
            <a:ext cx="916782" cy="316508"/>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9" name="Oval 8">
            <a:extLst>
              <a:ext uri="{FF2B5EF4-FFF2-40B4-BE49-F238E27FC236}">
                <a16:creationId xmlns:a16="http://schemas.microsoft.com/office/drawing/2014/main" id="{99BA72E3-3706-D73E-62B3-A8171AF9A305}"/>
              </a:ext>
            </a:extLst>
          </p:cNvPr>
          <p:cNvSpPr/>
          <p:nvPr/>
        </p:nvSpPr>
        <p:spPr bwMode="auto">
          <a:xfrm>
            <a:off x="3086100" y="32766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3</a:t>
            </a:r>
          </a:p>
        </p:txBody>
      </p:sp>
      <p:graphicFrame>
        <p:nvGraphicFramePr>
          <p:cNvPr id="10" name="Table 9">
            <a:extLst>
              <a:ext uri="{FF2B5EF4-FFF2-40B4-BE49-F238E27FC236}">
                <a16:creationId xmlns:a16="http://schemas.microsoft.com/office/drawing/2014/main" id="{E3C56483-6108-93FA-7EDB-C9D80505380F}"/>
              </a:ext>
            </a:extLst>
          </p:cNvPr>
          <p:cNvGraphicFramePr>
            <a:graphicFrameLocks noGrp="1"/>
          </p:cNvGraphicFramePr>
          <p:nvPr>
            <p:extLst>
              <p:ext uri="{D42A27DB-BD31-4B8C-83A1-F6EECF244321}">
                <p14:modId xmlns:p14="http://schemas.microsoft.com/office/powerpoint/2010/main" val="521222061"/>
              </p:ext>
            </p:extLst>
          </p:nvPr>
        </p:nvGraphicFramePr>
        <p:xfrm>
          <a:off x="7239000" y="647700"/>
          <a:ext cx="2616200" cy="609600"/>
        </p:xfrm>
        <a:graphic>
          <a:graphicData uri="http://schemas.openxmlformats.org/drawingml/2006/table">
            <a:tbl>
              <a:tblPr firstRow="1" bandRow="1">
                <a:tableStyleId>{5940675A-B579-460E-94D1-54222C63F5DA}</a:tableStyleId>
              </a:tblPr>
              <a:tblGrid>
                <a:gridCol w="279400">
                  <a:extLst>
                    <a:ext uri="{9D8B030D-6E8A-4147-A177-3AD203B41FA5}">
                      <a16:colId xmlns:a16="http://schemas.microsoft.com/office/drawing/2014/main" val="2627258571"/>
                    </a:ext>
                  </a:extLst>
                </a:gridCol>
                <a:gridCol w="2336800">
                  <a:extLst>
                    <a:ext uri="{9D8B030D-6E8A-4147-A177-3AD203B41FA5}">
                      <a16:colId xmlns:a16="http://schemas.microsoft.com/office/drawing/2014/main" val="1248623629"/>
                    </a:ext>
                  </a:extLst>
                </a:gridCol>
              </a:tblGrid>
              <a:tr h="127000">
                <a:tc gridSpan="2">
                  <a:txBody>
                    <a:bodyPr/>
                    <a:lstStyle/>
                    <a:p>
                      <a:pPr latinLnBrk="0" algn="ctr"/>
                      <a:r>
                        <a:rPr lang="en-US" sz="800" b="1" i="0">
                          <a:solidFill>
                            <a:srgbClr val="FFFFFF"/>
                          </a:solidFill>
                          <a:latin typeface="Arial" panose="020B0604020202020204" pitchFamily="34" charset="0"/>
                        </a:rPr>
                        <a:t>Description</a:t>
                      </a:r>
                      <a:endParaRPr lang="en-US" sz="8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hMerge="1">
                  <a:txBody>
                    <a:bodyPr/>
                    <a:lstStyle/>
                    <a:p>
                      <a:pPr latinLnBrk="0"/>
                      <a:endParaRPr lang="en-AE"/>
                    </a:p>
                  </a:txBody>
                  <a:tcPr/>
                </a:tc>
                <a:extLst>
                  <a:ext uri="{0D108BD9-81ED-4DB2-BD59-A6C34878D82A}">
                    <a16:rowId xmlns:a16="http://schemas.microsoft.com/office/drawing/2014/main" val="2980984123"/>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App icon </a:t>
                      </a:r>
                      <a:r>
                        <a:rPr lang="en-US" sz="800" b="0" i="0">
                          <a:solidFill>
                            <a:srgbClr val="000000"/>
                          </a:solidFill>
                          <a:latin typeface="Arial" panose="020B0604020202020204" pitchFamily="34" charset="0"/>
                        </a:rPr>
                        <a:t>and title</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819253790"/>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Notice: the app includes </a:t>
                      </a:r>
                      <a:r>
                        <a:rPr lang="en-US" sz="800" b="0" i="0">
                          <a:solidFill>
                            <a:srgbClr val="000000"/>
                          </a:solidFill>
                          <a:latin typeface="Arial" panose="020B0604020202020204" pitchFamily="34" charset="0"/>
                        </a:rPr>
                        <a:t>no channels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870155671"/>
                  </a:ext>
                </a:extLst>
              </a:tr>
              <a:tr h="127000">
                <a:tc>
                  <a:txBody>
                    <a:bodyPr/>
                    <a:lstStyle/>
                    <a:p>
                      <a:pPr latinLnBrk="0" algn="ctr"/>
                      <a:r>
                        <a:rPr lang="en-US" sz="800" b="0" i="0">
                          <a:solidFill>
                            <a:srgbClr val="000000"/>
                          </a:solidFill>
                          <a:latin typeface="Arial" panose="020B0604020202020204" pitchFamily="34" charset="0"/>
                        </a:rPr>
                        <a:t>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Add a playlist: opens the playlist form (see </a:t>
                      </a:r>
                      <a:r>
                        <a:rPr lang="en-US" sz="800" b="0" i="0">
                          <a:solidFill>
                            <a:srgbClr val="000000"/>
                          </a:solidFill>
                          <a:latin typeface="Arial" panose="020B0604020202020204" pitchFamily="34" charset="0"/>
                        </a:rPr>
                        <a:t>4)</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3887538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574B7F9F-C3E5-1693-5259-F4DF1BF20A72}"/>
              </a:ext>
            </a:extLst>
          </p:cNvPr>
          <p:cNvSpPr/>
          <p:nvPr/>
        </p:nvSpPr>
        <p:spPr bwMode="auto">
          <a:xfrm>
            <a:off x="0" y="4927599"/>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Up/Down move through the sidebar or the channel list; Right/Left move between them; CH +/- page through the list.</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Hold OK on a channel for its menu (see 6-5). The red key adds or removes a favorite.</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Back on Home leaves the app through the </a:t>
            </a:r>
            <a:r>
              <a:rPr lang="en-US" altLang="ko-KR" sz="900">
                <a:latin typeface="Arial" pitchFamily="34" charset="0"/>
                <a:ea typeface="굴림" panose="020B0600000101010101" pitchFamily="50" charset="-127"/>
                <a:cs typeface="Arial" pitchFamily="34" charset="0"/>
              </a:rPr>
              <a:t>system.</a:t>
            </a:r>
            <a:endParaRPr lang="en-US" altLang="ko-KR" sz="900" dirty="0">
              <a:latin typeface="Arial" pitchFamily="34" charset="0"/>
              <a:ea typeface="굴림" panose="020B0600000101010101" pitchFamily="50" charset="-127"/>
              <a:cs typeface="Arial" pitchFamily="34" charset="0"/>
            </a:endParaRPr>
          </a:p>
        </p:txBody>
      </p:sp>
      <p:sp>
        <p:nvSpPr>
          <p:cNvPr id="28676" name="TextBox 5">
            <a:extLst>
              <a:ext uri="{FF2B5EF4-FFF2-40B4-BE49-F238E27FC236}">
                <a16:creationId xmlns:a16="http://schemas.microsoft.com/office/drawing/2014/main" id="{0F5269C3-D0B4-4E30-B91D-62464CBD8CC8}"/>
              </a:ext>
            </a:extLst>
          </p:cNvPr>
          <p:cNvSpPr txBox="1">
            <a:spLocks noChangeArrowheads="1"/>
          </p:cNvSpPr>
          <p:nvPr/>
        </p:nvSpPr>
        <p:spPr bwMode="auto">
          <a:xfrm>
            <a:off x="166687" y="642938"/>
            <a:ext cx="685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cs typeface="Arial" panose="020B0604020202020204" pitchFamily="34" charset="0"/>
              </a:rPr>
              <a:t>2. Home</a:t>
            </a:r>
          </a:p>
        </p:txBody>
      </p:sp>
      <p:sp>
        <p:nvSpPr>
          <p:cNvPr id="17" name="텍스트 개체 틀 16">
            <a:extLst>
              <a:ext uri="{FF2B5EF4-FFF2-40B4-BE49-F238E27FC236}">
                <a16:creationId xmlns:a16="http://schemas.microsoft.com/office/drawing/2014/main" id="{9FF6E203-A177-2601-1ADF-944575CBB0C3}"/>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5. Main Page Description</a:t>
            </a:r>
            <a:endParaRPr>
              <a:latin typeface="Arial" pitchFamily="34" charset="0"/>
              <a:cs typeface="Arial" pitchFamily="34" charset="0"/>
            </a:endParaRPr>
          </a:p>
        </p:txBody>
      </p:sp>
      <p:pic>
        <p:nvPicPr>
          <p:cNvPr id="3" name="Picture 2">
            <a:extLst>
              <a:ext uri="{FF2B5EF4-FFF2-40B4-BE49-F238E27FC236}">
                <a16:creationId xmlns:a16="http://schemas.microsoft.com/office/drawing/2014/main" id="{539CD591-B9F1-E6E4-4999-CBD7C7CE7E8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 y="914400"/>
            <a:ext cx="6985000" cy="3929063"/>
          </a:xfrm>
          <a:prstGeom prst="rect">
            <a:avLst/>
          </a:prstGeom>
          <a:ln w="9525">
            <a:solidFill>
              <a:srgbClr val="A6A6A6"/>
            </a:solidFill>
          </a:ln>
        </p:spPr>
      </p:pic>
      <p:sp>
        <p:nvSpPr>
          <p:cNvPr id="4" name="Rectangle 3">
            <a:extLst>
              <a:ext uri="{FF2B5EF4-FFF2-40B4-BE49-F238E27FC236}">
                <a16:creationId xmlns:a16="http://schemas.microsoft.com/office/drawing/2014/main" id="{C62FD30E-CA37-92B9-8B73-162AFBECC15A}"/>
              </a:ext>
            </a:extLst>
          </p:cNvPr>
          <p:cNvSpPr/>
          <p:nvPr/>
        </p:nvSpPr>
        <p:spPr bwMode="auto">
          <a:xfrm>
            <a:off x="627063" y="1492845"/>
            <a:ext cx="1527968" cy="196453"/>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5" name="Oval 4">
            <a:extLst>
              <a:ext uri="{FF2B5EF4-FFF2-40B4-BE49-F238E27FC236}">
                <a16:creationId xmlns:a16="http://schemas.microsoft.com/office/drawing/2014/main" id="{77D8074E-43AE-C467-F542-FC236D57495B}"/>
              </a:ext>
            </a:extLst>
          </p:cNvPr>
          <p:cNvSpPr/>
          <p:nvPr/>
        </p:nvSpPr>
        <p:spPr bwMode="auto">
          <a:xfrm>
            <a:off x="482600" y="13716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1</a:t>
            </a:r>
          </a:p>
        </p:txBody>
      </p:sp>
      <p:sp>
        <p:nvSpPr>
          <p:cNvPr id="6" name="Rectangle 5">
            <a:extLst>
              <a:ext uri="{FF2B5EF4-FFF2-40B4-BE49-F238E27FC236}">
                <a16:creationId xmlns:a16="http://schemas.microsoft.com/office/drawing/2014/main" id="{EB43589C-F09F-6F43-6310-399D116C1782}"/>
              </a:ext>
            </a:extLst>
          </p:cNvPr>
          <p:cNvSpPr/>
          <p:nvPr/>
        </p:nvSpPr>
        <p:spPr bwMode="auto">
          <a:xfrm>
            <a:off x="627063" y="1754783"/>
            <a:ext cx="1527968" cy="196453"/>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7" name="Oval 6">
            <a:extLst>
              <a:ext uri="{FF2B5EF4-FFF2-40B4-BE49-F238E27FC236}">
                <a16:creationId xmlns:a16="http://schemas.microsoft.com/office/drawing/2014/main" id="{7A5BB2A2-D503-0723-7918-3FEF79DE4379}"/>
              </a:ext>
            </a:extLst>
          </p:cNvPr>
          <p:cNvSpPr/>
          <p:nvPr/>
        </p:nvSpPr>
        <p:spPr bwMode="auto">
          <a:xfrm>
            <a:off x="482600" y="16256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2</a:t>
            </a:r>
          </a:p>
        </p:txBody>
      </p:sp>
      <p:sp>
        <p:nvSpPr>
          <p:cNvPr id="8" name="Rectangle 7">
            <a:extLst>
              <a:ext uri="{FF2B5EF4-FFF2-40B4-BE49-F238E27FC236}">
                <a16:creationId xmlns:a16="http://schemas.microsoft.com/office/drawing/2014/main" id="{174955EB-5D9C-2F58-9D55-BBF97896CC1C}"/>
              </a:ext>
            </a:extLst>
          </p:cNvPr>
          <p:cNvSpPr/>
          <p:nvPr/>
        </p:nvSpPr>
        <p:spPr bwMode="auto">
          <a:xfrm>
            <a:off x="627063" y="2016720"/>
            <a:ext cx="1527968" cy="196453"/>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9" name="Oval 8">
            <a:extLst>
              <a:ext uri="{FF2B5EF4-FFF2-40B4-BE49-F238E27FC236}">
                <a16:creationId xmlns:a16="http://schemas.microsoft.com/office/drawing/2014/main" id="{78AC0AFB-F46D-33CB-E924-10A04AF5461D}"/>
              </a:ext>
            </a:extLst>
          </p:cNvPr>
          <p:cNvSpPr/>
          <p:nvPr/>
        </p:nvSpPr>
        <p:spPr bwMode="auto">
          <a:xfrm>
            <a:off x="482600" y="18923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3</a:t>
            </a:r>
          </a:p>
        </p:txBody>
      </p:sp>
      <p:sp>
        <p:nvSpPr>
          <p:cNvPr id="10" name="Rectangle 9">
            <a:extLst>
              <a:ext uri="{FF2B5EF4-FFF2-40B4-BE49-F238E27FC236}">
                <a16:creationId xmlns:a16="http://schemas.microsoft.com/office/drawing/2014/main" id="{2538458B-12FB-F4EA-68F5-394584ED7F3E}"/>
              </a:ext>
            </a:extLst>
          </p:cNvPr>
          <p:cNvSpPr/>
          <p:nvPr/>
        </p:nvSpPr>
        <p:spPr bwMode="auto">
          <a:xfrm>
            <a:off x="627063" y="2344142"/>
            <a:ext cx="1429742" cy="611188"/>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1" name="Oval 10">
            <a:extLst>
              <a:ext uri="{FF2B5EF4-FFF2-40B4-BE49-F238E27FC236}">
                <a16:creationId xmlns:a16="http://schemas.microsoft.com/office/drawing/2014/main" id="{4678578C-F84A-AA7F-842A-274985D1564D}"/>
              </a:ext>
            </a:extLst>
          </p:cNvPr>
          <p:cNvSpPr/>
          <p:nvPr/>
        </p:nvSpPr>
        <p:spPr bwMode="auto">
          <a:xfrm>
            <a:off x="482600" y="22225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4</a:t>
            </a:r>
          </a:p>
        </p:txBody>
      </p:sp>
      <p:sp>
        <p:nvSpPr>
          <p:cNvPr id="12" name="Rectangle 11">
            <a:extLst>
              <a:ext uri="{FF2B5EF4-FFF2-40B4-BE49-F238E27FC236}">
                <a16:creationId xmlns:a16="http://schemas.microsoft.com/office/drawing/2014/main" id="{A46B24D9-D322-6D71-F0B6-F006CF215F25}"/>
              </a:ext>
            </a:extLst>
          </p:cNvPr>
          <p:cNvSpPr/>
          <p:nvPr/>
        </p:nvSpPr>
        <p:spPr bwMode="auto">
          <a:xfrm>
            <a:off x="627063" y="2988072"/>
            <a:ext cx="1429742" cy="1527969"/>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3" name="Oval 12">
            <a:extLst>
              <a:ext uri="{FF2B5EF4-FFF2-40B4-BE49-F238E27FC236}">
                <a16:creationId xmlns:a16="http://schemas.microsoft.com/office/drawing/2014/main" id="{ABCC50F9-AEAD-0040-5962-713882EE6074}"/>
              </a:ext>
            </a:extLst>
          </p:cNvPr>
          <p:cNvSpPr/>
          <p:nvPr/>
        </p:nvSpPr>
        <p:spPr bwMode="auto">
          <a:xfrm>
            <a:off x="482600" y="28575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5</a:t>
            </a:r>
          </a:p>
        </p:txBody>
      </p:sp>
      <p:sp>
        <p:nvSpPr>
          <p:cNvPr id="14" name="Rectangle 13">
            <a:extLst>
              <a:ext uri="{FF2B5EF4-FFF2-40B4-BE49-F238E27FC236}">
                <a16:creationId xmlns:a16="http://schemas.microsoft.com/office/drawing/2014/main" id="{EC7D400F-50DE-96CF-6CFF-0941E51CE634}"/>
              </a:ext>
            </a:extLst>
          </p:cNvPr>
          <p:cNvSpPr/>
          <p:nvPr/>
        </p:nvSpPr>
        <p:spPr bwMode="auto">
          <a:xfrm>
            <a:off x="2395141" y="1640185"/>
            <a:ext cx="4409281" cy="261938"/>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6" name="Oval 15">
            <a:extLst>
              <a:ext uri="{FF2B5EF4-FFF2-40B4-BE49-F238E27FC236}">
                <a16:creationId xmlns:a16="http://schemas.microsoft.com/office/drawing/2014/main" id="{F41F7049-C716-EF7C-7C7C-236B4025DE70}"/>
              </a:ext>
            </a:extLst>
          </p:cNvPr>
          <p:cNvSpPr/>
          <p:nvPr/>
        </p:nvSpPr>
        <p:spPr bwMode="auto">
          <a:xfrm>
            <a:off x="2260600" y="15113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6</a:t>
            </a:r>
          </a:p>
        </p:txBody>
      </p:sp>
      <p:sp>
        <p:nvSpPr>
          <p:cNvPr id="19" name="Rectangle 18">
            <a:extLst>
              <a:ext uri="{FF2B5EF4-FFF2-40B4-BE49-F238E27FC236}">
                <a16:creationId xmlns:a16="http://schemas.microsoft.com/office/drawing/2014/main" id="{344470CB-B547-4B52-A091-BDE5C1D34918}"/>
              </a:ext>
            </a:extLst>
          </p:cNvPr>
          <p:cNvSpPr/>
          <p:nvPr/>
        </p:nvSpPr>
        <p:spPr bwMode="auto">
          <a:xfrm>
            <a:off x="6509742" y="1645642"/>
            <a:ext cx="240110" cy="240110"/>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20" name="Oval 19">
            <a:extLst>
              <a:ext uri="{FF2B5EF4-FFF2-40B4-BE49-F238E27FC236}">
                <a16:creationId xmlns:a16="http://schemas.microsoft.com/office/drawing/2014/main" id="{40D07E65-2A73-6E73-4A64-7256EC9921BA}"/>
              </a:ext>
            </a:extLst>
          </p:cNvPr>
          <p:cNvSpPr/>
          <p:nvPr/>
        </p:nvSpPr>
        <p:spPr bwMode="auto">
          <a:xfrm>
            <a:off x="6375400" y="15240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7</a:t>
            </a:r>
          </a:p>
        </p:txBody>
      </p:sp>
      <p:sp>
        <p:nvSpPr>
          <p:cNvPr id="21" name="Rectangle 20">
            <a:extLst>
              <a:ext uri="{FF2B5EF4-FFF2-40B4-BE49-F238E27FC236}">
                <a16:creationId xmlns:a16="http://schemas.microsoft.com/office/drawing/2014/main" id="{019FDC84-5E4B-1CD3-A99F-A72AAF10D20F}"/>
              </a:ext>
            </a:extLst>
          </p:cNvPr>
          <p:cNvSpPr/>
          <p:nvPr/>
        </p:nvSpPr>
        <p:spPr bwMode="auto">
          <a:xfrm>
            <a:off x="6138664" y="1132681"/>
            <a:ext cx="654844" cy="163711"/>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22" name="Oval 21">
            <a:extLst>
              <a:ext uri="{FF2B5EF4-FFF2-40B4-BE49-F238E27FC236}">
                <a16:creationId xmlns:a16="http://schemas.microsoft.com/office/drawing/2014/main" id="{9AFCA17D-A6E8-6EC6-6EA6-B5CAEDC2A305}"/>
              </a:ext>
            </a:extLst>
          </p:cNvPr>
          <p:cNvSpPr/>
          <p:nvPr/>
        </p:nvSpPr>
        <p:spPr bwMode="auto">
          <a:xfrm>
            <a:off x="5994400" y="10033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8</a:t>
            </a:r>
          </a:p>
        </p:txBody>
      </p:sp>
      <p:sp>
        <p:nvSpPr>
          <p:cNvPr id="23" name="Rectangle 22">
            <a:extLst>
              <a:ext uri="{FF2B5EF4-FFF2-40B4-BE49-F238E27FC236}">
                <a16:creationId xmlns:a16="http://schemas.microsoft.com/office/drawing/2014/main" id="{1C1BD41E-04C2-DCA7-E325-227B1AE85BA6}"/>
              </a:ext>
            </a:extLst>
          </p:cNvPr>
          <p:cNvSpPr/>
          <p:nvPr/>
        </p:nvSpPr>
        <p:spPr bwMode="auto">
          <a:xfrm>
            <a:off x="2362398" y="4488755"/>
            <a:ext cx="1964532" cy="163711"/>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24" name="Oval 23">
            <a:extLst>
              <a:ext uri="{FF2B5EF4-FFF2-40B4-BE49-F238E27FC236}">
                <a16:creationId xmlns:a16="http://schemas.microsoft.com/office/drawing/2014/main" id="{5B43FB66-026C-726F-C681-FC4BF72EF887}"/>
              </a:ext>
            </a:extLst>
          </p:cNvPr>
          <p:cNvSpPr/>
          <p:nvPr/>
        </p:nvSpPr>
        <p:spPr bwMode="auto">
          <a:xfrm>
            <a:off x="2222500" y="43561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9</a:t>
            </a:r>
          </a:p>
        </p:txBody>
      </p:sp>
      <p:graphicFrame>
        <p:nvGraphicFramePr>
          <p:cNvPr id="25" name="Table 24">
            <a:extLst>
              <a:ext uri="{FF2B5EF4-FFF2-40B4-BE49-F238E27FC236}">
                <a16:creationId xmlns:a16="http://schemas.microsoft.com/office/drawing/2014/main" id="{06784F26-189A-1FA4-A9A5-E3B66E19A97D}"/>
              </a:ext>
            </a:extLst>
          </p:cNvPr>
          <p:cNvGraphicFramePr>
            <a:graphicFrameLocks noGrp="1"/>
          </p:cNvGraphicFramePr>
          <p:nvPr>
            <p:extLst>
              <p:ext uri="{D42A27DB-BD31-4B8C-83A1-F6EECF244321}">
                <p14:modId xmlns:p14="http://schemas.microsoft.com/office/powerpoint/2010/main" val="530855646"/>
              </p:ext>
            </p:extLst>
          </p:nvPr>
        </p:nvGraphicFramePr>
        <p:xfrm>
          <a:off x="7239000" y="647700"/>
          <a:ext cx="2616200" cy="1524000"/>
        </p:xfrm>
        <a:graphic>
          <a:graphicData uri="http://schemas.openxmlformats.org/drawingml/2006/table">
            <a:tbl>
              <a:tblPr firstRow="1" bandRow="1">
                <a:tableStyleId>{5940675A-B579-460E-94D1-54222C63F5DA}</a:tableStyleId>
              </a:tblPr>
              <a:tblGrid>
                <a:gridCol w="279400">
                  <a:extLst>
                    <a:ext uri="{9D8B030D-6E8A-4147-A177-3AD203B41FA5}">
                      <a16:colId xmlns:a16="http://schemas.microsoft.com/office/drawing/2014/main" val="3976538693"/>
                    </a:ext>
                  </a:extLst>
                </a:gridCol>
                <a:gridCol w="2336800">
                  <a:extLst>
                    <a:ext uri="{9D8B030D-6E8A-4147-A177-3AD203B41FA5}">
                      <a16:colId xmlns:a16="http://schemas.microsoft.com/office/drawing/2014/main" val="3743955797"/>
                    </a:ext>
                  </a:extLst>
                </a:gridCol>
              </a:tblGrid>
              <a:tr h="127000">
                <a:tc gridSpan="2">
                  <a:txBody>
                    <a:bodyPr/>
                    <a:lstStyle/>
                    <a:p>
                      <a:pPr latinLnBrk="0" algn="ctr"/>
                      <a:r>
                        <a:rPr lang="en-US" sz="800" b="1" i="0">
                          <a:solidFill>
                            <a:srgbClr val="FFFFFF"/>
                          </a:solidFill>
                          <a:latin typeface="Arial" panose="020B0604020202020204" pitchFamily="34" charset="0"/>
                        </a:rPr>
                        <a:t>Description</a:t>
                      </a:r>
                      <a:endParaRPr lang="en-US" sz="8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hMerge="1">
                  <a:txBody>
                    <a:bodyPr/>
                    <a:lstStyle/>
                    <a:p>
                      <a:pPr latinLnBrk="0"/>
                      <a:endParaRPr lang="en-AE"/>
                    </a:p>
                  </a:txBody>
                  <a:tcPr/>
                </a:tc>
                <a:extLst>
                  <a:ext uri="{0D108BD9-81ED-4DB2-BD59-A6C34878D82A}">
                    <a16:rowId xmlns:a16="http://schemas.microsoft.com/office/drawing/2014/main" val="294173988"/>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Search: find channels </a:t>
                      </a:r>
                      <a:r>
                        <a:rPr lang="en-US" sz="800" b="0" i="0">
                          <a:solidFill>
                            <a:srgbClr val="000000"/>
                          </a:solidFill>
                          <a:latin typeface="Arial" panose="020B0604020202020204" pitchFamily="34" charset="0"/>
                        </a:rPr>
                        <a:t>by name</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455108837"/>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TV guide: </a:t>
                      </a:r>
                      <a:r>
                        <a:rPr lang="en-US" sz="800" b="0" i="0" err="1">
                          <a:solidFill>
                            <a:srgbClr val="000000"/>
                          </a:solidFill>
                          <a:latin typeface="Arial" panose="020B0604020202020204" pitchFamily="34" charset="0"/>
                        </a:rPr>
                        <a:t>programme</a:t>
                      </a:r>
                      <a:r>
                        <a:rPr lang="en-US" sz="800" b="0" i="0">
                          <a:solidFill>
                            <a:srgbClr val="000000"/>
                          </a:solidFill>
                          <a:latin typeface="Arial" panose="020B0604020202020204" pitchFamily="34" charset="0"/>
                        </a:rPr>
                        <a:t> grid</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673423052"/>
                  </a:ext>
                </a:extLst>
              </a:tr>
              <a:tr h="127000">
                <a:tc>
                  <a:txBody>
                    <a:bodyPr/>
                    <a:lstStyle/>
                    <a:p>
                      <a:pPr latinLnBrk="0" algn="ctr"/>
                      <a:r>
                        <a:rPr lang="en-US" sz="800" b="0" i="0">
                          <a:solidFill>
                            <a:srgbClr val="000000"/>
                          </a:solidFill>
                          <a:latin typeface="Arial" panose="020B0604020202020204" pitchFamily="34" charset="0"/>
                        </a:rPr>
                        <a:t>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Settings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740589153"/>
                  </a:ext>
                </a:extLst>
              </a:tr>
              <a:tr h="127000">
                <a:tc>
                  <a:txBody>
                    <a:bodyPr/>
                    <a:lstStyle/>
                    <a:p>
                      <a:pPr latinLnBrk="0" algn="ctr"/>
                      <a:r>
                        <a:rPr lang="en-US" sz="800" b="0" i="0">
                          <a:solidFill>
                            <a:srgbClr val="000000"/>
                          </a:solidFill>
                          <a:latin typeface="Arial" panose="020B0604020202020204" pitchFamily="34" charset="0"/>
                        </a:rPr>
                        <a:t>4</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Favorites, Recent and All channels, with </a:t>
                      </a:r>
                      <a:r>
                        <a:rPr lang="en-US" sz="800" b="0" i="0">
                          <a:solidFill>
                            <a:srgbClr val="000000"/>
                          </a:solidFill>
                          <a:latin typeface="Arial" panose="020B0604020202020204" pitchFamily="34" charset="0"/>
                        </a:rPr>
                        <a:t>channel counts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340873899"/>
                  </a:ext>
                </a:extLst>
              </a:tr>
              <a:tr h="127000">
                <a:tc>
                  <a:txBody>
                    <a:bodyPr/>
                    <a:lstStyle/>
                    <a:p>
                      <a:pPr latinLnBrk="0" algn="ctr"/>
                      <a:r>
                        <a:rPr lang="en-US" sz="800" b="0" i="0">
                          <a:solidFill>
                            <a:srgbClr val="000000"/>
                          </a:solidFill>
                          <a:latin typeface="Arial" panose="020B0604020202020204" pitchFamily="34" charset="0"/>
                        </a:rPr>
                        <a:t>5</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Playlist categories; the list on the right follows </a:t>
                      </a:r>
                      <a:r>
                        <a:rPr lang="en-US" sz="800" b="0" i="0">
                          <a:solidFill>
                            <a:srgbClr val="000000"/>
                          </a:solidFill>
                          <a:latin typeface="Arial" panose="020B0604020202020204" pitchFamily="34" charset="0"/>
                        </a:rPr>
                        <a:t>the focus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756085986"/>
                  </a:ext>
                </a:extLst>
              </a:tr>
              <a:tr h="127000">
                <a:tc>
                  <a:txBody>
                    <a:bodyPr/>
                    <a:lstStyle/>
                    <a:p>
                      <a:pPr latinLnBrk="0" algn="ctr"/>
                      <a:r>
                        <a:rPr lang="en-US" sz="800" b="0" i="0">
                          <a:solidFill>
                            <a:srgbClr val="000000"/>
                          </a:solidFill>
                          <a:latin typeface="Arial" panose="020B0604020202020204" pitchFamily="34" charset="0"/>
                        </a:rPr>
                        <a:t>6</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Channel: number, logo, name and </a:t>
                      </a:r>
                      <a:r>
                        <a:rPr lang="en-US" sz="800" b="0" i="0" dirty="0" err="1">
                          <a:solidFill>
                            <a:srgbClr val="000000"/>
                          </a:solidFill>
                          <a:latin typeface="Arial" panose="020B0604020202020204" pitchFamily="34" charset="0"/>
                        </a:rPr>
                        <a:t>programme</a:t>
                      </a:r>
                      <a:r>
                        <a:rPr lang="en-US" sz="800" b="0" i="0" dirty="0">
                          <a:solidFill>
                            <a:srgbClr val="000000"/>
                          </a:solidFill>
                          <a:latin typeface="Arial" panose="020B0604020202020204" pitchFamily="34" charset="0"/>
                        </a:rPr>
                        <a:t> on now. OK </a:t>
                      </a:r>
                      <a:r>
                        <a:rPr lang="en-US" sz="800" b="0" i="0">
                          <a:solidFill>
                            <a:srgbClr val="000000"/>
                          </a:solidFill>
                          <a:latin typeface="Arial" panose="020B0604020202020204" pitchFamily="34" charset="0"/>
                        </a:rPr>
                        <a:t>plays it</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846275428"/>
                  </a:ext>
                </a:extLst>
              </a:tr>
              <a:tr h="127000">
                <a:tc>
                  <a:txBody>
                    <a:bodyPr/>
                    <a:lstStyle/>
                    <a:p>
                      <a:pPr latinLnBrk="0" algn="ctr"/>
                      <a:r>
                        <a:rPr lang="en-US" sz="800" b="0" i="0">
                          <a:solidFill>
                            <a:srgbClr val="000000"/>
                          </a:solidFill>
                          <a:latin typeface="Arial" panose="020B0604020202020204" pitchFamily="34" charset="0"/>
                        </a:rPr>
                        <a:t>7</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Favorite star: Right, then OK (or </a:t>
                      </a:r>
                      <a:r>
                        <a:rPr lang="en-US" sz="800" b="0" i="0">
                          <a:solidFill>
                            <a:srgbClr val="000000"/>
                          </a:solidFill>
                          <a:latin typeface="Arial" panose="020B0604020202020204" pitchFamily="34" charset="0"/>
                        </a:rPr>
                        <a:t>click)</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209062004"/>
                  </a:ext>
                </a:extLst>
              </a:tr>
              <a:tr h="127000">
                <a:tc>
                  <a:txBody>
                    <a:bodyPr/>
                    <a:lstStyle/>
                    <a:p>
                      <a:pPr latinLnBrk="0" algn="ctr"/>
                      <a:r>
                        <a:rPr lang="en-US" sz="800" b="0" i="0">
                          <a:solidFill>
                            <a:srgbClr val="000000"/>
                          </a:solidFill>
                          <a:latin typeface="Arial" panose="020B0604020202020204" pitchFamily="34" charset="0"/>
                        </a:rPr>
                        <a:t>8</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Number of channels in </a:t>
                      </a:r>
                      <a:r>
                        <a:rPr lang="en-US" sz="800" b="0" i="0">
                          <a:solidFill>
                            <a:srgbClr val="000000"/>
                          </a:solidFill>
                          <a:latin typeface="Arial" panose="020B0604020202020204" pitchFamily="34" charset="0"/>
                        </a:rPr>
                        <a:t>the category</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037705883"/>
                  </a:ext>
                </a:extLst>
              </a:tr>
              <a:tr h="127000">
                <a:tc>
                  <a:txBody>
                    <a:bodyPr/>
                    <a:lstStyle/>
                    <a:p>
                      <a:pPr latinLnBrk="0" algn="ctr"/>
                      <a:r>
                        <a:rPr lang="en-US" sz="800" b="0" i="0">
                          <a:solidFill>
                            <a:srgbClr val="000000"/>
                          </a:solidFill>
                          <a:latin typeface="Arial" panose="020B0604020202020204" pitchFamily="34" charset="0"/>
                        </a:rPr>
                        <a:t>9</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Key hints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854123004"/>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16E9DCFC-054A-65EF-85FF-F33D24028C57}"/>
              </a:ext>
            </a:extLst>
          </p:cNvPr>
          <p:cNvSpPr/>
          <p:nvPr/>
        </p:nvSpPr>
        <p:spPr bwMode="auto">
          <a:xfrm>
            <a:off x="0" y="4927600"/>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The info bar shows when the channel changes and hides after 5 seconds; Left/Right or Info show it with its buttons.</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Up/Down or CH +/- change the channel; number keys go to a channel; OK opens the channel list.</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Back hides the bar, then returns to Home. If the network drops, a message shows and playback resumes by </a:t>
            </a:r>
            <a:r>
              <a:rPr lang="en-US" altLang="ko-KR" sz="900">
                <a:latin typeface="Arial" pitchFamily="34" charset="0"/>
                <a:ea typeface="굴림" panose="020B0600000101010101" pitchFamily="50" charset="-127"/>
                <a:cs typeface="Arial" pitchFamily="34" charset="0"/>
              </a:rPr>
              <a:t>itself.</a:t>
            </a:r>
            <a:endParaRPr lang="en-US" altLang="ko-KR" sz="900" dirty="0">
              <a:latin typeface="Arial" pitchFamily="34" charset="0"/>
              <a:ea typeface="굴림" panose="020B0600000101010101" pitchFamily="50" charset="-127"/>
              <a:cs typeface="Arial" pitchFamily="34" charset="0"/>
            </a:endParaRPr>
          </a:p>
        </p:txBody>
      </p:sp>
      <p:sp>
        <p:nvSpPr>
          <p:cNvPr id="32772" name="TextBox 5">
            <a:extLst>
              <a:ext uri="{FF2B5EF4-FFF2-40B4-BE49-F238E27FC236}">
                <a16:creationId xmlns:a16="http://schemas.microsoft.com/office/drawing/2014/main" id="{CB202140-F02E-2696-5110-E5A73077EE84}"/>
              </a:ext>
            </a:extLst>
          </p:cNvPr>
          <p:cNvSpPr txBox="1">
            <a:spLocks noChangeArrowheads="1"/>
          </p:cNvSpPr>
          <p:nvPr/>
        </p:nvSpPr>
        <p:spPr bwMode="auto">
          <a:xfrm>
            <a:off x="128588" y="620713"/>
            <a:ext cx="685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cs typeface="Arial" panose="020B0604020202020204" pitchFamily="34" charset="0"/>
              </a:rPr>
              <a:t>1. Player</a:t>
            </a:r>
          </a:p>
        </p:txBody>
      </p:sp>
      <p:sp>
        <p:nvSpPr>
          <p:cNvPr id="17" name="텍스트 개체 틀 16">
            <a:extLst>
              <a:ext uri="{FF2B5EF4-FFF2-40B4-BE49-F238E27FC236}">
                <a16:creationId xmlns:a16="http://schemas.microsoft.com/office/drawing/2014/main" id="{2BE908F5-3E88-7F81-6668-6A7DE1B9C373}"/>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6. Sub Page Description</a:t>
            </a:r>
            <a:endParaRPr>
              <a:latin typeface="Arial" pitchFamily="34" charset="0"/>
              <a:cs typeface="Arial" pitchFamily="34" charset="0"/>
            </a:endParaRPr>
          </a:p>
        </p:txBody>
      </p:sp>
      <p:pic>
        <p:nvPicPr>
          <p:cNvPr id="3" name="Picture 2">
            <a:extLst>
              <a:ext uri="{FF2B5EF4-FFF2-40B4-BE49-F238E27FC236}">
                <a16:creationId xmlns:a16="http://schemas.microsoft.com/office/drawing/2014/main" id="{5F7157EA-8980-CD66-8D11-2DDF069F0A9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 y="914400"/>
            <a:ext cx="6985000" cy="3929063"/>
          </a:xfrm>
          <a:prstGeom prst="rect">
            <a:avLst/>
          </a:prstGeom>
          <a:ln w="9525">
            <a:solidFill>
              <a:srgbClr val="A6A6A6"/>
            </a:solidFill>
          </a:ln>
        </p:spPr>
      </p:pic>
      <p:sp>
        <p:nvSpPr>
          <p:cNvPr id="4" name="Rectangle 3">
            <a:extLst>
              <a:ext uri="{FF2B5EF4-FFF2-40B4-BE49-F238E27FC236}">
                <a16:creationId xmlns:a16="http://schemas.microsoft.com/office/drawing/2014/main" id="{B9E7EBE3-DF1D-97D7-B52B-30E93F4EE628}"/>
              </a:ext>
            </a:extLst>
          </p:cNvPr>
          <p:cNvSpPr/>
          <p:nvPr/>
        </p:nvSpPr>
        <p:spPr bwMode="auto">
          <a:xfrm>
            <a:off x="790773" y="3670201"/>
            <a:ext cx="2510235" cy="518418"/>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5" name="Oval 4">
            <a:extLst>
              <a:ext uri="{FF2B5EF4-FFF2-40B4-BE49-F238E27FC236}">
                <a16:creationId xmlns:a16="http://schemas.microsoft.com/office/drawing/2014/main" id="{039F426F-7E11-72F2-D3E2-09EEE550C688}"/>
              </a:ext>
            </a:extLst>
          </p:cNvPr>
          <p:cNvSpPr/>
          <p:nvPr/>
        </p:nvSpPr>
        <p:spPr bwMode="auto">
          <a:xfrm>
            <a:off x="647700" y="35433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1</a:t>
            </a:r>
          </a:p>
        </p:txBody>
      </p:sp>
      <p:sp>
        <p:nvSpPr>
          <p:cNvPr id="6" name="Rectangle 5">
            <a:extLst>
              <a:ext uri="{FF2B5EF4-FFF2-40B4-BE49-F238E27FC236}">
                <a16:creationId xmlns:a16="http://schemas.microsoft.com/office/drawing/2014/main" id="{DB273509-A7A0-AF22-6DF7-4F107243F900}"/>
              </a:ext>
            </a:extLst>
          </p:cNvPr>
          <p:cNvSpPr/>
          <p:nvPr/>
        </p:nvSpPr>
        <p:spPr bwMode="auto">
          <a:xfrm>
            <a:off x="5511105" y="3817541"/>
            <a:ext cx="1255118" cy="240109"/>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7" name="Oval 6">
            <a:extLst>
              <a:ext uri="{FF2B5EF4-FFF2-40B4-BE49-F238E27FC236}">
                <a16:creationId xmlns:a16="http://schemas.microsoft.com/office/drawing/2014/main" id="{4D94DF09-AB9A-ACD5-3DC9-37481BC12D0B}"/>
              </a:ext>
            </a:extLst>
          </p:cNvPr>
          <p:cNvSpPr/>
          <p:nvPr/>
        </p:nvSpPr>
        <p:spPr bwMode="auto">
          <a:xfrm>
            <a:off x="5372100" y="36957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2</a:t>
            </a:r>
          </a:p>
        </p:txBody>
      </p:sp>
      <p:sp>
        <p:nvSpPr>
          <p:cNvPr id="8" name="Rectangle 7">
            <a:extLst>
              <a:ext uri="{FF2B5EF4-FFF2-40B4-BE49-F238E27FC236}">
                <a16:creationId xmlns:a16="http://schemas.microsoft.com/office/drawing/2014/main" id="{FF4B85CD-771C-445D-7036-72B0C9B8B8A0}"/>
              </a:ext>
            </a:extLst>
          </p:cNvPr>
          <p:cNvSpPr/>
          <p:nvPr/>
        </p:nvSpPr>
        <p:spPr bwMode="auto">
          <a:xfrm>
            <a:off x="648891" y="4254103"/>
            <a:ext cx="709414" cy="305594"/>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9" name="Oval 8">
            <a:extLst>
              <a:ext uri="{FF2B5EF4-FFF2-40B4-BE49-F238E27FC236}">
                <a16:creationId xmlns:a16="http://schemas.microsoft.com/office/drawing/2014/main" id="{326AA363-8A59-A683-0E8D-15CE735B3572}"/>
              </a:ext>
            </a:extLst>
          </p:cNvPr>
          <p:cNvSpPr/>
          <p:nvPr/>
        </p:nvSpPr>
        <p:spPr bwMode="auto">
          <a:xfrm>
            <a:off x="508000" y="41275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3</a:t>
            </a:r>
          </a:p>
        </p:txBody>
      </p:sp>
      <p:sp>
        <p:nvSpPr>
          <p:cNvPr id="10" name="Rectangle 9">
            <a:extLst>
              <a:ext uri="{FF2B5EF4-FFF2-40B4-BE49-F238E27FC236}">
                <a16:creationId xmlns:a16="http://schemas.microsoft.com/office/drawing/2014/main" id="{24C656D3-098C-E224-7F34-ABB2BE1DC396}"/>
              </a:ext>
            </a:extLst>
          </p:cNvPr>
          <p:cNvSpPr/>
          <p:nvPr/>
        </p:nvSpPr>
        <p:spPr bwMode="auto">
          <a:xfrm>
            <a:off x="1369219" y="4254103"/>
            <a:ext cx="1004094" cy="305594"/>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1" name="Oval 10">
            <a:extLst>
              <a:ext uri="{FF2B5EF4-FFF2-40B4-BE49-F238E27FC236}">
                <a16:creationId xmlns:a16="http://schemas.microsoft.com/office/drawing/2014/main" id="{8D54E69C-BF59-F1BA-2655-1B1286A0B131}"/>
              </a:ext>
            </a:extLst>
          </p:cNvPr>
          <p:cNvSpPr/>
          <p:nvPr/>
        </p:nvSpPr>
        <p:spPr bwMode="auto">
          <a:xfrm>
            <a:off x="1231900" y="41275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4</a:t>
            </a:r>
          </a:p>
        </p:txBody>
      </p:sp>
      <p:sp>
        <p:nvSpPr>
          <p:cNvPr id="12" name="Rectangle 11">
            <a:extLst>
              <a:ext uri="{FF2B5EF4-FFF2-40B4-BE49-F238E27FC236}">
                <a16:creationId xmlns:a16="http://schemas.microsoft.com/office/drawing/2014/main" id="{F8868D71-817D-5236-EE7F-1E751DE299E8}"/>
              </a:ext>
            </a:extLst>
          </p:cNvPr>
          <p:cNvSpPr/>
          <p:nvPr/>
        </p:nvSpPr>
        <p:spPr bwMode="auto">
          <a:xfrm>
            <a:off x="2395141" y="4254103"/>
            <a:ext cx="1495226" cy="305594"/>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3" name="Oval 12">
            <a:extLst>
              <a:ext uri="{FF2B5EF4-FFF2-40B4-BE49-F238E27FC236}">
                <a16:creationId xmlns:a16="http://schemas.microsoft.com/office/drawing/2014/main" id="{BECB9982-C215-8700-FE19-457A7B587C30}"/>
              </a:ext>
            </a:extLst>
          </p:cNvPr>
          <p:cNvSpPr/>
          <p:nvPr/>
        </p:nvSpPr>
        <p:spPr bwMode="auto">
          <a:xfrm>
            <a:off x="2260600" y="41275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5</a:t>
            </a:r>
          </a:p>
        </p:txBody>
      </p:sp>
      <p:sp>
        <p:nvSpPr>
          <p:cNvPr id="14" name="Rectangle 13">
            <a:extLst>
              <a:ext uri="{FF2B5EF4-FFF2-40B4-BE49-F238E27FC236}">
                <a16:creationId xmlns:a16="http://schemas.microsoft.com/office/drawing/2014/main" id="{96C55628-1BB5-8B8E-90B8-EB1A08E178CD}"/>
              </a:ext>
            </a:extLst>
          </p:cNvPr>
          <p:cNvSpPr/>
          <p:nvPr/>
        </p:nvSpPr>
        <p:spPr bwMode="auto">
          <a:xfrm>
            <a:off x="3923109" y="4254103"/>
            <a:ext cx="676672" cy="305594"/>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6" name="Oval 15">
            <a:extLst>
              <a:ext uri="{FF2B5EF4-FFF2-40B4-BE49-F238E27FC236}">
                <a16:creationId xmlns:a16="http://schemas.microsoft.com/office/drawing/2014/main" id="{23B46781-ACA3-6F25-0D44-EF45191BC764}"/>
              </a:ext>
            </a:extLst>
          </p:cNvPr>
          <p:cNvSpPr/>
          <p:nvPr/>
        </p:nvSpPr>
        <p:spPr bwMode="auto">
          <a:xfrm>
            <a:off x="3784600" y="41275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6</a:t>
            </a:r>
          </a:p>
        </p:txBody>
      </p:sp>
      <p:sp>
        <p:nvSpPr>
          <p:cNvPr id="19" name="Rectangle 18">
            <a:extLst>
              <a:ext uri="{FF2B5EF4-FFF2-40B4-BE49-F238E27FC236}">
                <a16:creationId xmlns:a16="http://schemas.microsoft.com/office/drawing/2014/main" id="{E32AD525-2CAE-61A8-314A-8D319B01CB2A}"/>
              </a:ext>
            </a:extLst>
          </p:cNvPr>
          <p:cNvSpPr/>
          <p:nvPr/>
        </p:nvSpPr>
        <p:spPr bwMode="auto">
          <a:xfrm>
            <a:off x="4632523" y="4254103"/>
            <a:ext cx="829469" cy="305594"/>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20" name="Oval 19">
            <a:extLst>
              <a:ext uri="{FF2B5EF4-FFF2-40B4-BE49-F238E27FC236}">
                <a16:creationId xmlns:a16="http://schemas.microsoft.com/office/drawing/2014/main" id="{E438B680-D083-B371-3183-A2139F0E16A1}"/>
              </a:ext>
            </a:extLst>
          </p:cNvPr>
          <p:cNvSpPr/>
          <p:nvPr/>
        </p:nvSpPr>
        <p:spPr bwMode="auto">
          <a:xfrm>
            <a:off x="4495800" y="41275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7</a:t>
            </a:r>
          </a:p>
        </p:txBody>
      </p:sp>
      <p:sp>
        <p:nvSpPr>
          <p:cNvPr id="21" name="Rectangle 20">
            <a:extLst>
              <a:ext uri="{FF2B5EF4-FFF2-40B4-BE49-F238E27FC236}">
                <a16:creationId xmlns:a16="http://schemas.microsoft.com/office/drawing/2014/main" id="{9B77AFF5-AF53-FDE7-ACA0-D359DFA88C40}"/>
              </a:ext>
            </a:extLst>
          </p:cNvPr>
          <p:cNvSpPr/>
          <p:nvPr/>
        </p:nvSpPr>
        <p:spPr bwMode="auto">
          <a:xfrm>
            <a:off x="5483820" y="4254103"/>
            <a:ext cx="916782" cy="305594"/>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22" name="Oval 21">
            <a:extLst>
              <a:ext uri="{FF2B5EF4-FFF2-40B4-BE49-F238E27FC236}">
                <a16:creationId xmlns:a16="http://schemas.microsoft.com/office/drawing/2014/main" id="{AB09BAFE-76F6-5274-8DB0-82E43193FEF1}"/>
              </a:ext>
            </a:extLst>
          </p:cNvPr>
          <p:cNvSpPr/>
          <p:nvPr/>
        </p:nvSpPr>
        <p:spPr bwMode="auto">
          <a:xfrm>
            <a:off x="5346700" y="41275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8</a:t>
            </a:r>
          </a:p>
        </p:txBody>
      </p:sp>
      <p:graphicFrame>
        <p:nvGraphicFramePr>
          <p:cNvPr id="23" name="Table 22">
            <a:extLst>
              <a:ext uri="{FF2B5EF4-FFF2-40B4-BE49-F238E27FC236}">
                <a16:creationId xmlns:a16="http://schemas.microsoft.com/office/drawing/2014/main" id="{40FF9825-4694-44C4-ED04-649D1090C281}"/>
              </a:ext>
            </a:extLst>
          </p:cNvPr>
          <p:cNvGraphicFramePr>
            <a:graphicFrameLocks noGrp="1"/>
          </p:cNvGraphicFramePr>
          <p:nvPr>
            <p:extLst>
              <p:ext uri="{D42A27DB-BD31-4B8C-83A1-F6EECF244321}">
                <p14:modId xmlns:p14="http://schemas.microsoft.com/office/powerpoint/2010/main" val="2317120361"/>
              </p:ext>
            </p:extLst>
          </p:nvPr>
        </p:nvGraphicFramePr>
        <p:xfrm>
          <a:off x="7239000" y="647700"/>
          <a:ext cx="2616200" cy="1371600"/>
        </p:xfrm>
        <a:graphic>
          <a:graphicData uri="http://schemas.openxmlformats.org/drawingml/2006/table">
            <a:tbl>
              <a:tblPr firstRow="1" bandRow="1">
                <a:tableStyleId>{5940675A-B579-460E-94D1-54222C63F5DA}</a:tableStyleId>
              </a:tblPr>
              <a:tblGrid>
                <a:gridCol w="279400">
                  <a:extLst>
                    <a:ext uri="{9D8B030D-6E8A-4147-A177-3AD203B41FA5}">
                      <a16:colId xmlns:a16="http://schemas.microsoft.com/office/drawing/2014/main" val="840982056"/>
                    </a:ext>
                  </a:extLst>
                </a:gridCol>
                <a:gridCol w="2336800">
                  <a:extLst>
                    <a:ext uri="{9D8B030D-6E8A-4147-A177-3AD203B41FA5}">
                      <a16:colId xmlns:a16="http://schemas.microsoft.com/office/drawing/2014/main" val="1322685013"/>
                    </a:ext>
                  </a:extLst>
                </a:gridCol>
              </a:tblGrid>
              <a:tr h="127000">
                <a:tc gridSpan="2">
                  <a:txBody>
                    <a:bodyPr/>
                    <a:lstStyle/>
                    <a:p>
                      <a:pPr latinLnBrk="0" algn="ctr"/>
                      <a:r>
                        <a:rPr lang="en-US" sz="800" b="1" i="0">
                          <a:solidFill>
                            <a:srgbClr val="FFFFFF"/>
                          </a:solidFill>
                          <a:latin typeface="Arial" panose="020B0604020202020204" pitchFamily="34" charset="0"/>
                        </a:rPr>
                        <a:t>Description</a:t>
                      </a:r>
                      <a:endParaRPr lang="en-US" sz="8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hMerge="1">
                  <a:txBody>
                    <a:bodyPr/>
                    <a:lstStyle/>
                    <a:p>
                      <a:pPr latinLnBrk="0"/>
                      <a:endParaRPr lang="en-AE"/>
                    </a:p>
                  </a:txBody>
                  <a:tcPr/>
                </a:tc>
                <a:extLst>
                  <a:ext uri="{0D108BD9-81ED-4DB2-BD59-A6C34878D82A}">
                    <a16:rowId xmlns:a16="http://schemas.microsoft.com/office/drawing/2014/main" val="449599175"/>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Channel number, logo, name, </a:t>
                      </a:r>
                      <a:r>
                        <a:rPr lang="en-US" sz="800" b="0" i="0" dirty="0" err="1">
                          <a:solidFill>
                            <a:srgbClr val="000000"/>
                          </a:solidFill>
                          <a:latin typeface="Arial" panose="020B0604020202020204" pitchFamily="34" charset="0"/>
                        </a:rPr>
                        <a:t>programme</a:t>
                      </a:r>
                      <a:r>
                        <a:rPr lang="en-US" sz="800" b="0" i="0" dirty="0">
                          <a:solidFill>
                            <a:srgbClr val="000000"/>
                          </a:solidFill>
                          <a:latin typeface="Arial" panose="020B0604020202020204" pitchFamily="34" charset="0"/>
                        </a:rPr>
                        <a:t> now </a:t>
                      </a:r>
                      <a:r>
                        <a:rPr lang="en-US" sz="800" b="0" i="0">
                          <a:solidFill>
                            <a:srgbClr val="000000"/>
                          </a:solidFill>
                          <a:latin typeface="Arial" panose="020B0604020202020204" pitchFamily="34" charset="0"/>
                        </a:rPr>
                        <a:t>and next</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459595134"/>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err="1">
                          <a:solidFill>
                            <a:srgbClr val="000000"/>
                          </a:solidFill>
                          <a:latin typeface="Arial" panose="020B0604020202020204" pitchFamily="34" charset="0"/>
                        </a:rPr>
                        <a:t>Programme</a:t>
                      </a:r>
                      <a:r>
                        <a:rPr lang="en-US" sz="800" b="0" i="0" dirty="0">
                          <a:solidFill>
                            <a:srgbClr val="000000"/>
                          </a:solidFill>
                          <a:latin typeface="Arial" panose="020B0604020202020204" pitchFamily="34" charset="0"/>
                        </a:rPr>
                        <a:t> progress </a:t>
                      </a:r>
                      <a:r>
                        <a:rPr lang="en-US" sz="800" b="0" i="0">
                          <a:solidFill>
                            <a:srgbClr val="000000"/>
                          </a:solidFill>
                          <a:latin typeface="Arial" panose="020B0604020202020204" pitchFamily="34" charset="0"/>
                        </a:rPr>
                        <a:t>and clock</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032199028"/>
                  </a:ext>
                </a:extLst>
              </a:tr>
              <a:tr h="127000">
                <a:tc>
                  <a:txBody>
                    <a:bodyPr/>
                    <a:lstStyle/>
                    <a:p>
                      <a:pPr latinLnBrk="0" algn="ctr"/>
                      <a:r>
                        <a:rPr lang="en-US" sz="800" b="0" i="0">
                          <a:solidFill>
                            <a:srgbClr val="000000"/>
                          </a:solidFill>
                          <a:latin typeface="Arial" panose="020B0604020202020204" pitchFamily="34" charset="0"/>
                        </a:rPr>
                        <a:t>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Play </a:t>
                      </a:r>
                      <a:r>
                        <a:rPr lang="en-US" sz="800" b="0" i="0">
                          <a:solidFill>
                            <a:srgbClr val="000000"/>
                          </a:solidFill>
                          <a:latin typeface="Arial" panose="020B0604020202020204" pitchFamily="34" charset="0"/>
                        </a:rPr>
                        <a:t>/ Pause</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985021616"/>
                  </a:ext>
                </a:extLst>
              </a:tr>
              <a:tr h="127000">
                <a:tc>
                  <a:txBody>
                    <a:bodyPr/>
                    <a:lstStyle/>
                    <a:p>
                      <a:pPr latinLnBrk="0" algn="ctr"/>
                      <a:r>
                        <a:rPr lang="en-US" sz="800" b="0" i="0">
                          <a:solidFill>
                            <a:srgbClr val="000000"/>
                          </a:solidFill>
                          <a:latin typeface="Arial" panose="020B0604020202020204" pitchFamily="34" charset="0"/>
                        </a:rPr>
                        <a:t>4</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Channel list (see </a:t>
                      </a:r>
                      <a:r>
                        <a:rPr lang="en-US" sz="800" b="0" i="0">
                          <a:solidFill>
                            <a:srgbClr val="000000"/>
                          </a:solidFill>
                          <a:latin typeface="Arial" panose="020B0604020202020204" pitchFamily="34" charset="0"/>
                        </a:rPr>
                        <a:t>6-2)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499685186"/>
                  </a:ext>
                </a:extLst>
              </a:tr>
              <a:tr h="127000">
                <a:tc>
                  <a:txBody>
                    <a:bodyPr/>
                    <a:lstStyle/>
                    <a:p>
                      <a:pPr latinLnBrk="0" algn="ctr"/>
                      <a:r>
                        <a:rPr lang="en-US" sz="800" b="0" i="0">
                          <a:solidFill>
                            <a:srgbClr val="000000"/>
                          </a:solidFill>
                          <a:latin typeface="Arial" panose="020B0604020202020204" pitchFamily="34" charset="0"/>
                        </a:rPr>
                        <a:t>5</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Add to / remove </a:t>
                      </a:r>
                      <a:r>
                        <a:rPr lang="en-US" sz="800" b="0" i="0">
                          <a:solidFill>
                            <a:srgbClr val="000000"/>
                          </a:solidFill>
                          <a:latin typeface="Arial" panose="020B0604020202020204" pitchFamily="34" charset="0"/>
                        </a:rPr>
                        <a:t>from Favorites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718108415"/>
                  </a:ext>
                </a:extLst>
              </a:tr>
              <a:tr h="127000">
                <a:tc>
                  <a:txBody>
                    <a:bodyPr/>
                    <a:lstStyle/>
                    <a:p>
                      <a:pPr latinLnBrk="0" algn="ctr"/>
                      <a:r>
                        <a:rPr lang="en-US" sz="800" b="0" i="0">
                          <a:solidFill>
                            <a:srgbClr val="000000"/>
                          </a:solidFill>
                          <a:latin typeface="Arial" panose="020B0604020202020204" pitchFamily="34" charset="0"/>
                        </a:rPr>
                        <a:t>6</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Audio track</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83949908"/>
                  </a:ext>
                </a:extLst>
              </a:tr>
              <a:tr h="127000">
                <a:tc>
                  <a:txBody>
                    <a:bodyPr/>
                    <a:lstStyle/>
                    <a:p>
                      <a:pPr latinLnBrk="0" algn="ctr"/>
                      <a:r>
                        <a:rPr lang="en-US" sz="800" b="0" i="0">
                          <a:solidFill>
                            <a:srgbClr val="000000"/>
                          </a:solidFill>
                          <a:latin typeface="Arial" panose="020B0604020202020204" pitchFamily="34" charset="0"/>
                        </a:rPr>
                        <a:t>7</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Subtitles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837715469"/>
                  </a:ext>
                </a:extLst>
              </a:tr>
              <a:tr h="127000">
                <a:tc>
                  <a:txBody>
                    <a:bodyPr/>
                    <a:lstStyle/>
                    <a:p>
                      <a:pPr latinLnBrk="0" algn="ctr"/>
                      <a:r>
                        <a:rPr lang="en-US" sz="800" b="0" i="0">
                          <a:solidFill>
                            <a:srgbClr val="000000"/>
                          </a:solidFill>
                          <a:latin typeface="Arial" panose="020B0604020202020204" pitchFamily="34" charset="0"/>
                        </a:rPr>
                        <a:t>8</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Picture mode: Fit, Zoom, Fill, 16:9</a:t>
                      </a:r>
                      <a:r>
                        <a:rPr lang="en-US" sz="800" b="0" i="0">
                          <a:solidFill>
                            <a:srgbClr val="000000"/>
                          </a:solidFill>
                          <a:latin typeface="Arial" panose="020B0604020202020204" pitchFamily="34" charset="0"/>
                        </a:rPr>
                        <a:t>, 4:3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078483460"/>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16E9DCFC-054A-65EF-85FF-F33D24028C57}"/>
              </a:ext>
            </a:extLst>
          </p:cNvPr>
          <p:cNvSpPr/>
          <p:nvPr/>
        </p:nvSpPr>
        <p:spPr bwMode="auto">
          <a:xfrm>
            <a:off x="0" y="4927600"/>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Opens over the video on the current channel. Left/Right move between categories and channels.</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OK on a channel switches to it and closes the list. Back closes the </a:t>
            </a:r>
            <a:r>
              <a:rPr lang="en-US" altLang="ko-KR" sz="900">
                <a:latin typeface="Arial" pitchFamily="34" charset="0"/>
                <a:ea typeface="굴림" panose="020B0600000101010101" pitchFamily="50" charset="-127"/>
                <a:cs typeface="Arial" pitchFamily="34" charset="0"/>
              </a:rPr>
              <a:t>list.</a:t>
            </a:r>
            <a:endParaRPr lang="en-US" altLang="ko-KR" sz="900" dirty="0">
              <a:latin typeface="Arial" pitchFamily="34" charset="0"/>
              <a:ea typeface="굴림" panose="020B0600000101010101" pitchFamily="50" charset="-127"/>
              <a:cs typeface="Arial" pitchFamily="34" charset="0"/>
            </a:endParaRPr>
          </a:p>
        </p:txBody>
      </p:sp>
      <p:sp>
        <p:nvSpPr>
          <p:cNvPr id="32772" name="TextBox 5">
            <a:extLst>
              <a:ext uri="{FF2B5EF4-FFF2-40B4-BE49-F238E27FC236}">
                <a16:creationId xmlns:a16="http://schemas.microsoft.com/office/drawing/2014/main" id="{CB202140-F02E-2696-5110-E5A73077EE84}"/>
              </a:ext>
            </a:extLst>
          </p:cNvPr>
          <p:cNvSpPr txBox="1">
            <a:spLocks noChangeArrowheads="1"/>
          </p:cNvSpPr>
          <p:nvPr/>
        </p:nvSpPr>
        <p:spPr bwMode="auto">
          <a:xfrm>
            <a:off x="128588" y="620713"/>
            <a:ext cx="685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cs typeface="Arial" panose="020B0604020202020204" pitchFamily="34" charset="0"/>
              </a:rPr>
              <a:t>2. Channel list (OK in the player)</a:t>
            </a:r>
          </a:p>
        </p:txBody>
      </p:sp>
      <p:sp>
        <p:nvSpPr>
          <p:cNvPr id="17" name="텍스트 개체 틀 16">
            <a:extLst>
              <a:ext uri="{FF2B5EF4-FFF2-40B4-BE49-F238E27FC236}">
                <a16:creationId xmlns:a16="http://schemas.microsoft.com/office/drawing/2014/main" id="{2BE908F5-3E88-7F81-6668-6A7DE1B9C373}"/>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6. Sub Page Description</a:t>
            </a:r>
            <a:endParaRPr>
              <a:latin typeface="Arial" pitchFamily="34" charset="0"/>
              <a:cs typeface="Arial" pitchFamily="34" charset="0"/>
            </a:endParaRPr>
          </a:p>
        </p:txBody>
      </p:sp>
      <p:pic>
        <p:nvPicPr>
          <p:cNvPr id="3" name="Picture 2">
            <a:extLst>
              <a:ext uri="{FF2B5EF4-FFF2-40B4-BE49-F238E27FC236}">
                <a16:creationId xmlns:a16="http://schemas.microsoft.com/office/drawing/2014/main" id="{D2F8184E-8FF5-A805-577A-64242165B81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 y="914400"/>
            <a:ext cx="6985000" cy="3929063"/>
          </a:xfrm>
          <a:prstGeom prst="rect">
            <a:avLst/>
          </a:prstGeom>
          <a:ln w="9525">
            <a:solidFill>
              <a:srgbClr val="A6A6A6"/>
            </a:solidFill>
          </a:ln>
        </p:spPr>
      </p:pic>
      <p:sp>
        <p:nvSpPr>
          <p:cNvPr id="4" name="Rectangle 3">
            <a:extLst>
              <a:ext uri="{FF2B5EF4-FFF2-40B4-BE49-F238E27FC236}">
                <a16:creationId xmlns:a16="http://schemas.microsoft.com/office/drawing/2014/main" id="{A49E14FA-9A7E-5E05-2AE0-A4672C090CC8}"/>
              </a:ext>
            </a:extLst>
          </p:cNvPr>
          <p:cNvSpPr/>
          <p:nvPr/>
        </p:nvSpPr>
        <p:spPr bwMode="auto">
          <a:xfrm>
            <a:off x="599777" y="1176338"/>
            <a:ext cx="791270" cy="185539"/>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5" name="Oval 4">
            <a:extLst>
              <a:ext uri="{FF2B5EF4-FFF2-40B4-BE49-F238E27FC236}">
                <a16:creationId xmlns:a16="http://schemas.microsoft.com/office/drawing/2014/main" id="{2E04D755-29C2-9198-716E-6FEB055EF8CF}"/>
              </a:ext>
            </a:extLst>
          </p:cNvPr>
          <p:cNvSpPr/>
          <p:nvPr/>
        </p:nvSpPr>
        <p:spPr bwMode="auto">
          <a:xfrm>
            <a:off x="457200" y="10541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1</a:t>
            </a:r>
          </a:p>
        </p:txBody>
      </p:sp>
      <p:sp>
        <p:nvSpPr>
          <p:cNvPr id="6" name="Rectangle 5">
            <a:extLst>
              <a:ext uri="{FF2B5EF4-FFF2-40B4-BE49-F238E27FC236}">
                <a16:creationId xmlns:a16="http://schemas.microsoft.com/office/drawing/2014/main" id="{88CAFC30-D48D-375C-124D-91ED15EBE5F7}"/>
              </a:ext>
            </a:extLst>
          </p:cNvPr>
          <p:cNvSpPr/>
          <p:nvPr/>
        </p:nvSpPr>
        <p:spPr bwMode="auto">
          <a:xfrm>
            <a:off x="1412875" y="1176338"/>
            <a:ext cx="802184" cy="185539"/>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7" name="Oval 6">
            <a:extLst>
              <a:ext uri="{FF2B5EF4-FFF2-40B4-BE49-F238E27FC236}">
                <a16:creationId xmlns:a16="http://schemas.microsoft.com/office/drawing/2014/main" id="{179D6E1E-6283-0F7E-88FB-4C60241E23C2}"/>
              </a:ext>
            </a:extLst>
          </p:cNvPr>
          <p:cNvSpPr/>
          <p:nvPr/>
        </p:nvSpPr>
        <p:spPr bwMode="auto">
          <a:xfrm>
            <a:off x="1270000" y="10541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2</a:t>
            </a:r>
          </a:p>
        </p:txBody>
      </p:sp>
      <p:sp>
        <p:nvSpPr>
          <p:cNvPr id="8" name="Rectangle 7">
            <a:extLst>
              <a:ext uri="{FF2B5EF4-FFF2-40B4-BE49-F238E27FC236}">
                <a16:creationId xmlns:a16="http://schemas.microsoft.com/office/drawing/2014/main" id="{0B8D14B2-89BB-27E1-1A46-F289DB6D8E7A}"/>
              </a:ext>
            </a:extLst>
          </p:cNvPr>
          <p:cNvSpPr/>
          <p:nvPr/>
        </p:nvSpPr>
        <p:spPr bwMode="auto">
          <a:xfrm>
            <a:off x="616148" y="1394619"/>
            <a:ext cx="1582540" cy="2646660"/>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9" name="Oval 8">
            <a:extLst>
              <a:ext uri="{FF2B5EF4-FFF2-40B4-BE49-F238E27FC236}">
                <a16:creationId xmlns:a16="http://schemas.microsoft.com/office/drawing/2014/main" id="{04461669-F909-D189-9741-C5B1D62F84C2}"/>
              </a:ext>
            </a:extLst>
          </p:cNvPr>
          <p:cNvSpPr/>
          <p:nvPr/>
        </p:nvSpPr>
        <p:spPr bwMode="auto">
          <a:xfrm>
            <a:off x="482600" y="12700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3</a:t>
            </a:r>
          </a:p>
        </p:txBody>
      </p:sp>
      <p:sp>
        <p:nvSpPr>
          <p:cNvPr id="10" name="Rectangle 9">
            <a:extLst>
              <a:ext uri="{FF2B5EF4-FFF2-40B4-BE49-F238E27FC236}">
                <a16:creationId xmlns:a16="http://schemas.microsoft.com/office/drawing/2014/main" id="{C1920AA1-D79F-08B0-6888-12E61FD2A5A3}"/>
              </a:ext>
            </a:extLst>
          </p:cNvPr>
          <p:cNvSpPr/>
          <p:nvPr/>
        </p:nvSpPr>
        <p:spPr bwMode="auto">
          <a:xfrm>
            <a:off x="2362398" y="1165423"/>
            <a:ext cx="3175993" cy="185540"/>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1" name="Oval 10">
            <a:extLst>
              <a:ext uri="{FF2B5EF4-FFF2-40B4-BE49-F238E27FC236}">
                <a16:creationId xmlns:a16="http://schemas.microsoft.com/office/drawing/2014/main" id="{DD518E12-4454-F58C-8469-9F7ADB960894}"/>
              </a:ext>
            </a:extLst>
          </p:cNvPr>
          <p:cNvSpPr/>
          <p:nvPr/>
        </p:nvSpPr>
        <p:spPr bwMode="auto">
          <a:xfrm>
            <a:off x="2222500" y="10414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4</a:t>
            </a:r>
          </a:p>
        </p:txBody>
      </p:sp>
      <p:sp>
        <p:nvSpPr>
          <p:cNvPr id="12" name="Rectangle 11">
            <a:extLst>
              <a:ext uri="{FF2B5EF4-FFF2-40B4-BE49-F238E27FC236}">
                <a16:creationId xmlns:a16="http://schemas.microsoft.com/office/drawing/2014/main" id="{11E1D5BC-6A12-9647-F072-1F29BDA92668}"/>
              </a:ext>
            </a:extLst>
          </p:cNvPr>
          <p:cNvSpPr/>
          <p:nvPr/>
        </p:nvSpPr>
        <p:spPr bwMode="auto">
          <a:xfrm>
            <a:off x="2335113" y="1383705"/>
            <a:ext cx="3230563" cy="3219648"/>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3" name="Oval 12">
            <a:extLst>
              <a:ext uri="{FF2B5EF4-FFF2-40B4-BE49-F238E27FC236}">
                <a16:creationId xmlns:a16="http://schemas.microsoft.com/office/drawing/2014/main" id="{DABF1A18-7A7C-3E43-F52E-1FF3647F0619}"/>
              </a:ext>
            </a:extLst>
          </p:cNvPr>
          <p:cNvSpPr/>
          <p:nvPr/>
        </p:nvSpPr>
        <p:spPr bwMode="auto">
          <a:xfrm>
            <a:off x="2197100" y="12573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5</a:t>
            </a:r>
          </a:p>
        </p:txBody>
      </p:sp>
      <p:sp>
        <p:nvSpPr>
          <p:cNvPr id="14" name="Rectangle 13">
            <a:extLst>
              <a:ext uri="{FF2B5EF4-FFF2-40B4-BE49-F238E27FC236}">
                <a16:creationId xmlns:a16="http://schemas.microsoft.com/office/drawing/2014/main" id="{A86D989A-AA96-6F8A-924F-944D66EB5152}"/>
              </a:ext>
            </a:extLst>
          </p:cNvPr>
          <p:cNvSpPr/>
          <p:nvPr/>
        </p:nvSpPr>
        <p:spPr bwMode="auto">
          <a:xfrm>
            <a:off x="5254625" y="1678384"/>
            <a:ext cx="240109" cy="218282"/>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6" name="Oval 15">
            <a:extLst>
              <a:ext uri="{FF2B5EF4-FFF2-40B4-BE49-F238E27FC236}">
                <a16:creationId xmlns:a16="http://schemas.microsoft.com/office/drawing/2014/main" id="{3A2955FC-64DA-BDE7-7A4E-073F4796812C}"/>
              </a:ext>
            </a:extLst>
          </p:cNvPr>
          <p:cNvSpPr/>
          <p:nvPr/>
        </p:nvSpPr>
        <p:spPr bwMode="auto">
          <a:xfrm>
            <a:off x="5118100" y="15494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6</a:t>
            </a:r>
          </a:p>
        </p:txBody>
      </p:sp>
      <p:graphicFrame>
        <p:nvGraphicFramePr>
          <p:cNvPr id="19" name="Table 18">
            <a:extLst>
              <a:ext uri="{FF2B5EF4-FFF2-40B4-BE49-F238E27FC236}">
                <a16:creationId xmlns:a16="http://schemas.microsoft.com/office/drawing/2014/main" id="{EA7839B8-670E-F650-B7F0-C58BAB5DB0FA}"/>
              </a:ext>
            </a:extLst>
          </p:cNvPr>
          <p:cNvGraphicFramePr>
            <a:graphicFrameLocks noGrp="1"/>
          </p:cNvGraphicFramePr>
          <p:nvPr>
            <p:extLst>
              <p:ext uri="{D42A27DB-BD31-4B8C-83A1-F6EECF244321}">
                <p14:modId xmlns:p14="http://schemas.microsoft.com/office/powerpoint/2010/main" val="3111107017"/>
              </p:ext>
            </p:extLst>
          </p:nvPr>
        </p:nvGraphicFramePr>
        <p:xfrm>
          <a:off x="7239000" y="647700"/>
          <a:ext cx="2616200" cy="1066800"/>
        </p:xfrm>
        <a:graphic>
          <a:graphicData uri="http://schemas.openxmlformats.org/drawingml/2006/table">
            <a:tbl>
              <a:tblPr firstRow="1" bandRow="1">
                <a:tableStyleId>{5940675A-B579-460E-94D1-54222C63F5DA}</a:tableStyleId>
              </a:tblPr>
              <a:tblGrid>
                <a:gridCol w="279400">
                  <a:extLst>
                    <a:ext uri="{9D8B030D-6E8A-4147-A177-3AD203B41FA5}">
                      <a16:colId xmlns:a16="http://schemas.microsoft.com/office/drawing/2014/main" val="1859915514"/>
                    </a:ext>
                  </a:extLst>
                </a:gridCol>
                <a:gridCol w="2336800">
                  <a:extLst>
                    <a:ext uri="{9D8B030D-6E8A-4147-A177-3AD203B41FA5}">
                      <a16:colId xmlns:a16="http://schemas.microsoft.com/office/drawing/2014/main" val="1032653697"/>
                    </a:ext>
                  </a:extLst>
                </a:gridCol>
              </a:tblGrid>
              <a:tr h="127000">
                <a:tc gridSpan="2">
                  <a:txBody>
                    <a:bodyPr/>
                    <a:lstStyle/>
                    <a:p>
                      <a:pPr latinLnBrk="0" algn="ctr"/>
                      <a:r>
                        <a:rPr lang="en-US" sz="800" b="1" i="0">
                          <a:solidFill>
                            <a:srgbClr val="FFFFFF"/>
                          </a:solidFill>
                          <a:latin typeface="Arial" panose="020B0604020202020204" pitchFamily="34" charset="0"/>
                        </a:rPr>
                        <a:t>Description</a:t>
                      </a:r>
                      <a:endParaRPr lang="en-US" sz="8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hMerge="1">
                  <a:txBody>
                    <a:bodyPr/>
                    <a:lstStyle/>
                    <a:p>
                      <a:pPr latinLnBrk="0"/>
                      <a:endParaRPr lang="en-AE"/>
                    </a:p>
                  </a:txBody>
                  <a:tcPr/>
                </a:tc>
                <a:extLst>
                  <a:ext uri="{0D108BD9-81ED-4DB2-BD59-A6C34878D82A}">
                    <a16:rowId xmlns:a16="http://schemas.microsoft.com/office/drawing/2014/main" val="443019130"/>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Search</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4242459381"/>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TV guide</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533531121"/>
                  </a:ext>
                </a:extLst>
              </a:tr>
              <a:tr h="127000">
                <a:tc>
                  <a:txBody>
                    <a:bodyPr/>
                    <a:lstStyle/>
                    <a:p>
                      <a:pPr latinLnBrk="0" algn="ctr"/>
                      <a:r>
                        <a:rPr lang="en-US" sz="800" b="0" i="0">
                          <a:solidFill>
                            <a:srgbClr val="000000"/>
                          </a:solidFill>
                          <a:latin typeface="Arial" panose="020B0604020202020204" pitchFamily="34" charset="0"/>
                        </a:rPr>
                        <a:t>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Categories with </a:t>
                      </a:r>
                      <a:r>
                        <a:rPr lang="en-US" sz="800" b="0" i="0">
                          <a:solidFill>
                            <a:srgbClr val="000000"/>
                          </a:solidFill>
                          <a:latin typeface="Arial" panose="020B0604020202020204" pitchFamily="34" charset="0"/>
                        </a:rPr>
                        <a:t>channel counts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39501424"/>
                  </a:ext>
                </a:extLst>
              </a:tr>
              <a:tr h="127000">
                <a:tc>
                  <a:txBody>
                    <a:bodyPr/>
                    <a:lstStyle/>
                    <a:p>
                      <a:pPr latinLnBrk="0" algn="ctr"/>
                      <a:r>
                        <a:rPr lang="en-US" sz="800" b="0" i="0">
                          <a:solidFill>
                            <a:srgbClr val="000000"/>
                          </a:solidFill>
                          <a:latin typeface="Arial" panose="020B0604020202020204" pitchFamily="34" charset="0"/>
                        </a:rPr>
                        <a:t>4</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Category and position in </a:t>
                      </a:r>
                      <a:r>
                        <a:rPr lang="en-US" sz="800" b="0" i="0">
                          <a:solidFill>
                            <a:srgbClr val="000000"/>
                          </a:solidFill>
                          <a:latin typeface="Arial" panose="020B0604020202020204" pitchFamily="34" charset="0"/>
                        </a:rPr>
                        <a:t>the list</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376960411"/>
                  </a:ext>
                </a:extLst>
              </a:tr>
              <a:tr h="127000">
                <a:tc>
                  <a:txBody>
                    <a:bodyPr/>
                    <a:lstStyle/>
                    <a:p>
                      <a:pPr latinLnBrk="0" algn="ctr"/>
                      <a:r>
                        <a:rPr lang="en-US" sz="800" b="0" i="0">
                          <a:solidFill>
                            <a:srgbClr val="000000"/>
                          </a:solidFill>
                          <a:latin typeface="Arial" panose="020B0604020202020204" pitchFamily="34" charset="0"/>
                        </a:rPr>
                        <a:t>5</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Channels; the blue mark shows the channel </a:t>
                      </a:r>
                      <a:r>
                        <a:rPr lang="en-US" sz="800" b="0" i="0">
                          <a:solidFill>
                            <a:srgbClr val="000000"/>
                          </a:solidFill>
                          <a:latin typeface="Arial" panose="020B0604020202020204" pitchFamily="34" charset="0"/>
                        </a:rPr>
                        <a:t>playing now</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642108511"/>
                  </a:ext>
                </a:extLst>
              </a:tr>
              <a:tr h="127000">
                <a:tc>
                  <a:txBody>
                    <a:bodyPr/>
                    <a:lstStyle/>
                    <a:p>
                      <a:pPr latinLnBrk="0" algn="ctr"/>
                      <a:r>
                        <a:rPr lang="en-US" sz="800" b="0" i="0">
                          <a:solidFill>
                            <a:srgbClr val="000000"/>
                          </a:solidFill>
                          <a:latin typeface="Arial" panose="020B0604020202020204" pitchFamily="34" charset="0"/>
                        </a:rPr>
                        <a:t>6</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Favorite star: Right, </a:t>
                      </a:r>
                      <a:r>
                        <a:rPr lang="en-US" sz="800" b="0" i="0">
                          <a:solidFill>
                            <a:srgbClr val="000000"/>
                          </a:solidFill>
                          <a:latin typeface="Arial" panose="020B0604020202020204" pitchFamily="34" charset="0"/>
                        </a:rPr>
                        <a:t>then OK</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823454664"/>
                  </a:ext>
                </a:extLst>
              </a:tr>
            </a:tbl>
          </a:graphicData>
        </a:graphic>
      </p:graphicFrame>
    </p:spTree>
    <p:extLst>
      <p:ext uri="{BB962C8B-B14F-4D97-AF65-F5344CB8AC3E}">
        <p14:creationId xmlns:p14="http://schemas.microsoft.com/office/powerpoint/2010/main" val="18493401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16E9DCFC-054A-65EF-85FF-F33D24028C57}"/>
              </a:ext>
            </a:extLst>
          </p:cNvPr>
          <p:cNvSpPr/>
          <p:nvPr/>
        </p:nvSpPr>
        <p:spPr bwMode="auto">
          <a:xfrm>
            <a:off x="0" y="4927600"/>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Arrow keys move through </a:t>
            </a:r>
            <a:r>
              <a:rPr lang="en-US" altLang="ko-KR" sz="900" dirty="0" err="1">
                <a:latin typeface="Arial" pitchFamily="34" charset="0"/>
                <a:ea typeface="굴림" panose="020B0600000101010101" pitchFamily="50" charset="-127"/>
                <a:cs typeface="Arial" pitchFamily="34" charset="0"/>
              </a:rPr>
              <a:t>programmes</a:t>
            </a:r>
            <a:r>
              <a:rPr lang="en-US" altLang="ko-KR" sz="900" dirty="0">
                <a:latin typeface="Arial" pitchFamily="34" charset="0"/>
                <a:ea typeface="굴림" panose="020B0600000101010101" pitchFamily="50" charset="-127"/>
                <a:cs typeface="Arial" pitchFamily="34" charset="0"/>
              </a:rPr>
              <a:t> and channels; CH +/- page; the wheel scrolls. OK on a </a:t>
            </a:r>
            <a:r>
              <a:rPr lang="en-US" altLang="ko-KR" sz="900" dirty="0" err="1">
                <a:latin typeface="Arial" pitchFamily="34" charset="0"/>
                <a:ea typeface="굴림" panose="020B0600000101010101" pitchFamily="50" charset="-127"/>
                <a:cs typeface="Arial" pitchFamily="34" charset="0"/>
              </a:rPr>
              <a:t>programme</a:t>
            </a:r>
            <a:r>
              <a:rPr lang="en-US" altLang="ko-KR" sz="900" dirty="0">
                <a:latin typeface="Arial" pitchFamily="34" charset="0"/>
                <a:ea typeface="굴림" panose="020B0600000101010101" pitchFamily="50" charset="-127"/>
                <a:cs typeface="Arial" pitchFamily="34" charset="0"/>
              </a:rPr>
              <a:t> on air plays its channel.</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Guide data comes from XMLTV named in the playlist, in Settings, or by the </a:t>
            </a:r>
            <a:r>
              <a:rPr lang="en-US" altLang="ko-KR" sz="900" dirty="0" err="1">
                <a:latin typeface="Arial" pitchFamily="34" charset="0"/>
                <a:ea typeface="굴림" panose="020B0600000101010101" pitchFamily="50" charset="-127"/>
                <a:cs typeface="Arial" pitchFamily="34" charset="0"/>
              </a:rPr>
              <a:t>Xtream</a:t>
            </a:r>
            <a:r>
              <a:rPr lang="en-US" altLang="ko-KR" sz="900" dirty="0">
                <a:latin typeface="Arial" pitchFamily="34" charset="0"/>
                <a:ea typeface="굴림" panose="020B0600000101010101" pitchFamily="50" charset="-127"/>
                <a:cs typeface="Arial" pitchFamily="34" charset="0"/>
              </a:rPr>
              <a:t> server.</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The test playlist comes with guide data, so every test channel shows </a:t>
            </a:r>
            <a:r>
              <a:rPr lang="en-US" altLang="ko-KR" sz="900" err="1">
                <a:latin typeface="Arial" pitchFamily="34" charset="0"/>
                <a:ea typeface="굴림" panose="020B0600000101010101" pitchFamily="50" charset="-127"/>
                <a:cs typeface="Arial" pitchFamily="34" charset="0"/>
              </a:rPr>
              <a:t>programmes</a:t>
            </a:r>
            <a:r>
              <a:rPr lang="en-US" altLang="ko-KR" sz="900">
                <a:latin typeface="Arial" pitchFamily="34" charset="0"/>
                <a:ea typeface="굴림" panose="020B0600000101010101" pitchFamily="50" charset="-127"/>
                <a:cs typeface="Arial" pitchFamily="34" charset="0"/>
              </a:rPr>
              <a:t>.</a:t>
            </a:r>
            <a:endParaRPr lang="en-US" altLang="ko-KR" sz="900" dirty="0">
              <a:latin typeface="Arial" pitchFamily="34" charset="0"/>
              <a:ea typeface="굴림" panose="020B0600000101010101" pitchFamily="50" charset="-127"/>
              <a:cs typeface="Arial" pitchFamily="34" charset="0"/>
            </a:endParaRPr>
          </a:p>
        </p:txBody>
      </p:sp>
      <p:sp>
        <p:nvSpPr>
          <p:cNvPr id="32772" name="TextBox 5">
            <a:extLst>
              <a:ext uri="{FF2B5EF4-FFF2-40B4-BE49-F238E27FC236}">
                <a16:creationId xmlns:a16="http://schemas.microsoft.com/office/drawing/2014/main" id="{CB202140-F02E-2696-5110-E5A73077EE84}"/>
              </a:ext>
            </a:extLst>
          </p:cNvPr>
          <p:cNvSpPr txBox="1">
            <a:spLocks noChangeArrowheads="1"/>
          </p:cNvSpPr>
          <p:nvPr/>
        </p:nvSpPr>
        <p:spPr bwMode="auto">
          <a:xfrm>
            <a:off x="128588" y="620713"/>
            <a:ext cx="685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cs typeface="Arial" panose="020B0604020202020204" pitchFamily="34" charset="0"/>
              </a:rPr>
              <a:t>3. TV guide</a:t>
            </a:r>
          </a:p>
        </p:txBody>
      </p:sp>
      <p:sp>
        <p:nvSpPr>
          <p:cNvPr id="17" name="텍스트 개체 틀 16">
            <a:extLst>
              <a:ext uri="{FF2B5EF4-FFF2-40B4-BE49-F238E27FC236}">
                <a16:creationId xmlns:a16="http://schemas.microsoft.com/office/drawing/2014/main" id="{2BE908F5-3E88-7F81-6668-6A7DE1B9C373}"/>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6. Sub Page Description</a:t>
            </a:r>
            <a:endParaRPr>
              <a:latin typeface="Arial" pitchFamily="34" charset="0"/>
              <a:cs typeface="Arial" pitchFamily="34" charset="0"/>
            </a:endParaRPr>
          </a:p>
        </p:txBody>
      </p:sp>
      <p:pic>
        <p:nvPicPr>
          <p:cNvPr id="3" name="Picture 2">
            <a:extLst>
              <a:ext uri="{FF2B5EF4-FFF2-40B4-BE49-F238E27FC236}">
                <a16:creationId xmlns:a16="http://schemas.microsoft.com/office/drawing/2014/main" id="{D161E2B4-739A-9935-9333-60875C33172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 y="914400"/>
            <a:ext cx="6985000" cy="3929063"/>
          </a:xfrm>
          <a:prstGeom prst="rect">
            <a:avLst/>
          </a:prstGeom>
          <a:ln w="9525">
            <a:solidFill>
              <a:srgbClr val="A6A6A6"/>
            </a:solidFill>
          </a:ln>
        </p:spPr>
      </p:pic>
      <p:sp>
        <p:nvSpPr>
          <p:cNvPr id="4" name="Rectangle 3">
            <a:extLst>
              <a:ext uri="{FF2B5EF4-FFF2-40B4-BE49-F238E27FC236}">
                <a16:creationId xmlns:a16="http://schemas.microsoft.com/office/drawing/2014/main" id="{89380206-F86A-5C40-4D16-8025D6E46E29}"/>
              </a:ext>
            </a:extLst>
          </p:cNvPr>
          <p:cNvSpPr/>
          <p:nvPr/>
        </p:nvSpPr>
        <p:spPr bwMode="auto">
          <a:xfrm>
            <a:off x="517922" y="1105396"/>
            <a:ext cx="2837656" cy="518418"/>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5" name="Oval 4">
            <a:extLst>
              <a:ext uri="{FF2B5EF4-FFF2-40B4-BE49-F238E27FC236}">
                <a16:creationId xmlns:a16="http://schemas.microsoft.com/office/drawing/2014/main" id="{29A3AAE6-E761-8B91-B75A-16AF61F741AF}"/>
              </a:ext>
            </a:extLst>
          </p:cNvPr>
          <p:cNvSpPr/>
          <p:nvPr/>
        </p:nvSpPr>
        <p:spPr bwMode="auto">
          <a:xfrm>
            <a:off x="381000" y="9779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1</a:t>
            </a:r>
          </a:p>
        </p:txBody>
      </p:sp>
      <p:sp>
        <p:nvSpPr>
          <p:cNvPr id="6" name="Rectangle 5">
            <a:extLst>
              <a:ext uri="{FF2B5EF4-FFF2-40B4-BE49-F238E27FC236}">
                <a16:creationId xmlns:a16="http://schemas.microsoft.com/office/drawing/2014/main" id="{A79CC449-59AB-17E4-E7EC-A0CFCD5408D3}"/>
              </a:ext>
            </a:extLst>
          </p:cNvPr>
          <p:cNvSpPr/>
          <p:nvPr/>
        </p:nvSpPr>
        <p:spPr bwMode="auto">
          <a:xfrm>
            <a:off x="1827609" y="1732955"/>
            <a:ext cx="4993184" cy="152797"/>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7" name="Oval 6">
            <a:extLst>
              <a:ext uri="{FF2B5EF4-FFF2-40B4-BE49-F238E27FC236}">
                <a16:creationId xmlns:a16="http://schemas.microsoft.com/office/drawing/2014/main" id="{E6ECAD35-709C-3BB3-45DD-B312C9C08C32}"/>
              </a:ext>
            </a:extLst>
          </p:cNvPr>
          <p:cNvSpPr/>
          <p:nvPr/>
        </p:nvSpPr>
        <p:spPr bwMode="auto">
          <a:xfrm>
            <a:off x="1689100" y="16002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2</a:t>
            </a:r>
          </a:p>
        </p:txBody>
      </p:sp>
      <p:sp>
        <p:nvSpPr>
          <p:cNvPr id="8" name="Rectangle 7">
            <a:extLst>
              <a:ext uri="{FF2B5EF4-FFF2-40B4-BE49-F238E27FC236}">
                <a16:creationId xmlns:a16="http://schemas.microsoft.com/office/drawing/2014/main" id="{0029FC37-F116-4EC5-5C08-0F6F03A3AA90}"/>
              </a:ext>
            </a:extLst>
          </p:cNvPr>
          <p:cNvSpPr/>
          <p:nvPr/>
        </p:nvSpPr>
        <p:spPr bwMode="auto">
          <a:xfrm>
            <a:off x="517922" y="1951236"/>
            <a:ext cx="1309687" cy="2401094"/>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9" name="Oval 8">
            <a:extLst>
              <a:ext uri="{FF2B5EF4-FFF2-40B4-BE49-F238E27FC236}">
                <a16:creationId xmlns:a16="http://schemas.microsoft.com/office/drawing/2014/main" id="{213567F2-CC28-653A-6AF9-732DE9ADD361}"/>
              </a:ext>
            </a:extLst>
          </p:cNvPr>
          <p:cNvSpPr/>
          <p:nvPr/>
        </p:nvSpPr>
        <p:spPr bwMode="auto">
          <a:xfrm>
            <a:off x="381000" y="18288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3</a:t>
            </a:r>
          </a:p>
        </p:txBody>
      </p:sp>
      <p:sp>
        <p:nvSpPr>
          <p:cNvPr id="10" name="Rectangle 9">
            <a:extLst>
              <a:ext uri="{FF2B5EF4-FFF2-40B4-BE49-F238E27FC236}">
                <a16:creationId xmlns:a16="http://schemas.microsoft.com/office/drawing/2014/main" id="{E865DEAD-DB09-D382-DB34-F8122FBD08C6}"/>
              </a:ext>
            </a:extLst>
          </p:cNvPr>
          <p:cNvSpPr/>
          <p:nvPr/>
        </p:nvSpPr>
        <p:spPr bwMode="auto">
          <a:xfrm>
            <a:off x="1827609" y="1907580"/>
            <a:ext cx="4993184" cy="2444750"/>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1" name="Oval 10">
            <a:extLst>
              <a:ext uri="{FF2B5EF4-FFF2-40B4-BE49-F238E27FC236}">
                <a16:creationId xmlns:a16="http://schemas.microsoft.com/office/drawing/2014/main" id="{6F04150F-0610-F725-673D-2D06987141B5}"/>
              </a:ext>
            </a:extLst>
          </p:cNvPr>
          <p:cNvSpPr/>
          <p:nvPr/>
        </p:nvSpPr>
        <p:spPr bwMode="auto">
          <a:xfrm>
            <a:off x="1689100" y="17780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4</a:t>
            </a:r>
          </a:p>
        </p:txBody>
      </p:sp>
      <p:sp>
        <p:nvSpPr>
          <p:cNvPr id="12" name="Rectangle 11">
            <a:extLst>
              <a:ext uri="{FF2B5EF4-FFF2-40B4-BE49-F238E27FC236}">
                <a16:creationId xmlns:a16="http://schemas.microsoft.com/office/drawing/2014/main" id="{514CA4DE-13B7-5C02-7715-8544DFB57782}"/>
              </a:ext>
            </a:extLst>
          </p:cNvPr>
          <p:cNvSpPr/>
          <p:nvPr/>
        </p:nvSpPr>
        <p:spPr bwMode="auto">
          <a:xfrm>
            <a:off x="2389684" y="2213173"/>
            <a:ext cx="1669851" cy="305594"/>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3" name="Oval 12">
            <a:extLst>
              <a:ext uri="{FF2B5EF4-FFF2-40B4-BE49-F238E27FC236}">
                <a16:creationId xmlns:a16="http://schemas.microsoft.com/office/drawing/2014/main" id="{F69B2748-7F0B-FF3C-6420-ED081E3EED24}"/>
              </a:ext>
            </a:extLst>
          </p:cNvPr>
          <p:cNvSpPr/>
          <p:nvPr/>
        </p:nvSpPr>
        <p:spPr bwMode="auto">
          <a:xfrm>
            <a:off x="2247900" y="20828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5</a:t>
            </a:r>
          </a:p>
        </p:txBody>
      </p:sp>
      <p:sp>
        <p:nvSpPr>
          <p:cNvPr id="14" name="Rectangle 13">
            <a:extLst>
              <a:ext uri="{FF2B5EF4-FFF2-40B4-BE49-F238E27FC236}">
                <a16:creationId xmlns:a16="http://schemas.microsoft.com/office/drawing/2014/main" id="{8C56271B-0261-3362-A47A-A6757810E4E0}"/>
              </a:ext>
            </a:extLst>
          </p:cNvPr>
          <p:cNvSpPr/>
          <p:nvPr/>
        </p:nvSpPr>
        <p:spPr bwMode="auto">
          <a:xfrm>
            <a:off x="517922" y="4385072"/>
            <a:ext cx="2673945" cy="141883"/>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6" name="Oval 15">
            <a:extLst>
              <a:ext uri="{FF2B5EF4-FFF2-40B4-BE49-F238E27FC236}">
                <a16:creationId xmlns:a16="http://schemas.microsoft.com/office/drawing/2014/main" id="{27D851C8-C58F-CB32-DADA-B9A4A6FC47F1}"/>
              </a:ext>
            </a:extLst>
          </p:cNvPr>
          <p:cNvSpPr/>
          <p:nvPr/>
        </p:nvSpPr>
        <p:spPr bwMode="auto">
          <a:xfrm>
            <a:off x="381000" y="42545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6</a:t>
            </a:r>
          </a:p>
        </p:txBody>
      </p:sp>
      <p:graphicFrame>
        <p:nvGraphicFramePr>
          <p:cNvPr id="19" name="Table 18">
            <a:extLst>
              <a:ext uri="{FF2B5EF4-FFF2-40B4-BE49-F238E27FC236}">
                <a16:creationId xmlns:a16="http://schemas.microsoft.com/office/drawing/2014/main" id="{7A805A58-47C2-7C7B-439D-6AB36F50C506}"/>
              </a:ext>
            </a:extLst>
          </p:cNvPr>
          <p:cNvGraphicFramePr>
            <a:graphicFrameLocks noGrp="1"/>
          </p:cNvGraphicFramePr>
          <p:nvPr>
            <p:extLst>
              <p:ext uri="{D42A27DB-BD31-4B8C-83A1-F6EECF244321}">
                <p14:modId xmlns:p14="http://schemas.microsoft.com/office/powerpoint/2010/main" val="3518640305"/>
              </p:ext>
            </p:extLst>
          </p:nvPr>
        </p:nvGraphicFramePr>
        <p:xfrm>
          <a:off x="7239000" y="647700"/>
          <a:ext cx="2616200" cy="1066800"/>
        </p:xfrm>
        <a:graphic>
          <a:graphicData uri="http://schemas.openxmlformats.org/drawingml/2006/table">
            <a:tbl>
              <a:tblPr firstRow="1" bandRow="1">
                <a:tableStyleId>{5940675A-B579-460E-94D1-54222C63F5DA}</a:tableStyleId>
              </a:tblPr>
              <a:tblGrid>
                <a:gridCol w="279400">
                  <a:extLst>
                    <a:ext uri="{9D8B030D-6E8A-4147-A177-3AD203B41FA5}">
                      <a16:colId xmlns:a16="http://schemas.microsoft.com/office/drawing/2014/main" val="3222308257"/>
                    </a:ext>
                  </a:extLst>
                </a:gridCol>
                <a:gridCol w="2336800">
                  <a:extLst>
                    <a:ext uri="{9D8B030D-6E8A-4147-A177-3AD203B41FA5}">
                      <a16:colId xmlns:a16="http://schemas.microsoft.com/office/drawing/2014/main" val="3818952595"/>
                    </a:ext>
                  </a:extLst>
                </a:gridCol>
              </a:tblGrid>
              <a:tr h="127000">
                <a:tc gridSpan="2">
                  <a:txBody>
                    <a:bodyPr/>
                    <a:lstStyle/>
                    <a:p>
                      <a:pPr latinLnBrk="0" algn="ctr"/>
                      <a:r>
                        <a:rPr lang="en-US" sz="800" b="1" i="0">
                          <a:solidFill>
                            <a:srgbClr val="FFFFFF"/>
                          </a:solidFill>
                          <a:latin typeface="Arial" panose="020B0604020202020204" pitchFamily="34" charset="0"/>
                        </a:rPr>
                        <a:t>Description</a:t>
                      </a:r>
                      <a:endParaRPr lang="en-US" sz="8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hMerge="1">
                  <a:txBody>
                    <a:bodyPr/>
                    <a:lstStyle/>
                    <a:p>
                      <a:pPr latinLnBrk="0"/>
                      <a:endParaRPr lang="en-AE"/>
                    </a:p>
                  </a:txBody>
                  <a:tcPr/>
                </a:tc>
                <a:extLst>
                  <a:ext uri="{0D108BD9-81ED-4DB2-BD59-A6C34878D82A}">
                    <a16:rowId xmlns:a16="http://schemas.microsoft.com/office/drawing/2014/main" val="92754811"/>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Focused </a:t>
                      </a:r>
                      <a:r>
                        <a:rPr lang="en-US" sz="800" b="0" i="0" dirty="0" err="1">
                          <a:solidFill>
                            <a:srgbClr val="000000"/>
                          </a:solidFill>
                          <a:latin typeface="Arial" panose="020B0604020202020204" pitchFamily="34" charset="0"/>
                        </a:rPr>
                        <a:t>programme</a:t>
                      </a:r>
                      <a:r>
                        <a:rPr lang="en-US" sz="800" b="0" i="0" dirty="0">
                          <a:solidFill>
                            <a:srgbClr val="000000"/>
                          </a:solidFill>
                          <a:latin typeface="Arial" panose="020B0604020202020204" pitchFamily="34" charset="0"/>
                        </a:rPr>
                        <a:t>: channel, time, title</a:t>
                      </a:r>
                      <a:r>
                        <a:rPr lang="en-US" sz="800" b="0" i="0">
                          <a:solidFill>
                            <a:srgbClr val="000000"/>
                          </a:solidFill>
                          <a:latin typeface="Arial" panose="020B0604020202020204" pitchFamily="34" charset="0"/>
                        </a:rPr>
                        <a:t>, description</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959019165"/>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Date and </a:t>
                      </a:r>
                      <a:r>
                        <a:rPr lang="en-US" sz="800" b="0" i="0">
                          <a:solidFill>
                            <a:srgbClr val="000000"/>
                          </a:solidFill>
                          <a:latin typeface="Arial" panose="020B0604020202020204" pitchFamily="34" charset="0"/>
                        </a:rPr>
                        <a:t>time scale</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706067925"/>
                  </a:ext>
                </a:extLst>
              </a:tr>
              <a:tr h="127000">
                <a:tc>
                  <a:txBody>
                    <a:bodyPr/>
                    <a:lstStyle/>
                    <a:p>
                      <a:pPr latinLnBrk="0" algn="ctr"/>
                      <a:r>
                        <a:rPr lang="en-US" sz="800" b="0" i="0">
                          <a:solidFill>
                            <a:srgbClr val="000000"/>
                          </a:solidFill>
                          <a:latin typeface="Arial" panose="020B0604020202020204" pitchFamily="34" charset="0"/>
                        </a:rPr>
                        <a:t>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Channels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616672187"/>
                  </a:ext>
                </a:extLst>
              </a:tr>
              <a:tr h="127000">
                <a:tc>
                  <a:txBody>
                    <a:bodyPr/>
                    <a:lstStyle/>
                    <a:p>
                      <a:pPr latinLnBrk="0" algn="ctr"/>
                      <a:r>
                        <a:rPr lang="en-US" sz="800" b="0" i="0">
                          <a:solidFill>
                            <a:srgbClr val="000000"/>
                          </a:solidFill>
                          <a:latin typeface="Arial" panose="020B0604020202020204" pitchFamily="34" charset="0"/>
                        </a:rPr>
                        <a:t>4</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err="1">
                          <a:solidFill>
                            <a:srgbClr val="000000"/>
                          </a:solidFill>
                          <a:latin typeface="Arial" panose="020B0604020202020204" pitchFamily="34" charset="0"/>
                        </a:rPr>
                        <a:t>Programmes</a:t>
                      </a:r>
                      <a:r>
                        <a:rPr lang="en-US" sz="800" b="0" i="0" dirty="0">
                          <a:solidFill>
                            <a:srgbClr val="000000"/>
                          </a:solidFill>
                          <a:latin typeface="Arial" panose="020B0604020202020204" pitchFamily="34" charset="0"/>
                        </a:rPr>
                        <a:t>; the red line marks the </a:t>
                      </a:r>
                      <a:r>
                        <a:rPr lang="en-US" sz="800" b="0" i="0">
                          <a:solidFill>
                            <a:srgbClr val="000000"/>
                          </a:solidFill>
                          <a:latin typeface="Arial" panose="020B0604020202020204" pitchFamily="34" charset="0"/>
                        </a:rPr>
                        <a:t>current time</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577622898"/>
                  </a:ext>
                </a:extLst>
              </a:tr>
              <a:tr h="127000">
                <a:tc>
                  <a:txBody>
                    <a:bodyPr/>
                    <a:lstStyle/>
                    <a:p>
                      <a:pPr latinLnBrk="0" algn="ctr"/>
                      <a:r>
                        <a:rPr lang="en-US" sz="800" b="0" i="0">
                          <a:solidFill>
                            <a:srgbClr val="000000"/>
                          </a:solidFill>
                          <a:latin typeface="Arial" panose="020B0604020202020204" pitchFamily="34" charset="0"/>
                        </a:rPr>
                        <a:t>5</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Focused programme</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539480977"/>
                  </a:ext>
                </a:extLst>
              </a:tr>
              <a:tr h="127000">
                <a:tc>
                  <a:txBody>
                    <a:bodyPr/>
                    <a:lstStyle/>
                    <a:p>
                      <a:pPr latinLnBrk="0" algn="ctr"/>
                      <a:r>
                        <a:rPr lang="en-US" sz="800" b="0" i="0">
                          <a:solidFill>
                            <a:srgbClr val="000000"/>
                          </a:solidFill>
                          <a:latin typeface="Arial" panose="020B0604020202020204" pitchFamily="34" charset="0"/>
                        </a:rPr>
                        <a:t>6</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Key hints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196601587"/>
                  </a:ext>
                </a:extLst>
              </a:tr>
            </a:tbl>
          </a:graphicData>
        </a:graphic>
      </p:graphicFrame>
    </p:spTree>
    <p:extLst>
      <p:ext uri="{BB962C8B-B14F-4D97-AF65-F5344CB8AC3E}">
        <p14:creationId xmlns:p14="http://schemas.microsoft.com/office/powerpoint/2010/main" val="24092531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16E9DCFC-054A-65EF-85FF-F33D24028C57}"/>
              </a:ext>
            </a:extLst>
          </p:cNvPr>
          <p:cNvSpPr/>
          <p:nvPr/>
        </p:nvSpPr>
        <p:spPr bwMode="auto">
          <a:xfrm>
            <a:off x="0" y="4927600"/>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Search ignores case and accents and matches any part of a channel name.</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Down moves from the field to the results. Back closes the keyboard, then the </a:t>
            </a:r>
            <a:r>
              <a:rPr lang="en-US" altLang="ko-KR" sz="900">
                <a:latin typeface="Arial" pitchFamily="34" charset="0"/>
                <a:ea typeface="굴림" panose="020B0600000101010101" pitchFamily="50" charset="-127"/>
                <a:cs typeface="Arial" pitchFamily="34" charset="0"/>
              </a:rPr>
              <a:t>screen.</a:t>
            </a:r>
            <a:endParaRPr lang="en-US" altLang="ko-KR" sz="900" dirty="0">
              <a:latin typeface="Arial" pitchFamily="34" charset="0"/>
              <a:ea typeface="굴림" panose="020B0600000101010101" pitchFamily="50" charset="-127"/>
              <a:cs typeface="Arial" pitchFamily="34" charset="0"/>
            </a:endParaRPr>
          </a:p>
        </p:txBody>
      </p:sp>
      <p:sp>
        <p:nvSpPr>
          <p:cNvPr id="32772" name="TextBox 5">
            <a:extLst>
              <a:ext uri="{FF2B5EF4-FFF2-40B4-BE49-F238E27FC236}">
                <a16:creationId xmlns:a16="http://schemas.microsoft.com/office/drawing/2014/main" id="{CB202140-F02E-2696-5110-E5A73077EE84}"/>
              </a:ext>
            </a:extLst>
          </p:cNvPr>
          <p:cNvSpPr txBox="1">
            <a:spLocks noChangeArrowheads="1"/>
          </p:cNvSpPr>
          <p:nvPr/>
        </p:nvSpPr>
        <p:spPr bwMode="auto">
          <a:xfrm>
            <a:off x="128588" y="620713"/>
            <a:ext cx="685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cs typeface="Arial" panose="020B0604020202020204" pitchFamily="34" charset="0"/>
              </a:rPr>
              <a:t>4. Search</a:t>
            </a:r>
          </a:p>
        </p:txBody>
      </p:sp>
      <p:sp>
        <p:nvSpPr>
          <p:cNvPr id="17" name="텍스트 개체 틀 16">
            <a:extLst>
              <a:ext uri="{FF2B5EF4-FFF2-40B4-BE49-F238E27FC236}">
                <a16:creationId xmlns:a16="http://schemas.microsoft.com/office/drawing/2014/main" id="{2BE908F5-3E88-7F81-6668-6A7DE1B9C373}"/>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6. Sub Page Description</a:t>
            </a:r>
            <a:endParaRPr>
              <a:latin typeface="Arial" pitchFamily="34" charset="0"/>
              <a:cs typeface="Arial" pitchFamily="34" charset="0"/>
            </a:endParaRPr>
          </a:p>
        </p:txBody>
      </p:sp>
      <p:pic>
        <p:nvPicPr>
          <p:cNvPr id="3" name="Picture 2">
            <a:extLst>
              <a:ext uri="{FF2B5EF4-FFF2-40B4-BE49-F238E27FC236}">
                <a16:creationId xmlns:a16="http://schemas.microsoft.com/office/drawing/2014/main" id="{6874BE3F-C2EA-067D-A847-94CEEE04D19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 y="914400"/>
            <a:ext cx="6985000" cy="3929063"/>
          </a:xfrm>
          <a:prstGeom prst="rect">
            <a:avLst/>
          </a:prstGeom>
          <a:ln w="9525">
            <a:solidFill>
              <a:srgbClr val="A6A6A6"/>
            </a:solidFill>
          </a:ln>
        </p:spPr>
      </p:pic>
      <p:sp>
        <p:nvSpPr>
          <p:cNvPr id="4" name="Rectangle 3">
            <a:extLst>
              <a:ext uri="{FF2B5EF4-FFF2-40B4-BE49-F238E27FC236}">
                <a16:creationId xmlns:a16="http://schemas.microsoft.com/office/drawing/2014/main" id="{53B9F91E-8377-0DCD-3F95-0A6D9281CBA6}"/>
              </a:ext>
            </a:extLst>
          </p:cNvPr>
          <p:cNvSpPr/>
          <p:nvPr/>
        </p:nvSpPr>
        <p:spPr bwMode="auto">
          <a:xfrm>
            <a:off x="2373313" y="1110853"/>
            <a:ext cx="4452937" cy="436563"/>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5" name="Oval 4">
            <a:extLst>
              <a:ext uri="{FF2B5EF4-FFF2-40B4-BE49-F238E27FC236}">
                <a16:creationId xmlns:a16="http://schemas.microsoft.com/office/drawing/2014/main" id="{A5E0DAB1-64C4-5BDF-51E8-7E3E9399399E}"/>
              </a:ext>
            </a:extLst>
          </p:cNvPr>
          <p:cNvSpPr/>
          <p:nvPr/>
        </p:nvSpPr>
        <p:spPr bwMode="auto">
          <a:xfrm>
            <a:off x="2235200" y="9779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1</a:t>
            </a:r>
          </a:p>
        </p:txBody>
      </p:sp>
      <p:sp>
        <p:nvSpPr>
          <p:cNvPr id="6" name="Rectangle 5">
            <a:extLst>
              <a:ext uri="{FF2B5EF4-FFF2-40B4-BE49-F238E27FC236}">
                <a16:creationId xmlns:a16="http://schemas.microsoft.com/office/drawing/2014/main" id="{AF025AF8-31FE-5FB4-B316-1CE1A4D23600}"/>
              </a:ext>
            </a:extLst>
          </p:cNvPr>
          <p:cNvSpPr/>
          <p:nvPr/>
        </p:nvSpPr>
        <p:spPr bwMode="auto">
          <a:xfrm>
            <a:off x="2340570" y="1574701"/>
            <a:ext cx="545703" cy="152797"/>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7" name="Oval 6">
            <a:extLst>
              <a:ext uri="{FF2B5EF4-FFF2-40B4-BE49-F238E27FC236}">
                <a16:creationId xmlns:a16="http://schemas.microsoft.com/office/drawing/2014/main" id="{15F18B3F-314D-0B35-5B59-D39D742046A9}"/>
              </a:ext>
            </a:extLst>
          </p:cNvPr>
          <p:cNvSpPr/>
          <p:nvPr/>
        </p:nvSpPr>
        <p:spPr bwMode="auto">
          <a:xfrm>
            <a:off x="2197100" y="14478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2</a:t>
            </a:r>
          </a:p>
        </p:txBody>
      </p:sp>
      <p:sp>
        <p:nvSpPr>
          <p:cNvPr id="8" name="Rectangle 7">
            <a:extLst>
              <a:ext uri="{FF2B5EF4-FFF2-40B4-BE49-F238E27FC236}">
                <a16:creationId xmlns:a16="http://schemas.microsoft.com/office/drawing/2014/main" id="{E06EB038-F678-B885-C655-BCBD9DC613F3}"/>
              </a:ext>
            </a:extLst>
          </p:cNvPr>
          <p:cNvSpPr/>
          <p:nvPr/>
        </p:nvSpPr>
        <p:spPr bwMode="auto">
          <a:xfrm>
            <a:off x="2395141" y="1831181"/>
            <a:ext cx="4409281" cy="1800821"/>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9" name="Oval 8">
            <a:extLst>
              <a:ext uri="{FF2B5EF4-FFF2-40B4-BE49-F238E27FC236}">
                <a16:creationId xmlns:a16="http://schemas.microsoft.com/office/drawing/2014/main" id="{A679442D-3582-8D3A-2148-B19DBE917B5A}"/>
              </a:ext>
            </a:extLst>
          </p:cNvPr>
          <p:cNvSpPr/>
          <p:nvPr/>
        </p:nvSpPr>
        <p:spPr bwMode="auto">
          <a:xfrm>
            <a:off x="2260600" y="17018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3</a:t>
            </a:r>
          </a:p>
        </p:txBody>
      </p:sp>
      <p:sp>
        <p:nvSpPr>
          <p:cNvPr id="10" name="Rectangle 9">
            <a:extLst>
              <a:ext uri="{FF2B5EF4-FFF2-40B4-BE49-F238E27FC236}">
                <a16:creationId xmlns:a16="http://schemas.microsoft.com/office/drawing/2014/main" id="{F268FBE3-E686-C471-9A65-C696AD04A941}"/>
              </a:ext>
            </a:extLst>
          </p:cNvPr>
          <p:cNvSpPr/>
          <p:nvPr/>
        </p:nvSpPr>
        <p:spPr bwMode="auto">
          <a:xfrm>
            <a:off x="6509742" y="1874838"/>
            <a:ext cx="240110" cy="218281"/>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1" name="Oval 10">
            <a:extLst>
              <a:ext uri="{FF2B5EF4-FFF2-40B4-BE49-F238E27FC236}">
                <a16:creationId xmlns:a16="http://schemas.microsoft.com/office/drawing/2014/main" id="{2CC973A9-93D6-70B1-B9FA-FAB19B791C8F}"/>
              </a:ext>
            </a:extLst>
          </p:cNvPr>
          <p:cNvSpPr/>
          <p:nvPr/>
        </p:nvSpPr>
        <p:spPr bwMode="auto">
          <a:xfrm>
            <a:off x="6375400" y="17526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4</a:t>
            </a:r>
          </a:p>
        </p:txBody>
      </p:sp>
      <p:graphicFrame>
        <p:nvGraphicFramePr>
          <p:cNvPr id="12" name="Table 11">
            <a:extLst>
              <a:ext uri="{FF2B5EF4-FFF2-40B4-BE49-F238E27FC236}">
                <a16:creationId xmlns:a16="http://schemas.microsoft.com/office/drawing/2014/main" id="{825FD1DF-AA17-FCD3-48BA-FA31EA9D26C3}"/>
              </a:ext>
            </a:extLst>
          </p:cNvPr>
          <p:cNvGraphicFramePr>
            <a:graphicFrameLocks noGrp="1"/>
          </p:cNvGraphicFramePr>
          <p:nvPr>
            <p:extLst>
              <p:ext uri="{D42A27DB-BD31-4B8C-83A1-F6EECF244321}">
                <p14:modId xmlns:p14="http://schemas.microsoft.com/office/powerpoint/2010/main" val="3887504882"/>
              </p:ext>
            </p:extLst>
          </p:nvPr>
        </p:nvGraphicFramePr>
        <p:xfrm>
          <a:off x="7239000" y="647700"/>
          <a:ext cx="2616200" cy="762000"/>
        </p:xfrm>
        <a:graphic>
          <a:graphicData uri="http://schemas.openxmlformats.org/drawingml/2006/table">
            <a:tbl>
              <a:tblPr firstRow="1" bandRow="1">
                <a:tableStyleId>{5940675A-B579-460E-94D1-54222C63F5DA}</a:tableStyleId>
              </a:tblPr>
              <a:tblGrid>
                <a:gridCol w="279400">
                  <a:extLst>
                    <a:ext uri="{9D8B030D-6E8A-4147-A177-3AD203B41FA5}">
                      <a16:colId xmlns:a16="http://schemas.microsoft.com/office/drawing/2014/main" val="144780190"/>
                    </a:ext>
                  </a:extLst>
                </a:gridCol>
                <a:gridCol w="2336800">
                  <a:extLst>
                    <a:ext uri="{9D8B030D-6E8A-4147-A177-3AD203B41FA5}">
                      <a16:colId xmlns:a16="http://schemas.microsoft.com/office/drawing/2014/main" val="2273156102"/>
                    </a:ext>
                  </a:extLst>
                </a:gridCol>
              </a:tblGrid>
              <a:tr h="127000">
                <a:tc gridSpan="2">
                  <a:txBody>
                    <a:bodyPr/>
                    <a:lstStyle/>
                    <a:p>
                      <a:pPr latinLnBrk="0" algn="ctr"/>
                      <a:r>
                        <a:rPr lang="en-US" sz="800" b="1" i="0">
                          <a:solidFill>
                            <a:srgbClr val="FFFFFF"/>
                          </a:solidFill>
                          <a:latin typeface="Arial" panose="020B0604020202020204" pitchFamily="34" charset="0"/>
                        </a:rPr>
                        <a:t>Description</a:t>
                      </a:r>
                      <a:endParaRPr lang="en-US" sz="8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hMerge="1">
                  <a:txBody>
                    <a:bodyPr/>
                    <a:lstStyle/>
                    <a:p>
                      <a:pPr latinLnBrk="0"/>
                      <a:endParaRPr lang="en-AE"/>
                    </a:p>
                  </a:txBody>
                  <a:tcPr/>
                </a:tc>
                <a:extLst>
                  <a:ext uri="{0D108BD9-81ED-4DB2-BD59-A6C34878D82A}">
                    <a16:rowId xmlns:a16="http://schemas.microsoft.com/office/drawing/2014/main" val="28242417"/>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Search field: OK opens the </a:t>
                      </a:r>
                      <a:r>
                        <a:rPr lang="en-US" sz="800" b="0" i="0">
                          <a:solidFill>
                            <a:srgbClr val="000000"/>
                          </a:solidFill>
                          <a:latin typeface="Arial" panose="020B0604020202020204" pitchFamily="34" charset="0"/>
                        </a:rPr>
                        <a:t>LG keyboard</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434767426"/>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Number </a:t>
                      </a:r>
                      <a:r>
                        <a:rPr lang="en-US" sz="800" b="0" i="0">
                          <a:solidFill>
                            <a:srgbClr val="000000"/>
                          </a:solidFill>
                          <a:latin typeface="Arial" panose="020B0604020202020204" pitchFamily="34" charset="0"/>
                        </a:rPr>
                        <a:t>of results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052099401"/>
                  </a:ext>
                </a:extLst>
              </a:tr>
              <a:tr h="127000">
                <a:tc>
                  <a:txBody>
                    <a:bodyPr/>
                    <a:lstStyle/>
                    <a:p>
                      <a:pPr latinLnBrk="0" algn="ctr"/>
                      <a:r>
                        <a:rPr lang="en-US" sz="800" b="0" i="0">
                          <a:solidFill>
                            <a:srgbClr val="000000"/>
                          </a:solidFill>
                          <a:latin typeface="Arial" panose="020B0604020202020204" pitchFamily="34" charset="0"/>
                        </a:rPr>
                        <a:t>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Results update while typing. OK plays </a:t>
                      </a:r>
                      <a:r>
                        <a:rPr lang="en-US" sz="800" b="0" i="0">
                          <a:solidFill>
                            <a:srgbClr val="000000"/>
                          </a:solidFill>
                          <a:latin typeface="Arial" panose="020B0604020202020204" pitchFamily="34" charset="0"/>
                        </a:rPr>
                        <a:t>the channel</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28489431"/>
                  </a:ext>
                </a:extLst>
              </a:tr>
              <a:tr h="127000">
                <a:tc>
                  <a:txBody>
                    <a:bodyPr/>
                    <a:lstStyle/>
                    <a:p>
                      <a:pPr latinLnBrk="0" algn="ctr"/>
                      <a:r>
                        <a:rPr lang="en-US" sz="800" b="0" i="0">
                          <a:solidFill>
                            <a:srgbClr val="000000"/>
                          </a:solidFill>
                          <a:latin typeface="Arial" panose="020B0604020202020204" pitchFamily="34" charset="0"/>
                        </a:rPr>
                        <a:t>4</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Favorite star: Right, </a:t>
                      </a:r>
                      <a:r>
                        <a:rPr lang="en-US" sz="800" b="0" i="0">
                          <a:solidFill>
                            <a:srgbClr val="000000"/>
                          </a:solidFill>
                          <a:latin typeface="Arial" panose="020B0604020202020204" pitchFamily="34" charset="0"/>
                        </a:rPr>
                        <a:t>then OK</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839631284"/>
                  </a:ext>
                </a:extLst>
              </a:tr>
            </a:tbl>
          </a:graphicData>
        </a:graphic>
      </p:graphicFrame>
    </p:spTree>
    <p:extLst>
      <p:ext uri="{BB962C8B-B14F-4D97-AF65-F5344CB8AC3E}">
        <p14:creationId xmlns:p14="http://schemas.microsoft.com/office/powerpoint/2010/main" val="3361714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16E9DCFC-054A-65EF-85FF-F33D24028C57}"/>
              </a:ext>
            </a:extLst>
          </p:cNvPr>
          <p:cNvSpPr/>
          <p:nvPr/>
        </p:nvSpPr>
        <p:spPr bwMode="auto">
          <a:xfrm>
            <a:off x="0" y="4927600"/>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In Favorites the menu also offers Move: Up/Down, or the arrows shown on the channel, reorder it; OK finishes.</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Back closes the </a:t>
            </a:r>
            <a:r>
              <a:rPr lang="en-US" altLang="ko-KR" sz="900">
                <a:latin typeface="Arial" pitchFamily="34" charset="0"/>
                <a:ea typeface="굴림" panose="020B0600000101010101" pitchFamily="50" charset="-127"/>
                <a:cs typeface="Arial" pitchFamily="34" charset="0"/>
              </a:rPr>
              <a:t>menu.</a:t>
            </a:r>
            <a:endParaRPr lang="en-US" altLang="ko-KR" sz="900" dirty="0">
              <a:latin typeface="Arial" pitchFamily="34" charset="0"/>
              <a:ea typeface="굴림" panose="020B0600000101010101" pitchFamily="50" charset="-127"/>
              <a:cs typeface="Arial" pitchFamily="34" charset="0"/>
            </a:endParaRPr>
          </a:p>
        </p:txBody>
      </p:sp>
      <p:sp>
        <p:nvSpPr>
          <p:cNvPr id="32772" name="TextBox 5">
            <a:extLst>
              <a:ext uri="{FF2B5EF4-FFF2-40B4-BE49-F238E27FC236}">
                <a16:creationId xmlns:a16="http://schemas.microsoft.com/office/drawing/2014/main" id="{CB202140-F02E-2696-5110-E5A73077EE84}"/>
              </a:ext>
            </a:extLst>
          </p:cNvPr>
          <p:cNvSpPr txBox="1">
            <a:spLocks noChangeArrowheads="1"/>
          </p:cNvSpPr>
          <p:nvPr/>
        </p:nvSpPr>
        <p:spPr bwMode="auto">
          <a:xfrm>
            <a:off x="128588" y="620713"/>
            <a:ext cx="685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cs typeface="Arial" panose="020B0604020202020204" pitchFamily="34" charset="0"/>
              </a:rPr>
              <a:t>5. Channel menu (hold OK on a channel)</a:t>
            </a:r>
          </a:p>
        </p:txBody>
      </p:sp>
      <p:sp>
        <p:nvSpPr>
          <p:cNvPr id="17" name="텍스트 개체 틀 16">
            <a:extLst>
              <a:ext uri="{FF2B5EF4-FFF2-40B4-BE49-F238E27FC236}">
                <a16:creationId xmlns:a16="http://schemas.microsoft.com/office/drawing/2014/main" id="{2BE908F5-3E88-7F81-6668-6A7DE1B9C373}"/>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6. Sub Page Description</a:t>
            </a:r>
            <a:endParaRPr>
              <a:latin typeface="Arial" pitchFamily="34" charset="0"/>
              <a:cs typeface="Arial" pitchFamily="34" charset="0"/>
            </a:endParaRPr>
          </a:p>
        </p:txBody>
      </p:sp>
      <p:pic>
        <p:nvPicPr>
          <p:cNvPr id="3" name="Picture 2">
            <a:extLst>
              <a:ext uri="{FF2B5EF4-FFF2-40B4-BE49-F238E27FC236}">
                <a16:creationId xmlns:a16="http://schemas.microsoft.com/office/drawing/2014/main" id="{818A4569-354C-11DB-21D5-1E38852F8B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 y="914400"/>
            <a:ext cx="6985000" cy="3929063"/>
          </a:xfrm>
          <a:prstGeom prst="rect">
            <a:avLst/>
          </a:prstGeom>
          <a:ln w="9525">
            <a:solidFill>
              <a:srgbClr val="A6A6A6"/>
            </a:solidFill>
          </a:ln>
        </p:spPr>
      </p:pic>
      <p:sp>
        <p:nvSpPr>
          <p:cNvPr id="4" name="Rectangle 3">
            <a:extLst>
              <a:ext uri="{FF2B5EF4-FFF2-40B4-BE49-F238E27FC236}">
                <a16:creationId xmlns:a16="http://schemas.microsoft.com/office/drawing/2014/main" id="{C539E4C7-F024-B6C0-E800-4C57F83AB047}"/>
              </a:ext>
            </a:extLst>
          </p:cNvPr>
          <p:cNvSpPr/>
          <p:nvPr/>
        </p:nvSpPr>
        <p:spPr bwMode="auto">
          <a:xfrm>
            <a:off x="2127746" y="2431455"/>
            <a:ext cx="3110508" cy="900410"/>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5" name="Oval 4">
            <a:extLst>
              <a:ext uri="{FF2B5EF4-FFF2-40B4-BE49-F238E27FC236}">
                <a16:creationId xmlns:a16="http://schemas.microsoft.com/office/drawing/2014/main" id="{790D41B5-CA7F-A157-3F70-6CA0BE7ED8C2}"/>
              </a:ext>
            </a:extLst>
          </p:cNvPr>
          <p:cNvSpPr/>
          <p:nvPr/>
        </p:nvSpPr>
        <p:spPr bwMode="auto">
          <a:xfrm>
            <a:off x="1993900" y="22987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1</a:t>
            </a:r>
          </a:p>
        </p:txBody>
      </p:sp>
      <p:sp>
        <p:nvSpPr>
          <p:cNvPr id="6" name="Rectangle 5">
            <a:extLst>
              <a:ext uri="{FF2B5EF4-FFF2-40B4-BE49-F238E27FC236}">
                <a16:creationId xmlns:a16="http://schemas.microsoft.com/office/drawing/2014/main" id="{E78AF533-1074-9AA5-93EF-E4976777612B}"/>
              </a:ext>
            </a:extLst>
          </p:cNvPr>
          <p:cNvSpPr/>
          <p:nvPr/>
        </p:nvSpPr>
        <p:spPr bwMode="auto">
          <a:xfrm>
            <a:off x="2275086" y="2868017"/>
            <a:ext cx="1407914" cy="294680"/>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7" name="Oval 6">
            <a:extLst>
              <a:ext uri="{FF2B5EF4-FFF2-40B4-BE49-F238E27FC236}">
                <a16:creationId xmlns:a16="http://schemas.microsoft.com/office/drawing/2014/main" id="{46BBA195-FC76-B8C6-E626-8AD9A78B5171}"/>
              </a:ext>
            </a:extLst>
          </p:cNvPr>
          <p:cNvSpPr/>
          <p:nvPr/>
        </p:nvSpPr>
        <p:spPr bwMode="auto">
          <a:xfrm>
            <a:off x="2133600" y="27432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2</a:t>
            </a:r>
          </a:p>
        </p:txBody>
      </p:sp>
      <p:sp>
        <p:nvSpPr>
          <p:cNvPr id="8" name="Rectangle 7">
            <a:extLst>
              <a:ext uri="{FF2B5EF4-FFF2-40B4-BE49-F238E27FC236}">
                <a16:creationId xmlns:a16="http://schemas.microsoft.com/office/drawing/2014/main" id="{77FF20B2-C4DC-DBD5-92EF-4A3EEC346946}"/>
              </a:ext>
            </a:extLst>
          </p:cNvPr>
          <p:cNvSpPr/>
          <p:nvPr/>
        </p:nvSpPr>
        <p:spPr bwMode="auto">
          <a:xfrm>
            <a:off x="3693914" y="2868017"/>
            <a:ext cx="1375172" cy="294680"/>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9" name="Oval 8">
            <a:extLst>
              <a:ext uri="{FF2B5EF4-FFF2-40B4-BE49-F238E27FC236}">
                <a16:creationId xmlns:a16="http://schemas.microsoft.com/office/drawing/2014/main" id="{F21CCAC9-1D25-149D-56F8-D379224959C3}"/>
              </a:ext>
            </a:extLst>
          </p:cNvPr>
          <p:cNvSpPr/>
          <p:nvPr/>
        </p:nvSpPr>
        <p:spPr bwMode="auto">
          <a:xfrm>
            <a:off x="3556000" y="27432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3</a:t>
            </a:r>
          </a:p>
        </p:txBody>
      </p:sp>
      <p:graphicFrame>
        <p:nvGraphicFramePr>
          <p:cNvPr id="10" name="Table 9">
            <a:extLst>
              <a:ext uri="{FF2B5EF4-FFF2-40B4-BE49-F238E27FC236}">
                <a16:creationId xmlns:a16="http://schemas.microsoft.com/office/drawing/2014/main" id="{6F10974D-74BA-F674-5D9E-CCC7ED2424B7}"/>
              </a:ext>
            </a:extLst>
          </p:cNvPr>
          <p:cNvGraphicFramePr>
            <a:graphicFrameLocks noGrp="1"/>
          </p:cNvGraphicFramePr>
          <p:nvPr>
            <p:extLst>
              <p:ext uri="{D42A27DB-BD31-4B8C-83A1-F6EECF244321}">
                <p14:modId xmlns:p14="http://schemas.microsoft.com/office/powerpoint/2010/main" val="2538903347"/>
              </p:ext>
            </p:extLst>
          </p:nvPr>
        </p:nvGraphicFramePr>
        <p:xfrm>
          <a:off x="7239000" y="647700"/>
          <a:ext cx="2616200" cy="609600"/>
        </p:xfrm>
        <a:graphic>
          <a:graphicData uri="http://schemas.openxmlformats.org/drawingml/2006/table">
            <a:tbl>
              <a:tblPr firstRow="1" bandRow="1">
                <a:tableStyleId>{5940675A-B579-460E-94D1-54222C63F5DA}</a:tableStyleId>
              </a:tblPr>
              <a:tblGrid>
                <a:gridCol w="279400">
                  <a:extLst>
                    <a:ext uri="{9D8B030D-6E8A-4147-A177-3AD203B41FA5}">
                      <a16:colId xmlns:a16="http://schemas.microsoft.com/office/drawing/2014/main" val="2380958560"/>
                    </a:ext>
                  </a:extLst>
                </a:gridCol>
                <a:gridCol w="2336800">
                  <a:extLst>
                    <a:ext uri="{9D8B030D-6E8A-4147-A177-3AD203B41FA5}">
                      <a16:colId xmlns:a16="http://schemas.microsoft.com/office/drawing/2014/main" val="557878698"/>
                    </a:ext>
                  </a:extLst>
                </a:gridCol>
              </a:tblGrid>
              <a:tr h="127000">
                <a:tc gridSpan="2">
                  <a:txBody>
                    <a:bodyPr/>
                    <a:lstStyle/>
                    <a:p>
                      <a:pPr latinLnBrk="0" algn="ctr"/>
                      <a:r>
                        <a:rPr lang="en-US" sz="800" b="1" i="0">
                          <a:solidFill>
                            <a:srgbClr val="FFFFFF"/>
                          </a:solidFill>
                          <a:latin typeface="Arial" panose="020B0604020202020204" pitchFamily="34" charset="0"/>
                        </a:rPr>
                        <a:t>Description</a:t>
                      </a:r>
                      <a:endParaRPr lang="en-US" sz="8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hMerge="1">
                  <a:txBody>
                    <a:bodyPr/>
                    <a:lstStyle/>
                    <a:p>
                      <a:pPr latinLnBrk="0"/>
                      <a:endParaRPr lang="en-AE"/>
                    </a:p>
                  </a:txBody>
                  <a:tcPr/>
                </a:tc>
                <a:extLst>
                  <a:ext uri="{0D108BD9-81ED-4DB2-BD59-A6C34878D82A}">
                    <a16:rowId xmlns:a16="http://schemas.microsoft.com/office/drawing/2014/main" val="2718931782"/>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Channel menu</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703547744"/>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Add to / remove </a:t>
                      </a:r>
                      <a:r>
                        <a:rPr lang="en-US" sz="800" b="0" i="0">
                          <a:solidFill>
                            <a:srgbClr val="000000"/>
                          </a:solidFill>
                          <a:latin typeface="Arial" panose="020B0604020202020204" pitchFamily="34" charset="0"/>
                        </a:rPr>
                        <a:t>from Favorites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945514431"/>
                  </a:ext>
                </a:extLst>
              </a:tr>
              <a:tr h="127000">
                <a:tc>
                  <a:txBody>
                    <a:bodyPr/>
                    <a:lstStyle/>
                    <a:p>
                      <a:pPr latinLnBrk="0" algn="ctr"/>
                      <a:r>
                        <a:rPr lang="en-US" sz="800" b="0" i="0">
                          <a:solidFill>
                            <a:srgbClr val="000000"/>
                          </a:solidFill>
                          <a:latin typeface="Arial" panose="020B0604020202020204" pitchFamily="34" charset="0"/>
                        </a:rPr>
                        <a:t>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Cancel</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048858305"/>
                  </a:ext>
                </a:extLst>
              </a:tr>
            </a:tbl>
          </a:graphicData>
        </a:graphic>
      </p:graphicFrame>
    </p:spTree>
    <p:extLst>
      <p:ext uri="{BB962C8B-B14F-4D97-AF65-F5344CB8AC3E}">
        <p14:creationId xmlns:p14="http://schemas.microsoft.com/office/powerpoint/2010/main" val="26804997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16E9DCFC-054A-65EF-85FF-F33D24028C57}"/>
              </a:ext>
            </a:extLst>
          </p:cNvPr>
          <p:cNvSpPr/>
          <p:nvPr/>
        </p:nvSpPr>
        <p:spPr bwMode="auto">
          <a:xfrm>
            <a:off x="0" y="4927600"/>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a:t>
            </a:r>
            <a:r>
              <a:rPr lang="en-US" altLang="ko-KR" sz="900" dirty="0" err="1">
                <a:latin typeface="Arial" pitchFamily="34" charset="0"/>
                <a:ea typeface="굴림" panose="020B0600000101010101" pitchFamily="50" charset="-127"/>
                <a:cs typeface="Arial" pitchFamily="34" charset="0"/>
              </a:rPr>
              <a:t>Xtream</a:t>
            </a:r>
            <a:r>
              <a:rPr lang="en-US" altLang="ko-KR" sz="900" dirty="0">
                <a:latin typeface="Arial" pitchFamily="34" charset="0"/>
                <a:ea typeface="굴림" panose="020B0600000101010101" pitchFamily="50" charset="-127"/>
                <a:cs typeface="Arial" pitchFamily="34" charset="0"/>
              </a:rPr>
              <a:t> Codes sources also show the account's expiry date and connection </a:t>
            </a:r>
            <a:r>
              <a:rPr lang="en-US" altLang="ko-KR" sz="900">
                <a:latin typeface="Arial" pitchFamily="34" charset="0"/>
                <a:ea typeface="굴림" panose="020B0600000101010101" pitchFamily="50" charset="-127"/>
                <a:cs typeface="Arial" pitchFamily="34" charset="0"/>
              </a:rPr>
              <a:t>limit.</a:t>
            </a:r>
            <a:endParaRPr lang="en-US" altLang="ko-KR" sz="900" dirty="0">
              <a:latin typeface="Arial" pitchFamily="34" charset="0"/>
              <a:ea typeface="굴림" panose="020B0600000101010101" pitchFamily="50" charset="-127"/>
              <a:cs typeface="Arial" pitchFamily="34" charset="0"/>
            </a:endParaRPr>
          </a:p>
        </p:txBody>
      </p:sp>
      <p:sp>
        <p:nvSpPr>
          <p:cNvPr id="32772" name="TextBox 5">
            <a:extLst>
              <a:ext uri="{FF2B5EF4-FFF2-40B4-BE49-F238E27FC236}">
                <a16:creationId xmlns:a16="http://schemas.microsoft.com/office/drawing/2014/main" id="{CB202140-F02E-2696-5110-E5A73077EE84}"/>
              </a:ext>
            </a:extLst>
          </p:cNvPr>
          <p:cNvSpPr txBox="1">
            <a:spLocks noChangeArrowheads="1"/>
          </p:cNvSpPr>
          <p:nvPr/>
        </p:nvSpPr>
        <p:spPr bwMode="auto">
          <a:xfrm>
            <a:off x="128588" y="620713"/>
            <a:ext cx="685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cs typeface="Arial" panose="020B0604020202020204" pitchFamily="34" charset="0"/>
              </a:rPr>
              <a:t>6. Settings: Sources</a:t>
            </a:r>
          </a:p>
        </p:txBody>
      </p:sp>
      <p:sp>
        <p:nvSpPr>
          <p:cNvPr id="17" name="텍스트 개체 틀 16">
            <a:extLst>
              <a:ext uri="{FF2B5EF4-FFF2-40B4-BE49-F238E27FC236}">
                <a16:creationId xmlns:a16="http://schemas.microsoft.com/office/drawing/2014/main" id="{2BE908F5-3E88-7F81-6668-6A7DE1B9C373}"/>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6. Sub Page Description</a:t>
            </a:r>
            <a:endParaRPr>
              <a:latin typeface="Arial" pitchFamily="34" charset="0"/>
              <a:cs typeface="Arial" pitchFamily="34" charset="0"/>
            </a:endParaRPr>
          </a:p>
        </p:txBody>
      </p:sp>
      <p:pic>
        <p:nvPicPr>
          <p:cNvPr id="3" name="Picture 2">
            <a:extLst>
              <a:ext uri="{FF2B5EF4-FFF2-40B4-BE49-F238E27FC236}">
                <a16:creationId xmlns:a16="http://schemas.microsoft.com/office/drawing/2014/main" id="{941C37D0-3529-6A99-0CE0-C57AEC76FAE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 y="914400"/>
            <a:ext cx="6985000" cy="3929063"/>
          </a:xfrm>
          <a:prstGeom prst="rect">
            <a:avLst/>
          </a:prstGeom>
          <a:ln w="9525">
            <a:solidFill>
              <a:srgbClr val="A6A6A6"/>
            </a:solidFill>
          </a:ln>
        </p:spPr>
      </p:pic>
      <p:sp>
        <p:nvSpPr>
          <p:cNvPr id="4" name="Rectangle 3">
            <a:extLst>
              <a:ext uri="{FF2B5EF4-FFF2-40B4-BE49-F238E27FC236}">
                <a16:creationId xmlns:a16="http://schemas.microsoft.com/office/drawing/2014/main" id="{25E500C2-0811-898C-9396-58834AC8F53F}"/>
              </a:ext>
            </a:extLst>
          </p:cNvPr>
          <p:cNvSpPr/>
          <p:nvPr/>
        </p:nvSpPr>
        <p:spPr bwMode="auto">
          <a:xfrm>
            <a:off x="507008" y="1460103"/>
            <a:ext cx="1669851" cy="1266031"/>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5" name="Oval 4">
            <a:extLst>
              <a:ext uri="{FF2B5EF4-FFF2-40B4-BE49-F238E27FC236}">
                <a16:creationId xmlns:a16="http://schemas.microsoft.com/office/drawing/2014/main" id="{E54B1551-5F1C-4AEF-7E1A-E27E25497B52}"/>
              </a:ext>
            </a:extLst>
          </p:cNvPr>
          <p:cNvSpPr/>
          <p:nvPr/>
        </p:nvSpPr>
        <p:spPr bwMode="auto">
          <a:xfrm>
            <a:off x="368300" y="13335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1</a:t>
            </a:r>
          </a:p>
        </p:txBody>
      </p:sp>
      <p:sp>
        <p:nvSpPr>
          <p:cNvPr id="6" name="Rectangle 5">
            <a:extLst>
              <a:ext uri="{FF2B5EF4-FFF2-40B4-BE49-F238E27FC236}">
                <a16:creationId xmlns:a16="http://schemas.microsoft.com/office/drawing/2014/main" id="{E921B567-2369-98AC-04E6-3951DE89308A}"/>
              </a:ext>
            </a:extLst>
          </p:cNvPr>
          <p:cNvSpPr/>
          <p:nvPr/>
        </p:nvSpPr>
        <p:spPr bwMode="auto">
          <a:xfrm>
            <a:off x="2373313" y="1383705"/>
            <a:ext cx="4452937" cy="403820"/>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7" name="Oval 6">
            <a:extLst>
              <a:ext uri="{FF2B5EF4-FFF2-40B4-BE49-F238E27FC236}">
                <a16:creationId xmlns:a16="http://schemas.microsoft.com/office/drawing/2014/main" id="{C0F924B3-165C-B1F0-27A0-9B6344C2E6D9}"/>
              </a:ext>
            </a:extLst>
          </p:cNvPr>
          <p:cNvSpPr/>
          <p:nvPr/>
        </p:nvSpPr>
        <p:spPr bwMode="auto">
          <a:xfrm>
            <a:off x="2235200" y="12573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2</a:t>
            </a:r>
          </a:p>
        </p:txBody>
      </p:sp>
      <p:sp>
        <p:nvSpPr>
          <p:cNvPr id="8" name="Rectangle 7">
            <a:extLst>
              <a:ext uri="{FF2B5EF4-FFF2-40B4-BE49-F238E27FC236}">
                <a16:creationId xmlns:a16="http://schemas.microsoft.com/office/drawing/2014/main" id="{30A9599D-162B-5637-C7E0-B5A20830678C}"/>
              </a:ext>
            </a:extLst>
          </p:cNvPr>
          <p:cNvSpPr/>
          <p:nvPr/>
        </p:nvSpPr>
        <p:spPr bwMode="auto">
          <a:xfrm>
            <a:off x="5167313" y="1438275"/>
            <a:ext cx="589359" cy="283766"/>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9" name="Oval 8">
            <a:extLst>
              <a:ext uri="{FF2B5EF4-FFF2-40B4-BE49-F238E27FC236}">
                <a16:creationId xmlns:a16="http://schemas.microsoft.com/office/drawing/2014/main" id="{B0F63188-5D39-C17A-6C41-12EB8619AFAE}"/>
              </a:ext>
            </a:extLst>
          </p:cNvPr>
          <p:cNvSpPr/>
          <p:nvPr/>
        </p:nvSpPr>
        <p:spPr bwMode="auto">
          <a:xfrm>
            <a:off x="5029200" y="13081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3</a:t>
            </a:r>
          </a:p>
        </p:txBody>
      </p:sp>
      <p:sp>
        <p:nvSpPr>
          <p:cNvPr id="10" name="Rectangle 9">
            <a:extLst>
              <a:ext uri="{FF2B5EF4-FFF2-40B4-BE49-F238E27FC236}">
                <a16:creationId xmlns:a16="http://schemas.microsoft.com/office/drawing/2014/main" id="{8B02DEB7-629B-5739-A8B4-728F54B94987}"/>
              </a:ext>
            </a:extLst>
          </p:cNvPr>
          <p:cNvSpPr/>
          <p:nvPr/>
        </p:nvSpPr>
        <p:spPr bwMode="auto">
          <a:xfrm>
            <a:off x="5800328" y="1438275"/>
            <a:ext cx="392906" cy="283766"/>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1" name="Oval 10">
            <a:extLst>
              <a:ext uri="{FF2B5EF4-FFF2-40B4-BE49-F238E27FC236}">
                <a16:creationId xmlns:a16="http://schemas.microsoft.com/office/drawing/2014/main" id="{04FB5C5A-64DA-32FF-9255-F9877D07B0DE}"/>
              </a:ext>
            </a:extLst>
          </p:cNvPr>
          <p:cNvSpPr/>
          <p:nvPr/>
        </p:nvSpPr>
        <p:spPr bwMode="auto">
          <a:xfrm>
            <a:off x="5664200" y="13081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4</a:t>
            </a:r>
          </a:p>
        </p:txBody>
      </p:sp>
      <p:sp>
        <p:nvSpPr>
          <p:cNvPr id="12" name="Rectangle 11">
            <a:extLst>
              <a:ext uri="{FF2B5EF4-FFF2-40B4-BE49-F238E27FC236}">
                <a16:creationId xmlns:a16="http://schemas.microsoft.com/office/drawing/2014/main" id="{4D57A060-B706-B035-2287-2AB42516CDC9}"/>
              </a:ext>
            </a:extLst>
          </p:cNvPr>
          <p:cNvSpPr/>
          <p:nvPr/>
        </p:nvSpPr>
        <p:spPr bwMode="auto">
          <a:xfrm>
            <a:off x="6236891" y="1438275"/>
            <a:ext cx="523875" cy="283766"/>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3" name="Oval 12">
            <a:extLst>
              <a:ext uri="{FF2B5EF4-FFF2-40B4-BE49-F238E27FC236}">
                <a16:creationId xmlns:a16="http://schemas.microsoft.com/office/drawing/2014/main" id="{9F1B4E42-1072-5C53-1659-07C0C8C8B3AE}"/>
              </a:ext>
            </a:extLst>
          </p:cNvPr>
          <p:cNvSpPr/>
          <p:nvPr/>
        </p:nvSpPr>
        <p:spPr bwMode="auto">
          <a:xfrm>
            <a:off x="6096000" y="13081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5</a:t>
            </a:r>
          </a:p>
        </p:txBody>
      </p:sp>
      <p:sp>
        <p:nvSpPr>
          <p:cNvPr id="14" name="Rectangle 13">
            <a:extLst>
              <a:ext uri="{FF2B5EF4-FFF2-40B4-BE49-F238E27FC236}">
                <a16:creationId xmlns:a16="http://schemas.microsoft.com/office/drawing/2014/main" id="{2635EA73-B54D-74E8-E21E-B700D49FDBE0}"/>
              </a:ext>
            </a:extLst>
          </p:cNvPr>
          <p:cNvSpPr/>
          <p:nvPr/>
        </p:nvSpPr>
        <p:spPr bwMode="auto">
          <a:xfrm>
            <a:off x="2373313" y="1853009"/>
            <a:ext cx="851296" cy="283766"/>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6" name="Oval 15">
            <a:extLst>
              <a:ext uri="{FF2B5EF4-FFF2-40B4-BE49-F238E27FC236}">
                <a16:creationId xmlns:a16="http://schemas.microsoft.com/office/drawing/2014/main" id="{2E2C5971-DDDF-0C3D-2F38-EB9375D37419}"/>
              </a:ext>
            </a:extLst>
          </p:cNvPr>
          <p:cNvSpPr/>
          <p:nvPr/>
        </p:nvSpPr>
        <p:spPr bwMode="auto">
          <a:xfrm>
            <a:off x="2235200" y="17272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6</a:t>
            </a:r>
          </a:p>
        </p:txBody>
      </p:sp>
      <p:graphicFrame>
        <p:nvGraphicFramePr>
          <p:cNvPr id="19" name="Table 18">
            <a:extLst>
              <a:ext uri="{FF2B5EF4-FFF2-40B4-BE49-F238E27FC236}">
                <a16:creationId xmlns:a16="http://schemas.microsoft.com/office/drawing/2014/main" id="{4A29D3DE-11B3-05E1-7B98-1261D679A49A}"/>
              </a:ext>
            </a:extLst>
          </p:cNvPr>
          <p:cNvGraphicFramePr>
            <a:graphicFrameLocks noGrp="1"/>
          </p:cNvGraphicFramePr>
          <p:nvPr>
            <p:extLst>
              <p:ext uri="{D42A27DB-BD31-4B8C-83A1-F6EECF244321}">
                <p14:modId xmlns:p14="http://schemas.microsoft.com/office/powerpoint/2010/main" val="1437202188"/>
              </p:ext>
            </p:extLst>
          </p:nvPr>
        </p:nvGraphicFramePr>
        <p:xfrm>
          <a:off x="7239000" y="647700"/>
          <a:ext cx="2616200" cy="1066800"/>
        </p:xfrm>
        <a:graphic>
          <a:graphicData uri="http://schemas.openxmlformats.org/drawingml/2006/table">
            <a:tbl>
              <a:tblPr firstRow="1" bandRow="1">
                <a:tableStyleId>{5940675A-B579-460E-94D1-54222C63F5DA}</a:tableStyleId>
              </a:tblPr>
              <a:tblGrid>
                <a:gridCol w="279400">
                  <a:extLst>
                    <a:ext uri="{9D8B030D-6E8A-4147-A177-3AD203B41FA5}">
                      <a16:colId xmlns:a16="http://schemas.microsoft.com/office/drawing/2014/main" val="1000834600"/>
                    </a:ext>
                  </a:extLst>
                </a:gridCol>
                <a:gridCol w="2336800">
                  <a:extLst>
                    <a:ext uri="{9D8B030D-6E8A-4147-A177-3AD203B41FA5}">
                      <a16:colId xmlns:a16="http://schemas.microsoft.com/office/drawing/2014/main" val="2666758141"/>
                    </a:ext>
                  </a:extLst>
                </a:gridCol>
              </a:tblGrid>
              <a:tr h="127000">
                <a:tc gridSpan="2">
                  <a:txBody>
                    <a:bodyPr/>
                    <a:lstStyle/>
                    <a:p>
                      <a:pPr latinLnBrk="0" algn="ctr"/>
                      <a:r>
                        <a:rPr lang="en-US" sz="800" b="1" i="0">
                          <a:solidFill>
                            <a:srgbClr val="FFFFFF"/>
                          </a:solidFill>
                          <a:latin typeface="Arial" panose="020B0604020202020204" pitchFamily="34" charset="0"/>
                        </a:rPr>
                        <a:t>Description</a:t>
                      </a:r>
                      <a:endParaRPr lang="en-US" sz="8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hMerge="1">
                  <a:txBody>
                    <a:bodyPr/>
                    <a:lstStyle/>
                    <a:p>
                      <a:pPr latinLnBrk="0"/>
                      <a:endParaRPr lang="en-AE"/>
                    </a:p>
                  </a:txBody>
                  <a:tcPr/>
                </a:tc>
                <a:extLst>
                  <a:ext uri="{0D108BD9-81ED-4DB2-BD59-A6C34878D82A}">
                    <a16:rowId xmlns:a16="http://schemas.microsoft.com/office/drawing/2014/main" val="3924267071"/>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Settings sections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409525939"/>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Playlist: type, channels, </a:t>
                      </a:r>
                      <a:r>
                        <a:rPr lang="en-US" sz="800" b="0" i="0">
                          <a:solidFill>
                            <a:srgbClr val="000000"/>
                          </a:solidFill>
                          <a:latin typeface="Arial" panose="020B0604020202020204" pitchFamily="34" charset="0"/>
                        </a:rPr>
                        <a:t>last update</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704556607"/>
                  </a:ext>
                </a:extLst>
              </a:tr>
              <a:tr h="127000">
                <a:tc>
                  <a:txBody>
                    <a:bodyPr/>
                    <a:lstStyle/>
                    <a:p>
                      <a:pPr latinLnBrk="0" algn="ctr"/>
                      <a:r>
                        <a:rPr lang="en-US" sz="800" b="0" i="0">
                          <a:solidFill>
                            <a:srgbClr val="000000"/>
                          </a:solidFill>
                          <a:latin typeface="Arial" panose="020B0604020202020204" pitchFamily="34" charset="0"/>
                        </a:rPr>
                        <a:t>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Refresh: download the </a:t>
                      </a:r>
                      <a:r>
                        <a:rPr lang="en-US" sz="800" b="0" i="0">
                          <a:solidFill>
                            <a:srgbClr val="000000"/>
                          </a:solidFill>
                          <a:latin typeface="Arial" panose="020B0604020202020204" pitchFamily="34" charset="0"/>
                        </a:rPr>
                        <a:t>playlist again</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759808590"/>
                  </a:ext>
                </a:extLst>
              </a:tr>
              <a:tr h="127000">
                <a:tc>
                  <a:txBody>
                    <a:bodyPr/>
                    <a:lstStyle/>
                    <a:p>
                      <a:pPr latinLnBrk="0" algn="ctr"/>
                      <a:r>
                        <a:rPr lang="en-US" sz="800" b="0" i="0">
                          <a:solidFill>
                            <a:srgbClr val="000000"/>
                          </a:solidFill>
                          <a:latin typeface="Arial" panose="020B0604020202020204" pitchFamily="34" charset="0"/>
                        </a:rPr>
                        <a:t>4</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Edit </a:t>
                      </a:r>
                      <a:r>
                        <a:rPr lang="en-US" sz="800" b="0" i="0">
                          <a:solidFill>
                            <a:srgbClr val="000000"/>
                          </a:solidFill>
                          <a:latin typeface="Arial" panose="020B0604020202020204" pitchFamily="34" charset="0"/>
                        </a:rPr>
                        <a:t>the playlist</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128642438"/>
                  </a:ext>
                </a:extLst>
              </a:tr>
              <a:tr h="127000">
                <a:tc>
                  <a:txBody>
                    <a:bodyPr/>
                    <a:lstStyle/>
                    <a:p>
                      <a:pPr latinLnBrk="0" algn="ctr"/>
                      <a:r>
                        <a:rPr lang="en-US" sz="800" b="0" i="0">
                          <a:solidFill>
                            <a:srgbClr val="000000"/>
                          </a:solidFill>
                          <a:latin typeface="Arial" panose="020B0604020202020204" pitchFamily="34" charset="0"/>
                        </a:rPr>
                        <a:t>5</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Delete (asks for </a:t>
                      </a:r>
                      <a:r>
                        <a:rPr lang="en-US" sz="800" b="0" i="0">
                          <a:solidFill>
                            <a:srgbClr val="000000"/>
                          </a:solidFill>
                          <a:latin typeface="Arial" panose="020B0604020202020204" pitchFamily="34" charset="0"/>
                        </a:rPr>
                        <a:t>confirmation)</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512907863"/>
                  </a:ext>
                </a:extLst>
              </a:tr>
              <a:tr h="127000">
                <a:tc>
                  <a:txBody>
                    <a:bodyPr/>
                    <a:lstStyle/>
                    <a:p>
                      <a:pPr latinLnBrk="0" algn="ctr"/>
                      <a:r>
                        <a:rPr lang="en-US" sz="800" b="0" i="0">
                          <a:solidFill>
                            <a:srgbClr val="000000"/>
                          </a:solidFill>
                          <a:latin typeface="Arial" panose="020B0604020202020204" pitchFamily="34" charset="0"/>
                        </a:rPr>
                        <a:t>6</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Add another playlist (see </a:t>
                      </a:r>
                      <a:r>
                        <a:rPr lang="en-US" sz="800" b="0" i="0">
                          <a:solidFill>
                            <a:srgbClr val="000000"/>
                          </a:solidFill>
                          <a:latin typeface="Arial" panose="020B0604020202020204" pitchFamily="34" charset="0"/>
                        </a:rPr>
                        <a:t>4)</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66280912"/>
                  </a:ext>
                </a:extLst>
              </a:tr>
            </a:tbl>
          </a:graphicData>
        </a:graphic>
      </p:graphicFrame>
    </p:spTree>
    <p:extLst>
      <p:ext uri="{BB962C8B-B14F-4D97-AF65-F5344CB8AC3E}">
        <p14:creationId xmlns:p14="http://schemas.microsoft.com/office/powerpoint/2010/main" val="25436732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16E9DCFC-054A-65EF-85FF-F33D24028C57}"/>
              </a:ext>
            </a:extLst>
          </p:cNvPr>
          <p:cNvSpPr/>
          <p:nvPr/>
        </p:nvSpPr>
        <p:spPr bwMode="auto">
          <a:xfrm>
            <a:off x="0" y="4927600"/>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The guide also refreshes by itself at the chosen </a:t>
            </a:r>
            <a:r>
              <a:rPr lang="en-US" altLang="ko-KR" sz="900">
                <a:latin typeface="Arial" pitchFamily="34" charset="0"/>
                <a:ea typeface="굴림" panose="020B0600000101010101" pitchFamily="50" charset="-127"/>
                <a:cs typeface="Arial" pitchFamily="34" charset="0"/>
              </a:rPr>
              <a:t>interval.</a:t>
            </a:r>
            <a:endParaRPr lang="en-US" altLang="ko-KR" sz="900" dirty="0">
              <a:latin typeface="Arial" pitchFamily="34" charset="0"/>
              <a:ea typeface="굴림" panose="020B0600000101010101" pitchFamily="50" charset="-127"/>
              <a:cs typeface="Arial" pitchFamily="34" charset="0"/>
            </a:endParaRPr>
          </a:p>
        </p:txBody>
      </p:sp>
      <p:sp>
        <p:nvSpPr>
          <p:cNvPr id="32772" name="TextBox 5">
            <a:extLst>
              <a:ext uri="{FF2B5EF4-FFF2-40B4-BE49-F238E27FC236}">
                <a16:creationId xmlns:a16="http://schemas.microsoft.com/office/drawing/2014/main" id="{CB202140-F02E-2696-5110-E5A73077EE84}"/>
              </a:ext>
            </a:extLst>
          </p:cNvPr>
          <p:cNvSpPr txBox="1">
            <a:spLocks noChangeArrowheads="1"/>
          </p:cNvSpPr>
          <p:nvPr/>
        </p:nvSpPr>
        <p:spPr bwMode="auto">
          <a:xfrm>
            <a:off x="128588" y="620713"/>
            <a:ext cx="685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cs typeface="Arial" panose="020B0604020202020204" pitchFamily="34" charset="0"/>
              </a:rPr>
              <a:t>7. Settings: TV guide</a:t>
            </a:r>
          </a:p>
        </p:txBody>
      </p:sp>
      <p:sp>
        <p:nvSpPr>
          <p:cNvPr id="17" name="텍스트 개체 틀 16">
            <a:extLst>
              <a:ext uri="{FF2B5EF4-FFF2-40B4-BE49-F238E27FC236}">
                <a16:creationId xmlns:a16="http://schemas.microsoft.com/office/drawing/2014/main" id="{2BE908F5-3E88-7F81-6668-6A7DE1B9C373}"/>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6. Sub Page Description</a:t>
            </a:r>
            <a:endParaRPr>
              <a:latin typeface="Arial" pitchFamily="34" charset="0"/>
              <a:cs typeface="Arial" pitchFamily="34" charset="0"/>
            </a:endParaRPr>
          </a:p>
        </p:txBody>
      </p:sp>
      <p:pic>
        <p:nvPicPr>
          <p:cNvPr id="3" name="Picture 2">
            <a:extLst>
              <a:ext uri="{FF2B5EF4-FFF2-40B4-BE49-F238E27FC236}">
                <a16:creationId xmlns:a16="http://schemas.microsoft.com/office/drawing/2014/main" id="{422B7E78-92F7-D1E0-6CFE-EF1F943676C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 y="914400"/>
            <a:ext cx="6985000" cy="3929063"/>
          </a:xfrm>
          <a:prstGeom prst="rect">
            <a:avLst/>
          </a:prstGeom>
          <a:ln w="9525">
            <a:solidFill>
              <a:srgbClr val="A6A6A6"/>
            </a:solidFill>
          </a:ln>
        </p:spPr>
      </p:pic>
      <p:sp>
        <p:nvSpPr>
          <p:cNvPr id="4" name="Rectangle 3">
            <a:extLst>
              <a:ext uri="{FF2B5EF4-FFF2-40B4-BE49-F238E27FC236}">
                <a16:creationId xmlns:a16="http://schemas.microsoft.com/office/drawing/2014/main" id="{042F1617-A448-BCA8-34EE-8D543167C2E9}"/>
              </a:ext>
            </a:extLst>
          </p:cNvPr>
          <p:cNvSpPr/>
          <p:nvPr/>
        </p:nvSpPr>
        <p:spPr bwMode="auto">
          <a:xfrm>
            <a:off x="2362398" y="1378248"/>
            <a:ext cx="2564805" cy="534789"/>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5" name="Oval 4">
            <a:extLst>
              <a:ext uri="{FF2B5EF4-FFF2-40B4-BE49-F238E27FC236}">
                <a16:creationId xmlns:a16="http://schemas.microsoft.com/office/drawing/2014/main" id="{407BE7E8-C780-DF66-5D8B-6EAC4C976E84}"/>
              </a:ext>
            </a:extLst>
          </p:cNvPr>
          <p:cNvSpPr/>
          <p:nvPr/>
        </p:nvSpPr>
        <p:spPr bwMode="auto">
          <a:xfrm>
            <a:off x="2222500" y="12573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1</a:t>
            </a:r>
          </a:p>
        </p:txBody>
      </p:sp>
      <p:sp>
        <p:nvSpPr>
          <p:cNvPr id="6" name="Rectangle 5">
            <a:extLst>
              <a:ext uri="{FF2B5EF4-FFF2-40B4-BE49-F238E27FC236}">
                <a16:creationId xmlns:a16="http://schemas.microsoft.com/office/drawing/2014/main" id="{8B4F6710-A302-7088-3845-B05123198F8A}"/>
              </a:ext>
            </a:extLst>
          </p:cNvPr>
          <p:cNvSpPr/>
          <p:nvPr/>
        </p:nvSpPr>
        <p:spPr bwMode="auto">
          <a:xfrm>
            <a:off x="2373313" y="2033091"/>
            <a:ext cx="3645296" cy="643930"/>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7" name="Oval 6">
            <a:extLst>
              <a:ext uri="{FF2B5EF4-FFF2-40B4-BE49-F238E27FC236}">
                <a16:creationId xmlns:a16="http://schemas.microsoft.com/office/drawing/2014/main" id="{01DCA9BC-EF5E-745B-FF73-737DE8C94828}"/>
              </a:ext>
            </a:extLst>
          </p:cNvPr>
          <p:cNvSpPr/>
          <p:nvPr/>
        </p:nvSpPr>
        <p:spPr bwMode="auto">
          <a:xfrm>
            <a:off x="2235200" y="19050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2</a:t>
            </a:r>
          </a:p>
        </p:txBody>
      </p:sp>
      <p:sp>
        <p:nvSpPr>
          <p:cNvPr id="8" name="Rectangle 7">
            <a:extLst>
              <a:ext uri="{FF2B5EF4-FFF2-40B4-BE49-F238E27FC236}">
                <a16:creationId xmlns:a16="http://schemas.microsoft.com/office/drawing/2014/main" id="{D7836E59-0E31-50CF-5986-F4D47F5DABFC}"/>
              </a:ext>
            </a:extLst>
          </p:cNvPr>
          <p:cNvSpPr/>
          <p:nvPr/>
        </p:nvSpPr>
        <p:spPr bwMode="auto">
          <a:xfrm>
            <a:off x="2373313" y="2747963"/>
            <a:ext cx="1833562" cy="502046"/>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9" name="Oval 8">
            <a:extLst>
              <a:ext uri="{FF2B5EF4-FFF2-40B4-BE49-F238E27FC236}">
                <a16:creationId xmlns:a16="http://schemas.microsoft.com/office/drawing/2014/main" id="{BFDF17A4-16AA-1EBA-9ECA-68DDCCC54CD4}"/>
              </a:ext>
            </a:extLst>
          </p:cNvPr>
          <p:cNvSpPr/>
          <p:nvPr/>
        </p:nvSpPr>
        <p:spPr bwMode="auto">
          <a:xfrm>
            <a:off x="2235200" y="26162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3</a:t>
            </a:r>
          </a:p>
        </p:txBody>
      </p:sp>
      <p:sp>
        <p:nvSpPr>
          <p:cNvPr id="10" name="Rectangle 9">
            <a:extLst>
              <a:ext uri="{FF2B5EF4-FFF2-40B4-BE49-F238E27FC236}">
                <a16:creationId xmlns:a16="http://schemas.microsoft.com/office/drawing/2014/main" id="{E9F8C4FD-DC80-318E-2722-7AB99C5D1D4A}"/>
              </a:ext>
            </a:extLst>
          </p:cNvPr>
          <p:cNvSpPr/>
          <p:nvPr/>
        </p:nvSpPr>
        <p:spPr bwMode="auto">
          <a:xfrm>
            <a:off x="2373313" y="3359150"/>
            <a:ext cx="1953617" cy="502047"/>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1" name="Oval 10">
            <a:extLst>
              <a:ext uri="{FF2B5EF4-FFF2-40B4-BE49-F238E27FC236}">
                <a16:creationId xmlns:a16="http://schemas.microsoft.com/office/drawing/2014/main" id="{ED615C3A-8824-BF72-97BD-7AF6E7A33CD5}"/>
              </a:ext>
            </a:extLst>
          </p:cNvPr>
          <p:cNvSpPr/>
          <p:nvPr/>
        </p:nvSpPr>
        <p:spPr bwMode="auto">
          <a:xfrm>
            <a:off x="2235200" y="32258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4</a:t>
            </a:r>
          </a:p>
        </p:txBody>
      </p:sp>
      <p:graphicFrame>
        <p:nvGraphicFramePr>
          <p:cNvPr id="12" name="Table 11">
            <a:extLst>
              <a:ext uri="{FF2B5EF4-FFF2-40B4-BE49-F238E27FC236}">
                <a16:creationId xmlns:a16="http://schemas.microsoft.com/office/drawing/2014/main" id="{C8B0B4BA-4C9A-05F2-90F8-4762C6D97ADF}"/>
              </a:ext>
            </a:extLst>
          </p:cNvPr>
          <p:cNvGraphicFramePr>
            <a:graphicFrameLocks noGrp="1"/>
          </p:cNvGraphicFramePr>
          <p:nvPr>
            <p:extLst>
              <p:ext uri="{D42A27DB-BD31-4B8C-83A1-F6EECF244321}">
                <p14:modId xmlns:p14="http://schemas.microsoft.com/office/powerpoint/2010/main" val="880707072"/>
              </p:ext>
            </p:extLst>
          </p:nvPr>
        </p:nvGraphicFramePr>
        <p:xfrm>
          <a:off x="7239000" y="647700"/>
          <a:ext cx="2616200" cy="762000"/>
        </p:xfrm>
        <a:graphic>
          <a:graphicData uri="http://schemas.openxmlformats.org/drawingml/2006/table">
            <a:tbl>
              <a:tblPr firstRow="1" bandRow="1">
                <a:tableStyleId>{5940675A-B579-460E-94D1-54222C63F5DA}</a:tableStyleId>
              </a:tblPr>
              <a:tblGrid>
                <a:gridCol w="279400">
                  <a:extLst>
                    <a:ext uri="{9D8B030D-6E8A-4147-A177-3AD203B41FA5}">
                      <a16:colId xmlns:a16="http://schemas.microsoft.com/office/drawing/2014/main" val="3011307616"/>
                    </a:ext>
                  </a:extLst>
                </a:gridCol>
                <a:gridCol w="2336800">
                  <a:extLst>
                    <a:ext uri="{9D8B030D-6E8A-4147-A177-3AD203B41FA5}">
                      <a16:colId xmlns:a16="http://schemas.microsoft.com/office/drawing/2014/main" val="1241318851"/>
                    </a:ext>
                  </a:extLst>
                </a:gridCol>
              </a:tblGrid>
              <a:tr h="127000">
                <a:tc gridSpan="2">
                  <a:txBody>
                    <a:bodyPr/>
                    <a:lstStyle/>
                    <a:p>
                      <a:pPr latinLnBrk="0" algn="ctr"/>
                      <a:r>
                        <a:rPr lang="en-US" sz="800" b="1" i="0">
                          <a:solidFill>
                            <a:srgbClr val="FFFFFF"/>
                          </a:solidFill>
                          <a:latin typeface="Arial" panose="020B0604020202020204" pitchFamily="34" charset="0"/>
                        </a:rPr>
                        <a:t>Description</a:t>
                      </a:r>
                      <a:endParaRPr lang="en-US" sz="8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hMerge="1">
                  <a:txBody>
                    <a:bodyPr/>
                    <a:lstStyle/>
                    <a:p>
                      <a:pPr latinLnBrk="0"/>
                      <a:endParaRPr lang="en-AE"/>
                    </a:p>
                  </a:txBody>
                  <a:tcPr/>
                </a:tc>
                <a:extLst>
                  <a:ext uri="{0D108BD9-81ED-4DB2-BD59-A6C34878D82A}">
                    <a16:rowId xmlns:a16="http://schemas.microsoft.com/office/drawing/2014/main" val="1244682292"/>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Guide status and Refresh </a:t>
                      </a:r>
                      <a:r>
                        <a:rPr lang="en-US" sz="800" b="0" i="0">
                          <a:solidFill>
                            <a:srgbClr val="000000"/>
                          </a:solidFill>
                          <a:latin typeface="Arial" panose="020B0604020202020204" pitchFamily="34" charset="0"/>
                        </a:rPr>
                        <a:t>guide now</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024560058"/>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Extra XMLTV guide address for all sources (</a:t>
                      </a:r>
                      <a:r>
                        <a:rPr lang="en-US" sz="800" b="0" i="0">
                          <a:solidFill>
                            <a:srgbClr val="000000"/>
                          </a:solidFill>
                          <a:latin typeface="Arial" panose="020B0604020202020204" pitchFamily="34" charset="0"/>
                        </a:rPr>
                        <a:t>optional)</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872627074"/>
                  </a:ext>
                </a:extLst>
              </a:tr>
              <a:tr h="127000">
                <a:tc>
                  <a:txBody>
                    <a:bodyPr/>
                    <a:lstStyle/>
                    <a:p>
                      <a:pPr latinLnBrk="0" algn="ctr"/>
                      <a:r>
                        <a:rPr lang="en-US" sz="800" b="0" i="0">
                          <a:solidFill>
                            <a:srgbClr val="000000"/>
                          </a:solidFill>
                          <a:latin typeface="Arial" panose="020B0604020202020204" pitchFamily="34" charset="0"/>
                        </a:rPr>
                        <a:t>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Time offset for </a:t>
                      </a:r>
                      <a:r>
                        <a:rPr lang="en-US" sz="800" b="0" i="0">
                          <a:solidFill>
                            <a:srgbClr val="000000"/>
                          </a:solidFill>
                          <a:latin typeface="Arial" panose="020B0604020202020204" pitchFamily="34" charset="0"/>
                        </a:rPr>
                        <a:t>guide times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93059978"/>
                  </a:ext>
                </a:extLst>
              </a:tr>
              <a:tr h="127000">
                <a:tc>
                  <a:txBody>
                    <a:bodyPr/>
                    <a:lstStyle/>
                    <a:p>
                      <a:pPr latinLnBrk="0" algn="ctr"/>
                      <a:r>
                        <a:rPr lang="en-US" sz="800" b="0" i="0">
                          <a:solidFill>
                            <a:srgbClr val="000000"/>
                          </a:solidFill>
                          <a:latin typeface="Arial" panose="020B0604020202020204" pitchFamily="34" charset="0"/>
                        </a:rPr>
                        <a:t>4</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Automatic </a:t>
                      </a:r>
                      <a:r>
                        <a:rPr lang="en-US" sz="800" b="0" i="0">
                          <a:solidFill>
                            <a:srgbClr val="000000"/>
                          </a:solidFill>
                          <a:latin typeface="Arial" panose="020B0604020202020204" pitchFamily="34" charset="0"/>
                        </a:rPr>
                        <a:t>refresh interval</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413683857"/>
                  </a:ext>
                </a:extLst>
              </a:tr>
            </a:tbl>
          </a:graphicData>
        </a:graphic>
      </p:graphicFrame>
    </p:spTree>
    <p:extLst>
      <p:ext uri="{BB962C8B-B14F-4D97-AF65-F5344CB8AC3E}">
        <p14:creationId xmlns:p14="http://schemas.microsoft.com/office/powerpoint/2010/main" val="24052184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16E9DCFC-054A-65EF-85FF-F33D24028C57}"/>
              </a:ext>
            </a:extLst>
          </p:cNvPr>
          <p:cNvSpPr/>
          <p:nvPr/>
        </p:nvSpPr>
        <p:spPr bwMode="auto">
          <a:xfrm>
            <a:off x="0" y="4927600"/>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Setting a 4-digit PIN turns parental control on. The PIN is asked for before these settings can be changed.</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This is how users protect adult content in their own playlists; the app has no content of its </a:t>
            </a:r>
            <a:r>
              <a:rPr lang="en-US" altLang="ko-KR" sz="900">
                <a:latin typeface="Arial" pitchFamily="34" charset="0"/>
                <a:ea typeface="굴림" panose="020B0600000101010101" pitchFamily="50" charset="-127"/>
                <a:cs typeface="Arial" pitchFamily="34" charset="0"/>
              </a:rPr>
              <a:t>own.</a:t>
            </a:r>
            <a:endParaRPr lang="en-US" altLang="ko-KR" sz="900" dirty="0">
              <a:latin typeface="Arial" pitchFamily="34" charset="0"/>
              <a:ea typeface="굴림" panose="020B0600000101010101" pitchFamily="50" charset="-127"/>
              <a:cs typeface="Arial" pitchFamily="34" charset="0"/>
            </a:endParaRPr>
          </a:p>
        </p:txBody>
      </p:sp>
      <p:sp>
        <p:nvSpPr>
          <p:cNvPr id="32772" name="TextBox 5">
            <a:extLst>
              <a:ext uri="{FF2B5EF4-FFF2-40B4-BE49-F238E27FC236}">
                <a16:creationId xmlns:a16="http://schemas.microsoft.com/office/drawing/2014/main" id="{CB202140-F02E-2696-5110-E5A73077EE84}"/>
              </a:ext>
            </a:extLst>
          </p:cNvPr>
          <p:cNvSpPr txBox="1">
            <a:spLocks noChangeArrowheads="1"/>
          </p:cNvSpPr>
          <p:nvPr/>
        </p:nvSpPr>
        <p:spPr bwMode="auto">
          <a:xfrm>
            <a:off x="128588" y="620713"/>
            <a:ext cx="685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cs typeface="Arial" panose="020B0604020202020204" pitchFamily="34" charset="0"/>
              </a:rPr>
              <a:t>8. Settings: Parental control</a:t>
            </a:r>
          </a:p>
        </p:txBody>
      </p:sp>
      <p:sp>
        <p:nvSpPr>
          <p:cNvPr id="17" name="텍스트 개체 틀 16">
            <a:extLst>
              <a:ext uri="{FF2B5EF4-FFF2-40B4-BE49-F238E27FC236}">
                <a16:creationId xmlns:a16="http://schemas.microsoft.com/office/drawing/2014/main" id="{2BE908F5-3E88-7F81-6668-6A7DE1B9C373}"/>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6. Sub Page Description</a:t>
            </a:r>
            <a:endParaRPr>
              <a:latin typeface="Arial" pitchFamily="34" charset="0"/>
              <a:cs typeface="Arial" pitchFamily="34" charset="0"/>
            </a:endParaRPr>
          </a:p>
        </p:txBody>
      </p:sp>
      <p:pic>
        <p:nvPicPr>
          <p:cNvPr id="3" name="Picture 2">
            <a:extLst>
              <a:ext uri="{FF2B5EF4-FFF2-40B4-BE49-F238E27FC236}">
                <a16:creationId xmlns:a16="http://schemas.microsoft.com/office/drawing/2014/main" id="{B7B18DE7-B3E0-7167-9D4C-C8BEFFBE83F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 y="914400"/>
            <a:ext cx="6985000" cy="3929063"/>
          </a:xfrm>
          <a:prstGeom prst="rect">
            <a:avLst/>
          </a:prstGeom>
          <a:ln w="9525">
            <a:solidFill>
              <a:srgbClr val="A6A6A6"/>
            </a:solidFill>
          </a:ln>
        </p:spPr>
      </p:pic>
      <p:sp>
        <p:nvSpPr>
          <p:cNvPr id="4" name="Rectangle 3">
            <a:extLst>
              <a:ext uri="{FF2B5EF4-FFF2-40B4-BE49-F238E27FC236}">
                <a16:creationId xmlns:a16="http://schemas.microsoft.com/office/drawing/2014/main" id="{BBC4846C-9F2D-BF96-74CB-7D2B2C5FA6B4}"/>
              </a:ext>
            </a:extLst>
          </p:cNvPr>
          <p:cNvSpPr/>
          <p:nvPr/>
        </p:nvSpPr>
        <p:spPr bwMode="auto">
          <a:xfrm>
            <a:off x="2373313" y="1383705"/>
            <a:ext cx="1440656" cy="283765"/>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5" name="Oval 4">
            <a:extLst>
              <a:ext uri="{FF2B5EF4-FFF2-40B4-BE49-F238E27FC236}">
                <a16:creationId xmlns:a16="http://schemas.microsoft.com/office/drawing/2014/main" id="{4A62B1B3-A878-BBC1-E4EC-94E0638C9739}"/>
              </a:ext>
            </a:extLst>
          </p:cNvPr>
          <p:cNvSpPr/>
          <p:nvPr/>
        </p:nvSpPr>
        <p:spPr bwMode="auto">
          <a:xfrm>
            <a:off x="2235200" y="12573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1</a:t>
            </a:r>
          </a:p>
        </p:txBody>
      </p:sp>
      <p:sp>
        <p:nvSpPr>
          <p:cNvPr id="6" name="Rectangle 5">
            <a:extLst>
              <a:ext uri="{FF2B5EF4-FFF2-40B4-BE49-F238E27FC236}">
                <a16:creationId xmlns:a16="http://schemas.microsoft.com/office/drawing/2014/main" id="{24B5C994-688E-4E10-4C03-BB3FBC375E5B}"/>
              </a:ext>
            </a:extLst>
          </p:cNvPr>
          <p:cNvSpPr/>
          <p:nvPr/>
        </p:nvSpPr>
        <p:spPr bwMode="auto">
          <a:xfrm>
            <a:off x="2373313" y="1787525"/>
            <a:ext cx="2139156" cy="163711"/>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7" name="Oval 6">
            <a:extLst>
              <a:ext uri="{FF2B5EF4-FFF2-40B4-BE49-F238E27FC236}">
                <a16:creationId xmlns:a16="http://schemas.microsoft.com/office/drawing/2014/main" id="{423202ED-2258-5642-D0FA-E5DF2A34A42F}"/>
              </a:ext>
            </a:extLst>
          </p:cNvPr>
          <p:cNvSpPr/>
          <p:nvPr/>
        </p:nvSpPr>
        <p:spPr bwMode="auto">
          <a:xfrm>
            <a:off x="2235200" y="16637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2</a:t>
            </a:r>
          </a:p>
        </p:txBody>
      </p:sp>
      <p:sp>
        <p:nvSpPr>
          <p:cNvPr id="8" name="Rectangle 7">
            <a:extLst>
              <a:ext uri="{FF2B5EF4-FFF2-40B4-BE49-F238E27FC236}">
                <a16:creationId xmlns:a16="http://schemas.microsoft.com/office/drawing/2014/main" id="{FF04672E-CC6A-1030-573C-03C45EBE622D}"/>
              </a:ext>
            </a:extLst>
          </p:cNvPr>
          <p:cNvSpPr/>
          <p:nvPr/>
        </p:nvSpPr>
        <p:spPr bwMode="auto">
          <a:xfrm>
            <a:off x="2395141" y="2256830"/>
            <a:ext cx="4409281" cy="229195"/>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9" name="Oval 8">
            <a:extLst>
              <a:ext uri="{FF2B5EF4-FFF2-40B4-BE49-F238E27FC236}">
                <a16:creationId xmlns:a16="http://schemas.microsoft.com/office/drawing/2014/main" id="{1507AB1A-62C3-5210-4CCC-BA939F7BE81E}"/>
              </a:ext>
            </a:extLst>
          </p:cNvPr>
          <p:cNvSpPr/>
          <p:nvPr/>
        </p:nvSpPr>
        <p:spPr bwMode="auto">
          <a:xfrm>
            <a:off x="2260600" y="21336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3</a:t>
            </a:r>
          </a:p>
        </p:txBody>
      </p:sp>
      <p:graphicFrame>
        <p:nvGraphicFramePr>
          <p:cNvPr id="10" name="Table 9">
            <a:extLst>
              <a:ext uri="{FF2B5EF4-FFF2-40B4-BE49-F238E27FC236}">
                <a16:creationId xmlns:a16="http://schemas.microsoft.com/office/drawing/2014/main" id="{C3B7F59F-0E59-D343-2FC3-44B7A4C92440}"/>
              </a:ext>
            </a:extLst>
          </p:cNvPr>
          <p:cNvGraphicFramePr>
            <a:graphicFrameLocks noGrp="1"/>
          </p:cNvGraphicFramePr>
          <p:nvPr>
            <p:extLst>
              <p:ext uri="{D42A27DB-BD31-4B8C-83A1-F6EECF244321}">
                <p14:modId xmlns:p14="http://schemas.microsoft.com/office/powerpoint/2010/main" val="759845605"/>
              </p:ext>
            </p:extLst>
          </p:nvPr>
        </p:nvGraphicFramePr>
        <p:xfrm>
          <a:off x="7239000" y="647700"/>
          <a:ext cx="2616200" cy="609600"/>
        </p:xfrm>
        <a:graphic>
          <a:graphicData uri="http://schemas.openxmlformats.org/drawingml/2006/table">
            <a:tbl>
              <a:tblPr firstRow="1" bandRow="1">
                <a:tableStyleId>{5940675A-B579-460E-94D1-54222C63F5DA}</a:tableStyleId>
              </a:tblPr>
              <a:tblGrid>
                <a:gridCol w="279400">
                  <a:extLst>
                    <a:ext uri="{9D8B030D-6E8A-4147-A177-3AD203B41FA5}">
                      <a16:colId xmlns:a16="http://schemas.microsoft.com/office/drawing/2014/main" val="3268180678"/>
                    </a:ext>
                  </a:extLst>
                </a:gridCol>
                <a:gridCol w="2336800">
                  <a:extLst>
                    <a:ext uri="{9D8B030D-6E8A-4147-A177-3AD203B41FA5}">
                      <a16:colId xmlns:a16="http://schemas.microsoft.com/office/drawing/2014/main" val="2412995169"/>
                    </a:ext>
                  </a:extLst>
                </a:gridCol>
              </a:tblGrid>
              <a:tr h="127000">
                <a:tc gridSpan="2">
                  <a:txBody>
                    <a:bodyPr/>
                    <a:lstStyle/>
                    <a:p>
                      <a:pPr latinLnBrk="0" algn="ctr"/>
                      <a:r>
                        <a:rPr lang="en-US" sz="800" b="1" i="0">
                          <a:solidFill>
                            <a:srgbClr val="FFFFFF"/>
                          </a:solidFill>
                          <a:latin typeface="Arial" panose="020B0604020202020204" pitchFamily="34" charset="0"/>
                        </a:rPr>
                        <a:t>Description</a:t>
                      </a:r>
                      <a:endParaRPr lang="en-US" sz="8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hMerge="1">
                  <a:txBody>
                    <a:bodyPr/>
                    <a:lstStyle/>
                    <a:p>
                      <a:pPr latinLnBrk="0"/>
                      <a:endParaRPr lang="en-AE"/>
                    </a:p>
                  </a:txBody>
                  <a:tcPr/>
                </a:tc>
                <a:extLst>
                  <a:ext uri="{0D108BD9-81ED-4DB2-BD59-A6C34878D82A}">
                    <a16:rowId xmlns:a16="http://schemas.microsoft.com/office/drawing/2014/main" val="709459940"/>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Change PIN / </a:t>
                      </a:r>
                      <a:r>
                        <a:rPr lang="en-US" sz="800" b="0" i="0">
                          <a:solidFill>
                            <a:srgbClr val="000000"/>
                          </a:solidFill>
                          <a:latin typeface="Arial" panose="020B0604020202020204" pitchFamily="34" charset="0"/>
                        </a:rPr>
                        <a:t>Turn off</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531316831"/>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Locked categories: OK locks </a:t>
                      </a:r>
                      <a:r>
                        <a:rPr lang="en-US" sz="800" b="0" i="0">
                          <a:solidFill>
                            <a:srgbClr val="000000"/>
                          </a:solidFill>
                          <a:latin typeface="Arial" panose="020B0604020202020204" pitchFamily="34" charset="0"/>
                        </a:rPr>
                        <a:t>or unlocks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954389473"/>
                  </a:ext>
                </a:extLst>
              </a:tr>
              <a:tr h="127000">
                <a:tc>
                  <a:txBody>
                    <a:bodyPr/>
                    <a:lstStyle/>
                    <a:p>
                      <a:pPr latinLnBrk="0" algn="ctr"/>
                      <a:r>
                        <a:rPr lang="en-US" sz="800" b="0" i="0">
                          <a:solidFill>
                            <a:srgbClr val="000000"/>
                          </a:solidFill>
                          <a:latin typeface="Arial" panose="020B0604020202020204" pitchFamily="34" charset="0"/>
                        </a:rPr>
                        <a:t>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A </a:t>
                      </a:r>
                      <a:r>
                        <a:rPr lang="en-US" sz="800" b="0" i="0">
                          <a:solidFill>
                            <a:srgbClr val="000000"/>
                          </a:solidFill>
                          <a:latin typeface="Arial" panose="020B0604020202020204" pitchFamily="34" charset="0"/>
                        </a:rPr>
                        <a:t>locked category</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434770442"/>
                  </a:ext>
                </a:extLst>
              </a:tr>
            </a:tbl>
          </a:graphicData>
        </a:graphic>
      </p:graphicFrame>
    </p:spTree>
    <p:extLst>
      <p:ext uri="{BB962C8B-B14F-4D97-AF65-F5344CB8AC3E}">
        <p14:creationId xmlns:p14="http://schemas.microsoft.com/office/powerpoint/2010/main" val="42543116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16E9DCFC-054A-65EF-85FF-F33D24028C57}"/>
              </a:ext>
            </a:extLst>
          </p:cNvPr>
          <p:cNvSpPr/>
          <p:nvPr/>
        </p:nvSpPr>
        <p:spPr bwMode="auto">
          <a:xfrm>
            <a:off x="0" y="4927600"/>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Channels of locked categories are hidden everywhere (All channels, Favorites, Recent, Search) until the PIN is entered.</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They lock again when the app </a:t>
            </a:r>
            <a:r>
              <a:rPr lang="en-US" altLang="ko-KR" sz="900">
                <a:latin typeface="Arial" pitchFamily="34" charset="0"/>
                <a:ea typeface="굴림" panose="020B0600000101010101" pitchFamily="50" charset="-127"/>
                <a:cs typeface="Arial" pitchFamily="34" charset="0"/>
              </a:rPr>
              <a:t>restarts.</a:t>
            </a:r>
            <a:endParaRPr lang="en-US" altLang="ko-KR" sz="900" dirty="0">
              <a:latin typeface="Arial" pitchFamily="34" charset="0"/>
              <a:ea typeface="굴림" panose="020B0600000101010101" pitchFamily="50" charset="-127"/>
              <a:cs typeface="Arial" pitchFamily="34" charset="0"/>
            </a:endParaRPr>
          </a:p>
        </p:txBody>
      </p:sp>
      <p:sp>
        <p:nvSpPr>
          <p:cNvPr id="32772" name="TextBox 5">
            <a:extLst>
              <a:ext uri="{FF2B5EF4-FFF2-40B4-BE49-F238E27FC236}">
                <a16:creationId xmlns:a16="http://schemas.microsoft.com/office/drawing/2014/main" id="{CB202140-F02E-2696-5110-E5A73077EE84}"/>
              </a:ext>
            </a:extLst>
          </p:cNvPr>
          <p:cNvSpPr txBox="1">
            <a:spLocks noChangeArrowheads="1"/>
          </p:cNvSpPr>
          <p:nvPr/>
        </p:nvSpPr>
        <p:spPr bwMode="auto">
          <a:xfrm>
            <a:off x="128588" y="620713"/>
            <a:ext cx="685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cs typeface="Arial" panose="020B0604020202020204" pitchFamily="34" charset="0"/>
              </a:rPr>
              <a:t>9. Locked category</a:t>
            </a:r>
          </a:p>
        </p:txBody>
      </p:sp>
      <p:sp>
        <p:nvSpPr>
          <p:cNvPr id="17" name="텍스트 개체 틀 16">
            <a:extLst>
              <a:ext uri="{FF2B5EF4-FFF2-40B4-BE49-F238E27FC236}">
                <a16:creationId xmlns:a16="http://schemas.microsoft.com/office/drawing/2014/main" id="{2BE908F5-3E88-7F81-6668-6A7DE1B9C373}"/>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6. Sub Page Description</a:t>
            </a:r>
            <a:endParaRPr>
              <a:latin typeface="Arial" pitchFamily="34" charset="0"/>
              <a:cs typeface="Arial" pitchFamily="34" charset="0"/>
            </a:endParaRPr>
          </a:p>
        </p:txBody>
      </p:sp>
      <p:pic>
        <p:nvPicPr>
          <p:cNvPr id="3" name="Picture 2">
            <a:extLst>
              <a:ext uri="{FF2B5EF4-FFF2-40B4-BE49-F238E27FC236}">
                <a16:creationId xmlns:a16="http://schemas.microsoft.com/office/drawing/2014/main" id="{F5772765-CA42-4609-1CAA-4A5E2E0561E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 y="914400"/>
            <a:ext cx="6985000" cy="3929063"/>
          </a:xfrm>
          <a:prstGeom prst="rect">
            <a:avLst/>
          </a:prstGeom>
          <a:ln w="9525">
            <a:solidFill>
              <a:srgbClr val="A6A6A6"/>
            </a:solidFill>
          </a:ln>
        </p:spPr>
      </p:pic>
      <p:sp>
        <p:nvSpPr>
          <p:cNvPr id="4" name="Rectangle 3">
            <a:extLst>
              <a:ext uri="{FF2B5EF4-FFF2-40B4-BE49-F238E27FC236}">
                <a16:creationId xmlns:a16="http://schemas.microsoft.com/office/drawing/2014/main" id="{5AA15D39-FE3D-0685-9C31-D1DD47727956}"/>
              </a:ext>
            </a:extLst>
          </p:cNvPr>
          <p:cNvSpPr/>
          <p:nvPr/>
        </p:nvSpPr>
        <p:spPr bwMode="auto">
          <a:xfrm>
            <a:off x="627063" y="3206353"/>
            <a:ext cx="1429742" cy="196453"/>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5" name="Oval 4">
            <a:extLst>
              <a:ext uri="{FF2B5EF4-FFF2-40B4-BE49-F238E27FC236}">
                <a16:creationId xmlns:a16="http://schemas.microsoft.com/office/drawing/2014/main" id="{E7C326BC-5406-D7CD-B5DC-EA8F1C75D322}"/>
              </a:ext>
            </a:extLst>
          </p:cNvPr>
          <p:cNvSpPr/>
          <p:nvPr/>
        </p:nvSpPr>
        <p:spPr bwMode="auto">
          <a:xfrm>
            <a:off x="482600" y="30734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1</a:t>
            </a:r>
          </a:p>
        </p:txBody>
      </p:sp>
      <p:sp>
        <p:nvSpPr>
          <p:cNvPr id="6" name="Rectangle 5">
            <a:extLst>
              <a:ext uri="{FF2B5EF4-FFF2-40B4-BE49-F238E27FC236}">
                <a16:creationId xmlns:a16="http://schemas.microsoft.com/office/drawing/2014/main" id="{F7E2F7EB-4F5E-C866-B801-226FAC2C1193}"/>
              </a:ext>
            </a:extLst>
          </p:cNvPr>
          <p:cNvSpPr/>
          <p:nvPr/>
        </p:nvSpPr>
        <p:spPr bwMode="auto">
          <a:xfrm>
            <a:off x="2362398" y="1416447"/>
            <a:ext cx="1145977" cy="556617"/>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7" name="Oval 6">
            <a:extLst>
              <a:ext uri="{FF2B5EF4-FFF2-40B4-BE49-F238E27FC236}">
                <a16:creationId xmlns:a16="http://schemas.microsoft.com/office/drawing/2014/main" id="{530AAF45-62B8-F814-4ED9-0D2F49A02920}"/>
              </a:ext>
            </a:extLst>
          </p:cNvPr>
          <p:cNvSpPr/>
          <p:nvPr/>
        </p:nvSpPr>
        <p:spPr bwMode="auto">
          <a:xfrm>
            <a:off x="2222500" y="12954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2</a:t>
            </a:r>
          </a:p>
        </p:txBody>
      </p:sp>
      <p:graphicFrame>
        <p:nvGraphicFramePr>
          <p:cNvPr id="8" name="Table 7">
            <a:extLst>
              <a:ext uri="{FF2B5EF4-FFF2-40B4-BE49-F238E27FC236}">
                <a16:creationId xmlns:a16="http://schemas.microsoft.com/office/drawing/2014/main" id="{6CAD2540-B1F0-4A67-3EE4-64CBCFF1120A}"/>
              </a:ext>
            </a:extLst>
          </p:cNvPr>
          <p:cNvGraphicFramePr>
            <a:graphicFrameLocks noGrp="1"/>
          </p:cNvGraphicFramePr>
          <p:nvPr>
            <p:extLst>
              <p:ext uri="{D42A27DB-BD31-4B8C-83A1-F6EECF244321}">
                <p14:modId xmlns:p14="http://schemas.microsoft.com/office/powerpoint/2010/main" val="2904113927"/>
              </p:ext>
            </p:extLst>
          </p:nvPr>
        </p:nvGraphicFramePr>
        <p:xfrm>
          <a:off x="7239000" y="647700"/>
          <a:ext cx="2616200" cy="457200"/>
        </p:xfrm>
        <a:graphic>
          <a:graphicData uri="http://schemas.openxmlformats.org/drawingml/2006/table">
            <a:tbl>
              <a:tblPr firstRow="1" bandRow="1">
                <a:tableStyleId>{5940675A-B579-460E-94D1-54222C63F5DA}</a:tableStyleId>
              </a:tblPr>
              <a:tblGrid>
                <a:gridCol w="279400">
                  <a:extLst>
                    <a:ext uri="{9D8B030D-6E8A-4147-A177-3AD203B41FA5}">
                      <a16:colId xmlns:a16="http://schemas.microsoft.com/office/drawing/2014/main" val="144481999"/>
                    </a:ext>
                  </a:extLst>
                </a:gridCol>
                <a:gridCol w="2336800">
                  <a:extLst>
                    <a:ext uri="{9D8B030D-6E8A-4147-A177-3AD203B41FA5}">
                      <a16:colId xmlns:a16="http://schemas.microsoft.com/office/drawing/2014/main" val="2179612096"/>
                    </a:ext>
                  </a:extLst>
                </a:gridCol>
              </a:tblGrid>
              <a:tr h="127000">
                <a:tc gridSpan="2">
                  <a:txBody>
                    <a:bodyPr/>
                    <a:lstStyle/>
                    <a:p>
                      <a:pPr latinLnBrk="0" algn="ctr"/>
                      <a:r>
                        <a:rPr lang="en-US" sz="800" b="1" i="0">
                          <a:solidFill>
                            <a:srgbClr val="FFFFFF"/>
                          </a:solidFill>
                          <a:latin typeface="Arial" panose="020B0604020202020204" pitchFamily="34" charset="0"/>
                        </a:rPr>
                        <a:t>Description</a:t>
                      </a:r>
                      <a:endParaRPr lang="en-US" sz="8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hMerge="1">
                  <a:txBody>
                    <a:bodyPr/>
                    <a:lstStyle/>
                    <a:p>
                      <a:pPr latinLnBrk="0"/>
                      <a:endParaRPr lang="en-AE"/>
                    </a:p>
                  </a:txBody>
                  <a:tcPr/>
                </a:tc>
                <a:extLst>
                  <a:ext uri="{0D108BD9-81ED-4DB2-BD59-A6C34878D82A}">
                    <a16:rowId xmlns:a16="http://schemas.microsoft.com/office/drawing/2014/main" val="1848421441"/>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Locked category: lock icon, </a:t>
                      </a:r>
                      <a:r>
                        <a:rPr lang="en-US" sz="800" b="0" i="0">
                          <a:solidFill>
                            <a:srgbClr val="000000"/>
                          </a:solidFill>
                          <a:latin typeface="Arial" panose="020B0604020202020204" pitchFamily="34" charset="0"/>
                        </a:rPr>
                        <a:t>no count</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590200566"/>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Unlock: asks for the PIN (see </a:t>
                      </a:r>
                      <a:r>
                        <a:rPr lang="en-US" sz="800" b="0" i="0">
                          <a:solidFill>
                            <a:srgbClr val="000000"/>
                          </a:solidFill>
                          <a:latin typeface="Arial" panose="020B0604020202020204" pitchFamily="34" charset="0"/>
                        </a:rPr>
                        <a:t>6-10)</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4194049699"/>
                  </a:ext>
                </a:extLst>
              </a:tr>
            </a:tbl>
          </a:graphicData>
        </a:graphic>
      </p:graphicFrame>
    </p:spTree>
    <p:extLst>
      <p:ext uri="{BB962C8B-B14F-4D97-AF65-F5344CB8AC3E}">
        <p14:creationId xmlns:p14="http://schemas.microsoft.com/office/powerpoint/2010/main" val="1793703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16E9DCFC-054A-65EF-85FF-F33D24028C57}"/>
              </a:ext>
            </a:extLst>
          </p:cNvPr>
          <p:cNvSpPr/>
          <p:nvPr/>
        </p:nvSpPr>
        <p:spPr bwMode="auto">
          <a:xfrm>
            <a:off x="0" y="4927600"/>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A wrong PIN shows "Wrong PIN. Try again." Back </a:t>
            </a:r>
            <a:r>
              <a:rPr lang="en-US" altLang="ko-KR" sz="900">
                <a:latin typeface="Arial" pitchFamily="34" charset="0"/>
                <a:ea typeface="굴림" panose="020B0600000101010101" pitchFamily="50" charset="-127"/>
                <a:cs typeface="Arial" pitchFamily="34" charset="0"/>
              </a:rPr>
              <a:t>cancels.</a:t>
            </a:r>
            <a:endParaRPr lang="en-US" altLang="ko-KR" sz="900" dirty="0">
              <a:latin typeface="Arial" pitchFamily="34" charset="0"/>
              <a:ea typeface="굴림" panose="020B0600000101010101" pitchFamily="50" charset="-127"/>
              <a:cs typeface="Arial" pitchFamily="34" charset="0"/>
            </a:endParaRPr>
          </a:p>
        </p:txBody>
      </p:sp>
      <p:sp>
        <p:nvSpPr>
          <p:cNvPr id="32772" name="TextBox 5">
            <a:extLst>
              <a:ext uri="{FF2B5EF4-FFF2-40B4-BE49-F238E27FC236}">
                <a16:creationId xmlns:a16="http://schemas.microsoft.com/office/drawing/2014/main" id="{CB202140-F02E-2696-5110-E5A73077EE84}"/>
              </a:ext>
            </a:extLst>
          </p:cNvPr>
          <p:cNvSpPr txBox="1">
            <a:spLocks noChangeArrowheads="1"/>
          </p:cNvSpPr>
          <p:nvPr/>
        </p:nvSpPr>
        <p:spPr bwMode="auto">
          <a:xfrm>
            <a:off x="128588" y="620713"/>
            <a:ext cx="685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cs typeface="Arial" panose="020B0604020202020204" pitchFamily="34" charset="0"/>
              </a:rPr>
              <a:t>10. PIN entry</a:t>
            </a:r>
          </a:p>
        </p:txBody>
      </p:sp>
      <p:sp>
        <p:nvSpPr>
          <p:cNvPr id="17" name="텍스트 개체 틀 16">
            <a:extLst>
              <a:ext uri="{FF2B5EF4-FFF2-40B4-BE49-F238E27FC236}">
                <a16:creationId xmlns:a16="http://schemas.microsoft.com/office/drawing/2014/main" id="{2BE908F5-3E88-7F81-6668-6A7DE1B9C373}"/>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6. Sub Page Description</a:t>
            </a:r>
            <a:endParaRPr>
              <a:latin typeface="Arial" pitchFamily="34" charset="0"/>
              <a:cs typeface="Arial" pitchFamily="34" charset="0"/>
            </a:endParaRPr>
          </a:p>
        </p:txBody>
      </p:sp>
      <p:pic>
        <p:nvPicPr>
          <p:cNvPr id="3" name="Picture 2">
            <a:extLst>
              <a:ext uri="{FF2B5EF4-FFF2-40B4-BE49-F238E27FC236}">
                <a16:creationId xmlns:a16="http://schemas.microsoft.com/office/drawing/2014/main" id="{20D7DB19-4716-3BBA-3E9E-3F50ED5749B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 y="914400"/>
            <a:ext cx="6985000" cy="3929063"/>
          </a:xfrm>
          <a:prstGeom prst="rect">
            <a:avLst/>
          </a:prstGeom>
          <a:ln w="9525">
            <a:solidFill>
              <a:srgbClr val="A6A6A6"/>
            </a:solidFill>
          </a:ln>
        </p:spPr>
      </p:pic>
      <p:sp>
        <p:nvSpPr>
          <p:cNvPr id="4" name="Rectangle 3">
            <a:extLst>
              <a:ext uri="{FF2B5EF4-FFF2-40B4-BE49-F238E27FC236}">
                <a16:creationId xmlns:a16="http://schemas.microsoft.com/office/drawing/2014/main" id="{666027E3-ECF1-CB9D-4752-F80124D46A1E}"/>
              </a:ext>
            </a:extLst>
          </p:cNvPr>
          <p:cNvSpPr/>
          <p:nvPr/>
        </p:nvSpPr>
        <p:spPr bwMode="auto">
          <a:xfrm>
            <a:off x="3273723" y="2093119"/>
            <a:ext cx="818554" cy="163711"/>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5" name="Oval 4">
            <a:extLst>
              <a:ext uri="{FF2B5EF4-FFF2-40B4-BE49-F238E27FC236}">
                <a16:creationId xmlns:a16="http://schemas.microsoft.com/office/drawing/2014/main" id="{88072218-9AF0-170F-DD0B-5799D2F8AD91}"/>
              </a:ext>
            </a:extLst>
          </p:cNvPr>
          <p:cNvSpPr/>
          <p:nvPr/>
        </p:nvSpPr>
        <p:spPr bwMode="auto">
          <a:xfrm>
            <a:off x="3136900" y="19685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1</a:t>
            </a:r>
          </a:p>
        </p:txBody>
      </p:sp>
      <p:sp>
        <p:nvSpPr>
          <p:cNvPr id="6" name="Rectangle 5">
            <a:extLst>
              <a:ext uri="{FF2B5EF4-FFF2-40B4-BE49-F238E27FC236}">
                <a16:creationId xmlns:a16="http://schemas.microsoft.com/office/drawing/2014/main" id="{35EF4323-05EA-119D-D748-E73032657479}"/>
              </a:ext>
            </a:extLst>
          </p:cNvPr>
          <p:cNvSpPr/>
          <p:nvPr/>
        </p:nvSpPr>
        <p:spPr bwMode="auto">
          <a:xfrm>
            <a:off x="2673449" y="2305943"/>
            <a:ext cx="2019102" cy="1266031"/>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7" name="Oval 6">
            <a:extLst>
              <a:ext uri="{FF2B5EF4-FFF2-40B4-BE49-F238E27FC236}">
                <a16:creationId xmlns:a16="http://schemas.microsoft.com/office/drawing/2014/main" id="{6F37DFC8-9235-3175-1CBE-8AFB60460F24}"/>
              </a:ext>
            </a:extLst>
          </p:cNvPr>
          <p:cNvSpPr/>
          <p:nvPr/>
        </p:nvSpPr>
        <p:spPr bwMode="auto">
          <a:xfrm>
            <a:off x="2540000" y="21844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2</a:t>
            </a:r>
          </a:p>
        </p:txBody>
      </p:sp>
      <p:sp>
        <p:nvSpPr>
          <p:cNvPr id="8" name="Rectangle 7">
            <a:extLst>
              <a:ext uri="{FF2B5EF4-FFF2-40B4-BE49-F238E27FC236}">
                <a16:creationId xmlns:a16="http://schemas.microsoft.com/office/drawing/2014/main" id="{CEEA6201-2274-47A2-2746-75FF777DFF27}"/>
              </a:ext>
            </a:extLst>
          </p:cNvPr>
          <p:cNvSpPr/>
          <p:nvPr/>
        </p:nvSpPr>
        <p:spPr bwMode="auto">
          <a:xfrm>
            <a:off x="2657078" y="3632002"/>
            <a:ext cx="2051844" cy="305593"/>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9" name="Oval 8">
            <a:extLst>
              <a:ext uri="{FF2B5EF4-FFF2-40B4-BE49-F238E27FC236}">
                <a16:creationId xmlns:a16="http://schemas.microsoft.com/office/drawing/2014/main" id="{42E3D0C4-0F5E-CEAB-A6CB-8751FD229D7B}"/>
              </a:ext>
            </a:extLst>
          </p:cNvPr>
          <p:cNvSpPr/>
          <p:nvPr/>
        </p:nvSpPr>
        <p:spPr bwMode="auto">
          <a:xfrm>
            <a:off x="2514600" y="35052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3</a:t>
            </a:r>
          </a:p>
        </p:txBody>
      </p:sp>
      <p:graphicFrame>
        <p:nvGraphicFramePr>
          <p:cNvPr id="10" name="Table 9">
            <a:extLst>
              <a:ext uri="{FF2B5EF4-FFF2-40B4-BE49-F238E27FC236}">
                <a16:creationId xmlns:a16="http://schemas.microsoft.com/office/drawing/2014/main" id="{CAF376E2-F8EB-78D4-7EF5-46CEB12426C3}"/>
              </a:ext>
            </a:extLst>
          </p:cNvPr>
          <p:cNvGraphicFramePr>
            <a:graphicFrameLocks noGrp="1"/>
          </p:cNvGraphicFramePr>
          <p:nvPr>
            <p:extLst>
              <p:ext uri="{D42A27DB-BD31-4B8C-83A1-F6EECF244321}">
                <p14:modId xmlns:p14="http://schemas.microsoft.com/office/powerpoint/2010/main" val="367218277"/>
              </p:ext>
            </p:extLst>
          </p:nvPr>
        </p:nvGraphicFramePr>
        <p:xfrm>
          <a:off x="7239000" y="647700"/>
          <a:ext cx="2616200" cy="609600"/>
        </p:xfrm>
        <a:graphic>
          <a:graphicData uri="http://schemas.openxmlformats.org/drawingml/2006/table">
            <a:tbl>
              <a:tblPr firstRow="1" bandRow="1">
                <a:tableStyleId>{5940675A-B579-460E-94D1-54222C63F5DA}</a:tableStyleId>
              </a:tblPr>
              <a:tblGrid>
                <a:gridCol w="279400">
                  <a:extLst>
                    <a:ext uri="{9D8B030D-6E8A-4147-A177-3AD203B41FA5}">
                      <a16:colId xmlns:a16="http://schemas.microsoft.com/office/drawing/2014/main" val="51043910"/>
                    </a:ext>
                  </a:extLst>
                </a:gridCol>
                <a:gridCol w="2336800">
                  <a:extLst>
                    <a:ext uri="{9D8B030D-6E8A-4147-A177-3AD203B41FA5}">
                      <a16:colId xmlns:a16="http://schemas.microsoft.com/office/drawing/2014/main" val="2806468190"/>
                    </a:ext>
                  </a:extLst>
                </a:gridCol>
              </a:tblGrid>
              <a:tr h="127000">
                <a:tc gridSpan="2">
                  <a:txBody>
                    <a:bodyPr/>
                    <a:lstStyle/>
                    <a:p>
                      <a:pPr latinLnBrk="0" algn="ctr"/>
                      <a:r>
                        <a:rPr lang="en-US" sz="800" b="1" i="0">
                          <a:solidFill>
                            <a:srgbClr val="FFFFFF"/>
                          </a:solidFill>
                          <a:latin typeface="Arial" panose="020B0604020202020204" pitchFamily="34" charset="0"/>
                        </a:rPr>
                        <a:t>Description</a:t>
                      </a:r>
                      <a:endParaRPr lang="en-US" sz="8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hMerge="1">
                  <a:txBody>
                    <a:bodyPr/>
                    <a:lstStyle/>
                    <a:p>
                      <a:pPr latinLnBrk="0"/>
                      <a:endParaRPr lang="en-AE"/>
                    </a:p>
                  </a:txBody>
                  <a:tcPr/>
                </a:tc>
                <a:extLst>
                  <a:ext uri="{0D108BD9-81ED-4DB2-BD59-A6C34878D82A}">
                    <a16:rowId xmlns:a16="http://schemas.microsoft.com/office/drawing/2014/main" val="3390068813"/>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Digits entered</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816745484"/>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Keypad; the number keys on the remote </a:t>
                      </a:r>
                      <a:r>
                        <a:rPr lang="en-US" sz="800" b="0" i="0">
                          <a:solidFill>
                            <a:srgbClr val="000000"/>
                          </a:solidFill>
                          <a:latin typeface="Arial" panose="020B0604020202020204" pitchFamily="34" charset="0"/>
                        </a:rPr>
                        <a:t>also work</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383092101"/>
                  </a:ext>
                </a:extLst>
              </a:tr>
              <a:tr h="127000">
                <a:tc>
                  <a:txBody>
                    <a:bodyPr/>
                    <a:lstStyle/>
                    <a:p>
                      <a:pPr latinLnBrk="0" algn="ctr"/>
                      <a:r>
                        <a:rPr lang="en-US" sz="800" b="0" i="0">
                          <a:solidFill>
                            <a:srgbClr val="000000"/>
                          </a:solidFill>
                          <a:latin typeface="Arial" panose="020B0604020202020204" pitchFamily="34" charset="0"/>
                        </a:rPr>
                        <a:t>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Cancel</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510088874"/>
                  </a:ext>
                </a:extLst>
              </a:tr>
            </a:tbl>
          </a:graphicData>
        </a:graphic>
      </p:graphicFrame>
    </p:spTree>
    <p:extLst>
      <p:ext uri="{BB962C8B-B14F-4D97-AF65-F5344CB8AC3E}">
        <p14:creationId xmlns:p14="http://schemas.microsoft.com/office/powerpoint/2010/main" val="34480187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16E9DCFC-054A-65EF-85FF-F33D24028C57}"/>
              </a:ext>
            </a:extLst>
          </p:cNvPr>
          <p:cNvSpPr/>
          <p:nvPr/>
        </p:nvSpPr>
        <p:spPr bwMode="auto">
          <a:xfrm>
            <a:off x="0" y="4927600"/>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Clear cache keeps playlists, favorites and </a:t>
            </a:r>
            <a:r>
              <a:rPr lang="en-US" altLang="ko-KR" sz="900">
                <a:latin typeface="Arial" pitchFamily="34" charset="0"/>
                <a:ea typeface="굴림" panose="020B0600000101010101" pitchFamily="50" charset="-127"/>
                <a:cs typeface="Arial" pitchFamily="34" charset="0"/>
              </a:rPr>
              <a:t>settings.</a:t>
            </a:r>
            <a:endParaRPr lang="en-US" altLang="ko-KR" sz="900" dirty="0">
              <a:latin typeface="Arial" pitchFamily="34" charset="0"/>
              <a:ea typeface="굴림" panose="020B0600000101010101" pitchFamily="50" charset="-127"/>
              <a:cs typeface="Arial" pitchFamily="34" charset="0"/>
            </a:endParaRPr>
          </a:p>
        </p:txBody>
      </p:sp>
      <p:sp>
        <p:nvSpPr>
          <p:cNvPr id="32772" name="TextBox 5">
            <a:extLst>
              <a:ext uri="{FF2B5EF4-FFF2-40B4-BE49-F238E27FC236}">
                <a16:creationId xmlns:a16="http://schemas.microsoft.com/office/drawing/2014/main" id="{CB202140-F02E-2696-5110-E5A73077EE84}"/>
              </a:ext>
            </a:extLst>
          </p:cNvPr>
          <p:cNvSpPr txBox="1">
            <a:spLocks noChangeArrowheads="1"/>
          </p:cNvSpPr>
          <p:nvPr/>
        </p:nvSpPr>
        <p:spPr bwMode="auto">
          <a:xfrm>
            <a:off x="128588" y="620713"/>
            <a:ext cx="68580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cs typeface="Arial" panose="020B0604020202020204" pitchFamily="34" charset="0"/>
              </a:rPr>
              <a:t>11. Settings: About</a:t>
            </a:r>
          </a:p>
        </p:txBody>
      </p:sp>
      <p:sp>
        <p:nvSpPr>
          <p:cNvPr id="17" name="텍스트 개체 틀 16">
            <a:extLst>
              <a:ext uri="{FF2B5EF4-FFF2-40B4-BE49-F238E27FC236}">
                <a16:creationId xmlns:a16="http://schemas.microsoft.com/office/drawing/2014/main" id="{2BE908F5-3E88-7F81-6668-6A7DE1B9C373}"/>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6. Sub Page Description</a:t>
            </a:r>
            <a:endParaRPr>
              <a:latin typeface="Arial" pitchFamily="34" charset="0"/>
              <a:cs typeface="Arial" pitchFamily="34" charset="0"/>
            </a:endParaRPr>
          </a:p>
        </p:txBody>
      </p:sp>
      <p:pic>
        <p:nvPicPr>
          <p:cNvPr id="3" name="Picture 2">
            <a:extLst>
              <a:ext uri="{FF2B5EF4-FFF2-40B4-BE49-F238E27FC236}">
                <a16:creationId xmlns:a16="http://schemas.microsoft.com/office/drawing/2014/main" id="{18647E65-02C4-6976-C645-691B3599F39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90500" y="914400"/>
            <a:ext cx="6985000" cy="3929063"/>
          </a:xfrm>
          <a:prstGeom prst="rect">
            <a:avLst/>
          </a:prstGeom>
          <a:ln w="9525">
            <a:solidFill>
              <a:srgbClr val="A6A6A6"/>
            </a:solidFill>
          </a:ln>
        </p:spPr>
      </p:pic>
      <p:sp>
        <p:nvSpPr>
          <p:cNvPr id="4" name="Rectangle 3">
            <a:extLst>
              <a:ext uri="{FF2B5EF4-FFF2-40B4-BE49-F238E27FC236}">
                <a16:creationId xmlns:a16="http://schemas.microsoft.com/office/drawing/2014/main" id="{96DA490B-E148-29FE-7F55-9E49F2685AEC}"/>
              </a:ext>
            </a:extLst>
          </p:cNvPr>
          <p:cNvSpPr/>
          <p:nvPr/>
        </p:nvSpPr>
        <p:spPr bwMode="auto">
          <a:xfrm>
            <a:off x="2362398" y="1416447"/>
            <a:ext cx="1637110" cy="120055"/>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5" name="Oval 4">
            <a:extLst>
              <a:ext uri="{FF2B5EF4-FFF2-40B4-BE49-F238E27FC236}">
                <a16:creationId xmlns:a16="http://schemas.microsoft.com/office/drawing/2014/main" id="{086F0103-A3B6-8CC5-3C4C-0DAC0CD1CE92}"/>
              </a:ext>
            </a:extLst>
          </p:cNvPr>
          <p:cNvSpPr/>
          <p:nvPr/>
        </p:nvSpPr>
        <p:spPr bwMode="auto">
          <a:xfrm>
            <a:off x="2222500" y="12954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1</a:t>
            </a:r>
          </a:p>
        </p:txBody>
      </p:sp>
      <p:sp>
        <p:nvSpPr>
          <p:cNvPr id="6" name="Rectangle 5">
            <a:extLst>
              <a:ext uri="{FF2B5EF4-FFF2-40B4-BE49-F238E27FC236}">
                <a16:creationId xmlns:a16="http://schemas.microsoft.com/office/drawing/2014/main" id="{ACBCAF8D-CC20-C389-1744-9CEF4B40D5A0}"/>
              </a:ext>
            </a:extLst>
          </p:cNvPr>
          <p:cNvSpPr/>
          <p:nvPr/>
        </p:nvSpPr>
        <p:spPr bwMode="auto">
          <a:xfrm>
            <a:off x="2362398" y="1580158"/>
            <a:ext cx="1637110" cy="294680"/>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7" name="Oval 6">
            <a:extLst>
              <a:ext uri="{FF2B5EF4-FFF2-40B4-BE49-F238E27FC236}">
                <a16:creationId xmlns:a16="http://schemas.microsoft.com/office/drawing/2014/main" id="{739625DC-1462-B826-043A-C52CEDA7AE6C}"/>
              </a:ext>
            </a:extLst>
          </p:cNvPr>
          <p:cNvSpPr/>
          <p:nvPr/>
        </p:nvSpPr>
        <p:spPr bwMode="auto">
          <a:xfrm>
            <a:off x="2222500" y="14478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2</a:t>
            </a:r>
          </a:p>
        </p:txBody>
      </p:sp>
      <p:sp>
        <p:nvSpPr>
          <p:cNvPr id="8" name="Rectangle 7">
            <a:extLst>
              <a:ext uri="{FF2B5EF4-FFF2-40B4-BE49-F238E27FC236}">
                <a16:creationId xmlns:a16="http://schemas.microsoft.com/office/drawing/2014/main" id="{D7DC3859-CDC5-BC19-5D38-739F1094B4C1}"/>
              </a:ext>
            </a:extLst>
          </p:cNvPr>
          <p:cNvSpPr/>
          <p:nvPr/>
        </p:nvSpPr>
        <p:spPr bwMode="auto">
          <a:xfrm>
            <a:off x="2362398" y="1918494"/>
            <a:ext cx="2291954" cy="633015"/>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9" name="Oval 8">
            <a:extLst>
              <a:ext uri="{FF2B5EF4-FFF2-40B4-BE49-F238E27FC236}">
                <a16:creationId xmlns:a16="http://schemas.microsoft.com/office/drawing/2014/main" id="{24812540-1FC0-245A-A180-66578CD01310}"/>
              </a:ext>
            </a:extLst>
          </p:cNvPr>
          <p:cNvSpPr/>
          <p:nvPr/>
        </p:nvSpPr>
        <p:spPr bwMode="auto">
          <a:xfrm>
            <a:off x="2222500" y="17907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3</a:t>
            </a:r>
          </a:p>
        </p:txBody>
      </p:sp>
      <p:sp>
        <p:nvSpPr>
          <p:cNvPr id="10" name="Rectangle 9">
            <a:extLst>
              <a:ext uri="{FF2B5EF4-FFF2-40B4-BE49-F238E27FC236}">
                <a16:creationId xmlns:a16="http://schemas.microsoft.com/office/drawing/2014/main" id="{8F54F490-CC3F-6BBD-9DE4-08B69163C153}"/>
              </a:ext>
            </a:extLst>
          </p:cNvPr>
          <p:cNvSpPr/>
          <p:nvPr/>
        </p:nvSpPr>
        <p:spPr bwMode="auto">
          <a:xfrm>
            <a:off x="2362398" y="2606080"/>
            <a:ext cx="2837657" cy="130968"/>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1" name="Oval 10">
            <a:extLst>
              <a:ext uri="{FF2B5EF4-FFF2-40B4-BE49-F238E27FC236}">
                <a16:creationId xmlns:a16="http://schemas.microsoft.com/office/drawing/2014/main" id="{240E6EA5-5292-D4D8-A84E-FB164408ACA2}"/>
              </a:ext>
            </a:extLst>
          </p:cNvPr>
          <p:cNvSpPr/>
          <p:nvPr/>
        </p:nvSpPr>
        <p:spPr bwMode="auto">
          <a:xfrm>
            <a:off x="2222500" y="24765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4</a:t>
            </a:r>
          </a:p>
        </p:txBody>
      </p:sp>
      <p:sp>
        <p:nvSpPr>
          <p:cNvPr id="12" name="Rectangle 11">
            <a:extLst>
              <a:ext uri="{FF2B5EF4-FFF2-40B4-BE49-F238E27FC236}">
                <a16:creationId xmlns:a16="http://schemas.microsoft.com/office/drawing/2014/main" id="{3EBB4637-9537-8381-30E6-E553B4D24B82}"/>
              </a:ext>
            </a:extLst>
          </p:cNvPr>
          <p:cNvSpPr/>
          <p:nvPr/>
        </p:nvSpPr>
        <p:spPr bwMode="auto">
          <a:xfrm>
            <a:off x="2373313" y="3271838"/>
            <a:ext cx="796726" cy="294679"/>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3" name="Oval 12">
            <a:extLst>
              <a:ext uri="{FF2B5EF4-FFF2-40B4-BE49-F238E27FC236}">
                <a16:creationId xmlns:a16="http://schemas.microsoft.com/office/drawing/2014/main" id="{CD5C7C5F-73DE-1FE2-21DA-08293E64F70A}"/>
              </a:ext>
            </a:extLst>
          </p:cNvPr>
          <p:cNvSpPr/>
          <p:nvPr/>
        </p:nvSpPr>
        <p:spPr bwMode="auto">
          <a:xfrm>
            <a:off x="2235200" y="31496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5</a:t>
            </a:r>
          </a:p>
        </p:txBody>
      </p:sp>
      <p:sp>
        <p:nvSpPr>
          <p:cNvPr id="14" name="Rectangle 13">
            <a:extLst>
              <a:ext uri="{FF2B5EF4-FFF2-40B4-BE49-F238E27FC236}">
                <a16:creationId xmlns:a16="http://schemas.microsoft.com/office/drawing/2014/main" id="{563CC54D-FD62-DCF3-36F7-380201960966}"/>
              </a:ext>
            </a:extLst>
          </p:cNvPr>
          <p:cNvSpPr/>
          <p:nvPr/>
        </p:nvSpPr>
        <p:spPr bwMode="auto">
          <a:xfrm>
            <a:off x="2362398" y="3708400"/>
            <a:ext cx="3819922" cy="130969"/>
          </a:xfrm>
          <a:prstGeom prst="rect">
            <a:avLst/>
          </a:prstGeom>
          <a:noFill/>
          <a:ln w="19050" cap="flat" cmpd="sng" algn="ctr">
            <a:solidFill>
              <a:srgbClr val="E60012"/>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AE" sz="1800" b="0" i="0" u="none" strike="noStrike" cap="none" normalizeH="0" baseline="0">
              <a:ln>
                <a:noFill/>
              </a:ln>
              <a:solidFill>
                <a:schemeClr val="tx1"/>
              </a:solidFill>
              <a:effectLst/>
              <a:latin typeface="Wingdings 2" pitchFamily="18" charset="2"/>
              <a:ea typeface="굴림" pitchFamily="50" charset="-127"/>
              <a:cs typeface="Arial" charset="0"/>
            </a:endParaRPr>
          </a:p>
        </p:txBody>
      </p:sp>
      <p:sp>
        <p:nvSpPr>
          <p:cNvPr id="16" name="Oval 15">
            <a:extLst>
              <a:ext uri="{FF2B5EF4-FFF2-40B4-BE49-F238E27FC236}">
                <a16:creationId xmlns:a16="http://schemas.microsoft.com/office/drawing/2014/main" id="{89DFD3DF-8C01-EBF4-A53A-ABCCB3FC5E19}"/>
              </a:ext>
            </a:extLst>
          </p:cNvPr>
          <p:cNvSpPr/>
          <p:nvPr/>
        </p:nvSpPr>
        <p:spPr bwMode="auto">
          <a:xfrm>
            <a:off x="2222500" y="3581400"/>
            <a:ext cx="165100" cy="165100"/>
          </a:xfrm>
          <a:prstGeom prst="ellipse">
            <a:avLst/>
          </a:prstGeom>
          <a:solidFill>
            <a:srgbClr val="E60012"/>
          </a:solidFill>
          <a:ln w="9525" cap="flat" cmpd="sng" algn="ctr">
            <a:solidFill>
              <a:srgbClr val="FFFFFF"/>
            </a:solidFill>
            <a:prstDash val="solid"/>
            <a:round/>
            <a:headEnd type="none" w="med" len="med"/>
            <a:tailEnd type="none" w="med" len="med"/>
          </a:ln>
          <a:effectLst/>
        </p:spPr>
        <p:txBody>
          <a:bodyPr vert="horz" wrap="none" lIns="0" tIns="0" rIns="0" bIns="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AE" sz="700" b="1" i="0" u="none" strike="noStrike" cap="none" normalizeH="0" baseline="0">
                <a:ln>
                  <a:noFill/>
                </a:ln>
                <a:solidFill>
                  <a:srgbClr val="FFFFFF"/>
                </a:solidFill>
                <a:effectLst/>
                <a:latin typeface="Arial" panose="020B0604020202020204" pitchFamily="34" charset="0"/>
                <a:ea typeface="굴림" pitchFamily="50" charset="-127"/>
                <a:cs typeface="Arial" charset="0"/>
              </a:rPr>
              <a:t>6</a:t>
            </a:r>
          </a:p>
        </p:txBody>
      </p:sp>
      <p:graphicFrame>
        <p:nvGraphicFramePr>
          <p:cNvPr id="19" name="Table 18">
            <a:extLst>
              <a:ext uri="{FF2B5EF4-FFF2-40B4-BE49-F238E27FC236}">
                <a16:creationId xmlns:a16="http://schemas.microsoft.com/office/drawing/2014/main" id="{C84929E3-4621-45F5-0660-5F3C6F6E4910}"/>
              </a:ext>
            </a:extLst>
          </p:cNvPr>
          <p:cNvGraphicFramePr>
            <a:graphicFrameLocks noGrp="1"/>
          </p:cNvGraphicFramePr>
          <p:nvPr>
            <p:extLst>
              <p:ext uri="{D42A27DB-BD31-4B8C-83A1-F6EECF244321}">
                <p14:modId xmlns:p14="http://schemas.microsoft.com/office/powerpoint/2010/main" val="2174443924"/>
              </p:ext>
            </p:extLst>
          </p:nvPr>
        </p:nvGraphicFramePr>
        <p:xfrm>
          <a:off x="7239000" y="647700"/>
          <a:ext cx="2616200" cy="1066800"/>
        </p:xfrm>
        <a:graphic>
          <a:graphicData uri="http://schemas.openxmlformats.org/drawingml/2006/table">
            <a:tbl>
              <a:tblPr firstRow="1" bandRow="1">
                <a:tableStyleId>{5940675A-B579-460E-94D1-54222C63F5DA}</a:tableStyleId>
              </a:tblPr>
              <a:tblGrid>
                <a:gridCol w="279400">
                  <a:extLst>
                    <a:ext uri="{9D8B030D-6E8A-4147-A177-3AD203B41FA5}">
                      <a16:colId xmlns:a16="http://schemas.microsoft.com/office/drawing/2014/main" val="1502869218"/>
                    </a:ext>
                  </a:extLst>
                </a:gridCol>
                <a:gridCol w="2336800">
                  <a:extLst>
                    <a:ext uri="{9D8B030D-6E8A-4147-A177-3AD203B41FA5}">
                      <a16:colId xmlns:a16="http://schemas.microsoft.com/office/drawing/2014/main" val="3485042769"/>
                    </a:ext>
                  </a:extLst>
                </a:gridCol>
              </a:tblGrid>
              <a:tr h="127000">
                <a:tc gridSpan="2">
                  <a:txBody>
                    <a:bodyPr/>
                    <a:lstStyle/>
                    <a:p>
                      <a:pPr latinLnBrk="0" algn="ctr"/>
                      <a:r>
                        <a:rPr lang="en-US" sz="800" b="1" i="0">
                          <a:solidFill>
                            <a:srgbClr val="FFFFFF"/>
                          </a:solidFill>
                          <a:latin typeface="Arial" panose="020B0604020202020204" pitchFamily="34" charset="0"/>
                        </a:rPr>
                        <a:t>Description</a:t>
                      </a:r>
                      <a:endParaRPr lang="en-US" sz="800" b="1" i="0" dirty="0">
                        <a:solidFill>
                          <a:srgbClr val="FFFFFF"/>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404040"/>
                    </a:solidFill>
                  </a:tcPr>
                </a:tc>
                <a:tc hMerge="1">
                  <a:txBody>
                    <a:bodyPr/>
                    <a:lstStyle/>
                    <a:p>
                      <a:pPr latinLnBrk="0"/>
                      <a:endParaRPr lang="en-AE"/>
                    </a:p>
                  </a:txBody>
                  <a:tcPr/>
                </a:tc>
                <a:extLst>
                  <a:ext uri="{0D108BD9-81ED-4DB2-BD59-A6C34878D82A}">
                    <a16:rowId xmlns:a16="http://schemas.microsoft.com/office/drawing/2014/main" val="1193082019"/>
                  </a:ext>
                </a:extLst>
              </a:tr>
              <a:tr h="127000">
                <a:tc>
                  <a:txBody>
                    <a:bodyPr/>
                    <a:lstStyle/>
                    <a:p>
                      <a:pPr latinLnBrk="0" algn="ctr"/>
                      <a:r>
                        <a:rPr lang="en-US" sz="800" b="0" i="0">
                          <a:solidFill>
                            <a:srgbClr val="000000"/>
                          </a:solidFill>
                          <a:latin typeface="Arial" panose="020B0604020202020204" pitchFamily="34" charset="0"/>
                        </a:rPr>
                        <a:t>1</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App name </a:t>
                      </a:r>
                      <a:r>
                        <a:rPr lang="en-US" sz="800" b="0" i="0">
                          <a:solidFill>
                            <a:srgbClr val="000000"/>
                          </a:solidFill>
                          <a:latin typeface="Arial" panose="020B0604020202020204" pitchFamily="34" charset="0"/>
                        </a:rPr>
                        <a:t>and version</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66832542"/>
                  </a:ext>
                </a:extLst>
              </a:tr>
              <a:tr h="127000">
                <a:tc>
                  <a:txBody>
                    <a:bodyPr/>
                    <a:lstStyle/>
                    <a:p>
                      <a:pPr latinLnBrk="0" algn="ctr"/>
                      <a:r>
                        <a:rPr lang="en-US" sz="800" b="0" i="0">
                          <a:solidFill>
                            <a:srgbClr val="000000"/>
                          </a:solidFill>
                          <a:latin typeface="Arial" panose="020B0604020202020204" pitchFamily="34" charset="0"/>
                        </a:rPr>
                        <a:t>2</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TV model and </a:t>
                      </a:r>
                      <a:r>
                        <a:rPr lang="en-US" sz="800" b="0" i="0">
                          <a:solidFill>
                            <a:srgbClr val="000000"/>
                          </a:solidFill>
                          <a:latin typeface="Arial" panose="020B0604020202020204" pitchFamily="34" charset="0"/>
                        </a:rPr>
                        <a:t>webOS version</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2734274586"/>
                  </a:ext>
                </a:extLst>
              </a:tr>
              <a:tr h="127000">
                <a:tc>
                  <a:txBody>
                    <a:bodyPr/>
                    <a:lstStyle/>
                    <a:p>
                      <a:pPr latinLnBrk="0" algn="ctr"/>
                      <a:r>
                        <a:rPr lang="en-US" sz="800" b="0" i="0">
                          <a:solidFill>
                            <a:srgbClr val="000000"/>
                          </a:solidFill>
                          <a:latin typeface="Arial" panose="020B0604020202020204" pitchFamily="34" charset="0"/>
                        </a:rPr>
                        <a:t>3</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Playback diagnostics</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216737485"/>
                  </a:ext>
                </a:extLst>
              </a:tr>
              <a:tr h="127000">
                <a:tc>
                  <a:txBody>
                    <a:bodyPr/>
                    <a:lstStyle/>
                    <a:p>
                      <a:pPr latinLnBrk="0" algn="ctr"/>
                      <a:r>
                        <a:rPr lang="en-US" sz="800" b="0" i="0">
                          <a:solidFill>
                            <a:srgbClr val="000000"/>
                          </a:solidFill>
                          <a:latin typeface="Arial" panose="020B0604020202020204" pitchFamily="34" charset="0"/>
                        </a:rPr>
                        <a:t>4</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a:solidFill>
                            <a:srgbClr val="000000"/>
                          </a:solidFill>
                          <a:latin typeface="Arial" panose="020B0604020202020204" pitchFamily="34" charset="0"/>
                        </a:rPr>
                        <a:t>Stored data</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179308132"/>
                  </a:ext>
                </a:extLst>
              </a:tr>
              <a:tr h="127000">
                <a:tc>
                  <a:txBody>
                    <a:bodyPr/>
                    <a:lstStyle/>
                    <a:p>
                      <a:pPr latinLnBrk="0" algn="ctr"/>
                      <a:r>
                        <a:rPr lang="en-US" sz="800" b="0" i="0">
                          <a:solidFill>
                            <a:srgbClr val="000000"/>
                          </a:solidFill>
                          <a:latin typeface="Arial" panose="020B0604020202020204" pitchFamily="34" charset="0"/>
                        </a:rPr>
                        <a:t>5</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Clear cache: downloads channel lists and </a:t>
                      </a:r>
                      <a:r>
                        <a:rPr lang="en-US" sz="800" b="0" i="0">
                          <a:solidFill>
                            <a:srgbClr val="000000"/>
                          </a:solidFill>
                          <a:latin typeface="Arial" panose="020B0604020202020204" pitchFamily="34" charset="0"/>
                        </a:rPr>
                        <a:t>guide again</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1385618842"/>
                  </a:ext>
                </a:extLst>
              </a:tr>
              <a:tr h="127000">
                <a:tc>
                  <a:txBody>
                    <a:bodyPr/>
                    <a:lstStyle/>
                    <a:p>
                      <a:pPr latinLnBrk="0" algn="ctr"/>
                      <a:r>
                        <a:rPr lang="en-US" sz="800" b="0" i="0">
                          <a:solidFill>
                            <a:srgbClr val="000000"/>
                          </a:solidFill>
                          <a:latin typeface="Arial" panose="020B0604020202020204" pitchFamily="34" charset="0"/>
                        </a:rPr>
                        <a:t>6</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tc>
                  <a:txBody>
                    <a:bodyPr/>
                    <a:lstStyle/>
                    <a:p>
                      <a:pPr latinLnBrk="0" algn="l"/>
                      <a:r>
                        <a:rPr lang="en-US" sz="800" b="0" i="0" dirty="0">
                          <a:solidFill>
                            <a:srgbClr val="000000"/>
                          </a:solidFill>
                          <a:latin typeface="Arial" panose="020B0604020202020204" pitchFamily="34" charset="0"/>
                        </a:rPr>
                        <a:t>License and </a:t>
                      </a:r>
                      <a:r>
                        <a:rPr lang="en-US" sz="800" b="0" i="0">
                          <a:solidFill>
                            <a:srgbClr val="000000"/>
                          </a:solidFill>
                          <a:latin typeface="Arial" panose="020B0604020202020204" pitchFamily="34" charset="0"/>
                        </a:rPr>
                        <a:t>content notice</a:t>
                      </a:r>
                      <a:endParaRPr lang="en-US" sz="800" b="0" i="0" dirty="0">
                        <a:solidFill>
                          <a:srgbClr val="000000"/>
                        </a:solidFill>
                        <a:latin typeface="Arial" panose="020B0604020202020204" pitchFamily="34" charset="0"/>
                      </a:endParaRPr>
                    </a:p>
                  </a:txBody>
                  <a:tcPr marL="38100" marR="38100" marT="25400" marB="25400" anchor="ctr">
                    <a:lnL w="6350" cmpd="sng">
                      <a:solidFill>
                        <a:srgbClr val="A6A6A6"/>
                      </a:solidFill>
                    </a:lnL>
                    <a:lnR w="6350" cmpd="sng">
                      <a:solidFill>
                        <a:srgbClr val="A6A6A6"/>
                      </a:solidFill>
                    </a:lnR>
                    <a:lnT w="6350" cmpd="sng">
                      <a:solidFill>
                        <a:srgbClr val="A6A6A6"/>
                      </a:solidFill>
                    </a:lnT>
                    <a:lnB w="6350" cmpd="sng">
                      <a:solidFill>
                        <a:srgbClr val="A6A6A6"/>
                      </a:solidFill>
                    </a:lnB>
                    <a:solidFill>
                      <a:srgbClr val="FFFFFF"/>
                    </a:solidFill>
                  </a:tcPr>
                </a:tc>
                <a:extLst>
                  <a:ext uri="{0D108BD9-81ED-4DB2-BD59-A6C34878D82A}">
                    <a16:rowId xmlns:a16="http://schemas.microsoft.com/office/drawing/2014/main" val="3515437847"/>
                  </a:ext>
                </a:extLst>
              </a:tr>
            </a:tbl>
          </a:graphicData>
        </a:graphic>
      </p:graphicFrame>
    </p:spTree>
    <p:extLst>
      <p:ext uri="{BB962C8B-B14F-4D97-AF65-F5344CB8AC3E}">
        <p14:creationId xmlns:p14="http://schemas.microsoft.com/office/powerpoint/2010/main" val="24762382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B00703DD-3D54-4611-534D-8850DE9289F7}"/>
              </a:ext>
            </a:extLst>
          </p:cNvPr>
          <p:cNvSpPr/>
          <p:nvPr/>
        </p:nvSpPr>
        <p:spPr bwMode="auto">
          <a:xfrm>
            <a:off x="0" y="4927600"/>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anose="020B0604020202020204" pitchFamily="34" charset="0"/>
                <a:ea typeface="Arial Unicode MS" panose="020B0604020202020204" pitchFamily="50" charset="-127"/>
                <a:cs typeface="Arial" panose="020B0604020202020204" pitchFamily="34" charset="0"/>
              </a:rPr>
              <a:t>Detailed Information</a:t>
            </a:r>
          </a:p>
          <a:p>
            <a:pPr latinLnBrk="0">
              <a:lnSpc>
                <a:spcPct val="150000"/>
              </a:lnSpc>
              <a:defRPr/>
            </a:pPr>
            <a:r>
              <a:rPr lang="en-US" altLang="ko-KR" sz="900" dirty="0">
                <a:latin typeface="Arial" panose="020B0604020202020204" pitchFamily="34" charset="0"/>
                <a:ea typeface="Arial Unicode MS" panose="020B0604020202020204" pitchFamily="50" charset="-127"/>
                <a:cs typeface="Arial" panose="020B0604020202020204" pitchFamily="34" charset="0"/>
              </a:rPr>
              <a:t>- No test credit cards or voucher codes are needed.</a:t>
            </a:r>
          </a:p>
        </p:txBody>
      </p:sp>
      <p:sp>
        <p:nvSpPr>
          <p:cNvPr id="17" name="텍스트 개체 틀 16">
            <a:extLst>
              <a:ext uri="{FF2B5EF4-FFF2-40B4-BE49-F238E27FC236}">
                <a16:creationId xmlns:a16="http://schemas.microsoft.com/office/drawing/2014/main" id="{9592CE7C-9F28-D174-EDD9-9604264B5282}"/>
              </a:ext>
            </a:extLst>
          </p:cNvPr>
          <p:cNvSpPr>
            <a:spLocks noGrp="1"/>
          </p:cNvSpPr>
          <p:nvPr>
            <p:ph type="body" sz="quarter" idx="13"/>
          </p:nvPr>
        </p:nvSpPr>
        <p:spPr>
          <a:xfrm>
            <a:off x="0" y="188913"/>
            <a:ext cx="7761288" cy="368300"/>
          </a:xfrm>
        </p:spPr>
        <p:txBody>
          <a:bodyPr/>
          <a:lstStyle/>
          <a:p>
            <a:pPr latinLnBrk="0">
              <a:defRPr/>
            </a:pPr>
            <a:r>
              <a:rPr lang="en-US" altLang="ko-KR">
                <a:latin typeface="Arial" pitchFamily="34" charset="0"/>
                <a:ea typeface="돋움" pitchFamily="50" charset="-127"/>
                <a:cs typeface="Arial" pitchFamily="34" charset="0"/>
              </a:rPr>
              <a:t>7. Paid Content</a:t>
            </a:r>
            <a:endParaRPr>
              <a:latin typeface="Arial" pitchFamily="34" charset="0"/>
              <a:cs typeface="Arial" pitchFamily="34" charset="0"/>
            </a:endParaRPr>
          </a:p>
        </p:txBody>
      </p:sp>
      <p:sp>
        <p:nvSpPr>
          <p:cNvPr id="2" name="TextBox 5">
            <a:extLst>
              <a:ext uri="{FF2B5EF4-FFF2-40B4-BE49-F238E27FC236}">
                <a16:creationId xmlns:a16="http://schemas.microsoft.com/office/drawing/2014/main" id="{0CA12764-B45C-560B-F80D-849921E0437A}"/>
              </a:ext>
            </a:extLst>
          </p:cNvPr>
          <p:cNvSpPr txBox="1"/>
          <p:nvPr/>
        </p:nvSpPr>
        <p:spPr>
          <a:xfrm>
            <a:off x="165100" y="635000"/>
            <a:ext cx="6858000" cy="307777"/>
          </a:xfrm>
          <a:prstGeom prst="rect">
            <a:avLst/>
          </a:prstGeom>
          <a:noFill/>
        </p:spPr>
        <p:txBody>
          <a:bodyPr vert="horz" rtlCol="0">
            <a:spAutoFit/>
          </a:bodyPr>
          <a:lstStyle/>
          <a:p>
            <a:pPr latinLnBrk="0"/>
            <a:r>
              <a:rPr lang="en-US" sz="1400" b="1" dirty="0">
                <a:latin typeface="Arial" panose="020B0604020202020204" pitchFamily="34" charset="0"/>
              </a:rPr>
              <a:t>1. </a:t>
            </a:r>
            <a:r>
              <a:rPr lang="en-US" sz="1400" b="1">
                <a:latin typeface="Arial" panose="020B0604020202020204" pitchFamily="34" charset="0"/>
              </a:rPr>
              <a:t>Payment methods</a:t>
            </a:r>
            <a:endParaRPr lang="en-US" sz="1400" b="1" dirty="0">
              <a:latin typeface="Arial" panose="020B0604020202020204" pitchFamily="34" charset="0"/>
            </a:endParaRPr>
          </a:p>
        </p:txBody>
      </p:sp>
      <p:sp>
        <p:nvSpPr>
          <p:cNvPr id="3" name="TextBox 2">
            <a:extLst>
              <a:ext uri="{FF2B5EF4-FFF2-40B4-BE49-F238E27FC236}">
                <a16:creationId xmlns:a16="http://schemas.microsoft.com/office/drawing/2014/main" id="{B3E96658-C514-2084-6AF6-7F893A447029}"/>
              </a:ext>
            </a:extLst>
          </p:cNvPr>
          <p:cNvSpPr txBox="1"/>
          <p:nvPr/>
        </p:nvSpPr>
        <p:spPr>
          <a:xfrm>
            <a:off x="508000" y="1905000"/>
            <a:ext cx="8890000" cy="1015663"/>
          </a:xfrm>
          <a:prstGeom prst="rect">
            <a:avLst/>
          </a:prstGeom>
          <a:noFill/>
        </p:spPr>
        <p:txBody>
          <a:bodyPr vert="horz" rtlCol="0">
            <a:spAutoFit/>
          </a:bodyPr>
          <a:lstStyle/>
          <a:p>
            <a:pPr latinLnBrk="0"/>
            <a:r>
              <a:rPr lang="en-US" sz="2800" b="1" dirty="0">
                <a:latin typeface="Arial" panose="020B0604020202020204" pitchFamily="34" charset="0"/>
              </a:rPr>
              <a:t>Not applicable</a:t>
            </a:r>
          </a:p>
          <a:p>
            <a:pPr latinLnBrk="0"/>
            <a:r>
              <a:rPr lang="en-US" sz="1600" dirty="0" err="1">
                <a:latin typeface="Arial" panose="020B0604020202020204" pitchFamily="34" charset="0"/>
              </a:rPr>
              <a:t>Zaplist</a:t>
            </a:r>
            <a:r>
              <a:rPr lang="en-US" sz="1600" dirty="0">
                <a:latin typeface="Arial" panose="020B0604020202020204" pitchFamily="34" charset="0"/>
              </a:rPr>
              <a:t> is free. There are no purchases, subscriptions or payments of any kind, inside or outside the </a:t>
            </a:r>
            <a:r>
              <a:rPr lang="en-US" sz="1600">
                <a:latin typeface="Arial" panose="020B0604020202020204" pitchFamily="34" charset="0"/>
              </a:rPr>
              <a:t>app.</a:t>
            </a:r>
            <a:endParaRPr lang="en-US" sz="1600" dirty="0">
              <a:latin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7AA6C129-D286-25A6-374D-68975769D8E5}"/>
              </a:ext>
            </a:extLst>
          </p:cNvPr>
          <p:cNvSpPr/>
          <p:nvPr/>
        </p:nvSpPr>
        <p:spPr bwMode="auto">
          <a:xfrm>
            <a:off x="0" y="4927599"/>
            <a:ext cx="9906000" cy="1422400"/>
          </a:xfrm>
          <a:prstGeom prst="rect">
            <a:avLst/>
          </a:prstGeom>
          <a:solidFill>
            <a:srgbClr val="DDDDDD"/>
          </a:solidFill>
          <a:ln w="9525" cap="flat" cmpd="sng" algn="ctr">
            <a:solidFill>
              <a:schemeClr val="bg1">
                <a:lumMod val="50000"/>
              </a:schemeClr>
            </a:solidFill>
            <a:prstDash val="solid"/>
            <a:round/>
            <a:headEnd type="none" w="med" len="med"/>
            <a:tailEnd type="none" w="med" len="med"/>
          </a:ln>
          <a:effectLst/>
        </p:spPr>
        <p:txBody>
          <a:bodyPr/>
          <a:lstStyle/>
          <a:p>
            <a:pPr latinLnBrk="0">
              <a:lnSpc>
                <a:spcPct val="150000"/>
              </a:lnSpc>
              <a:defRPr/>
            </a:pPr>
            <a:r>
              <a:rPr lang="en-US" altLang="ko-KR" sz="1000" b="1" dirty="0">
                <a:latin typeface="Arial" pitchFamily="34" charset="0"/>
                <a:ea typeface="굴림" panose="020B0600000101010101" pitchFamily="50" charset="-127"/>
                <a:cs typeface="Arial" pitchFamily="34" charset="0"/>
              </a:rPr>
              <a:t>Detailed Information</a:t>
            </a:r>
          </a:p>
          <a:p>
            <a:pPr latinLnBrk="0">
              <a:lnSpc>
                <a:spcPct val="150000"/>
              </a:lnSpc>
              <a:defRPr/>
            </a:pPr>
            <a:r>
              <a:rPr lang="en-US" altLang="ko-KR" sz="900" dirty="0">
                <a:latin typeface="Arial" pitchFamily="34" charset="0"/>
                <a:ea typeface="굴림" panose="020B0600000101010101" pitchFamily="50" charset="-127"/>
                <a:cs typeface="Arial" pitchFamily="34" charset="0"/>
              </a:rPr>
              <a:t>- No ad network or ad content is included.</a:t>
            </a:r>
          </a:p>
        </p:txBody>
      </p:sp>
      <p:sp>
        <p:nvSpPr>
          <p:cNvPr id="38916" name="TextBox 5">
            <a:extLst>
              <a:ext uri="{FF2B5EF4-FFF2-40B4-BE49-F238E27FC236}">
                <a16:creationId xmlns:a16="http://schemas.microsoft.com/office/drawing/2014/main" id="{32B8AFE1-B9D6-2384-B2F2-D4C289D949CC}"/>
              </a:ext>
            </a:extLst>
          </p:cNvPr>
          <p:cNvSpPr txBox="1">
            <a:spLocks noChangeArrowheads="1"/>
          </p:cNvSpPr>
          <p:nvPr/>
        </p:nvSpPr>
        <p:spPr bwMode="auto">
          <a:xfrm>
            <a:off x="144463" y="620713"/>
            <a:ext cx="6858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a:solidFill>
                  <a:schemeClr val="tx1"/>
                </a:solidFill>
                <a:latin typeface="Wingdings 2" panose="05020102010507070707" pitchFamily="18" charset="2"/>
                <a:ea typeface="굴림" panose="020B0600000101010101" pitchFamily="34" charset="-127"/>
              </a:defRPr>
            </a:lvl1pPr>
            <a:lvl2pPr marL="742950" indent="-285750">
              <a:defRPr>
                <a:solidFill>
                  <a:schemeClr val="tx1"/>
                </a:solidFill>
                <a:latin typeface="Wingdings 2" panose="05020102010507070707" pitchFamily="18" charset="2"/>
                <a:ea typeface="굴림" panose="020B0600000101010101" pitchFamily="34" charset="-127"/>
              </a:defRPr>
            </a:lvl2pPr>
            <a:lvl3pPr marL="1143000" indent="-228600">
              <a:defRPr>
                <a:solidFill>
                  <a:schemeClr val="tx1"/>
                </a:solidFill>
                <a:latin typeface="Wingdings 2" panose="05020102010507070707" pitchFamily="18" charset="2"/>
                <a:ea typeface="굴림" panose="020B0600000101010101" pitchFamily="34" charset="-127"/>
              </a:defRPr>
            </a:lvl3pPr>
            <a:lvl4pPr marL="1600200" indent="-228600">
              <a:defRPr>
                <a:solidFill>
                  <a:schemeClr val="tx1"/>
                </a:solidFill>
                <a:latin typeface="Wingdings 2" panose="05020102010507070707" pitchFamily="18" charset="2"/>
                <a:ea typeface="굴림" panose="020B0600000101010101" pitchFamily="34" charset="-127"/>
              </a:defRPr>
            </a:lvl4pPr>
            <a:lvl5pPr marL="2057400" indent="-228600">
              <a:defRPr>
                <a:solidFill>
                  <a:schemeClr val="tx1"/>
                </a:solidFill>
                <a:latin typeface="Wingdings 2" panose="05020102010507070707" pitchFamily="18" charset="2"/>
                <a:ea typeface="굴림" panose="020B0600000101010101" pitchFamily="34" charset="-127"/>
              </a:defRPr>
            </a:lvl5pPr>
            <a:lvl6pPr marL="25146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6pPr>
            <a:lvl7pPr marL="29718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7pPr>
            <a:lvl8pPr marL="34290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8pPr>
            <a:lvl9pPr marL="3886200" indent="-228600" eaLnBrk="0" fontAlgn="base" hangingPunct="0">
              <a:spcBef>
                <a:spcPct val="0"/>
              </a:spcBef>
              <a:spcAft>
                <a:spcPct val="0"/>
              </a:spcAft>
              <a:defRPr>
                <a:solidFill>
                  <a:schemeClr val="tx1"/>
                </a:solidFill>
                <a:latin typeface="Wingdings 2" panose="05020102010507070707" pitchFamily="18" charset="2"/>
                <a:ea typeface="굴림" panose="020B0600000101010101" pitchFamily="34" charset="-127"/>
              </a:defRPr>
            </a:lvl9pPr>
          </a:lstStyle>
          <a:p>
            <a:pPr latinLnBrk="0"/>
            <a:r>
              <a:rPr lang="en-US" altLang="ko-KR" sz="1400" b="1" dirty="0">
                <a:latin typeface="Arial" panose="020B0604020202020204" pitchFamily="34" charset="0"/>
                <a:ea typeface="맑은 고딕" panose="020B0503020000020004" pitchFamily="34" charset="-127"/>
              </a:rPr>
              <a:t>1. Ad information</a:t>
            </a:r>
          </a:p>
        </p:txBody>
      </p:sp>
      <p:sp>
        <p:nvSpPr>
          <p:cNvPr id="38955" name="텍스트 개체 틀 16">
            <a:extLst>
              <a:ext uri="{FF2B5EF4-FFF2-40B4-BE49-F238E27FC236}">
                <a16:creationId xmlns:a16="http://schemas.microsoft.com/office/drawing/2014/main" id="{697BF44C-1BE0-B0AD-591F-A3F129EA016D}"/>
              </a:ext>
            </a:extLst>
          </p:cNvPr>
          <p:cNvSpPr>
            <a:spLocks noGrp="1"/>
          </p:cNvSpPr>
          <p:nvPr>
            <p:ph type="body" sz="quarter" idx="4294967295"/>
          </p:nvPr>
        </p:nvSpPr>
        <p:spPr bwMode="auto">
          <a:xfrm>
            <a:off x="0" y="176213"/>
            <a:ext cx="7761288" cy="36988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latinLnBrk="0">
              <a:spcBef>
                <a:spcPct val="50000"/>
              </a:spcBef>
              <a:buFontTx/>
              <a:buNone/>
            </a:pPr>
            <a:r>
              <a:rPr lang="en-US" altLang="ko-KR" sz="1800" b="1">
                <a:latin typeface="Arial" panose="020B0604020202020204" pitchFamily="34" charset="0"/>
                <a:ea typeface="돋움" panose="020B0600000101010101" pitchFamily="34" charset="-127"/>
                <a:cs typeface="Arial" panose="020B0604020202020204" pitchFamily="34" charset="0"/>
              </a:rPr>
              <a:t>8. In-App Ad</a:t>
            </a:r>
            <a:endParaRPr lang="ko-KR" altLang="en-US" sz="1800" b="1">
              <a:latin typeface="Arial" panose="020B0604020202020204" pitchFamily="34" charset="0"/>
              <a:ea typeface="맑은 고딕" panose="020B0503020000020004" pitchFamily="34" charset="-127"/>
              <a:cs typeface="Arial" panose="020B0604020202020204" pitchFamily="34" charset="0"/>
            </a:endParaRPr>
          </a:p>
        </p:txBody>
      </p:sp>
      <p:sp>
        <p:nvSpPr>
          <p:cNvPr id="2" name="TextBox 1">
            <a:extLst>
              <a:ext uri="{FF2B5EF4-FFF2-40B4-BE49-F238E27FC236}">
                <a16:creationId xmlns:a16="http://schemas.microsoft.com/office/drawing/2014/main" id="{177C6EB7-5AD3-03C6-B966-6402DC2D5C22}"/>
              </a:ext>
            </a:extLst>
          </p:cNvPr>
          <p:cNvSpPr txBox="1"/>
          <p:nvPr/>
        </p:nvSpPr>
        <p:spPr>
          <a:xfrm>
            <a:off x="508000" y="1905000"/>
            <a:ext cx="8890000" cy="769441"/>
          </a:xfrm>
          <a:prstGeom prst="rect">
            <a:avLst/>
          </a:prstGeom>
          <a:noFill/>
        </p:spPr>
        <p:txBody>
          <a:bodyPr vert="horz" rtlCol="0">
            <a:spAutoFit/>
          </a:bodyPr>
          <a:lstStyle/>
          <a:p>
            <a:pPr latinLnBrk="0"/>
            <a:r>
              <a:rPr lang="en-US" sz="2800" b="1" dirty="0">
                <a:latin typeface="Arial" panose="020B0604020202020204" pitchFamily="34" charset="0"/>
              </a:rPr>
              <a:t>Not applicable</a:t>
            </a:r>
          </a:p>
          <a:p>
            <a:pPr latinLnBrk="0"/>
            <a:r>
              <a:rPr lang="en-US" sz="1600" dirty="0" err="1">
                <a:latin typeface="Arial" panose="020B0604020202020204" pitchFamily="34" charset="0"/>
              </a:rPr>
              <a:t>Zaplist</a:t>
            </a:r>
            <a:r>
              <a:rPr lang="en-US" sz="1600" dirty="0">
                <a:latin typeface="Arial" panose="020B0604020202020204" pitchFamily="34" charset="0"/>
              </a:rPr>
              <a:t> shows no advertising of any </a:t>
            </a:r>
            <a:r>
              <a:rPr lang="en-US" sz="1600">
                <a:latin typeface="Arial" panose="020B0604020202020204" pitchFamily="34" charset="0"/>
              </a:rPr>
              <a:t>kind.</a:t>
            </a:r>
            <a:endParaRPr lang="en-US" sz="1600" dirty="0">
              <a:latin typeface="Arial" panose="020B0604020202020204" pitchFamily="3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extBox 5">
            <a:extLst>
              <a:ext uri="{FF2B5EF4-FFF2-40B4-BE49-F238E27FC236}">
                <a16:creationId xmlns:a16="http://schemas.microsoft.com/office/drawing/2014/main" id="{331974AD-F7D4-FFC6-60DC-F617444C016E}"/>
              </a:ext>
            </a:extLst>
          </p:cNvPr>
          <p:cNvSpPr txBox="1">
            <a:spLocks noChangeArrowheads="1"/>
          </p:cNvSpPr>
          <p:nvPr/>
        </p:nvSpPr>
        <p:spPr bwMode="auto">
          <a:xfrm>
            <a:off x="381000" y="1000125"/>
            <a:ext cx="9109075" cy="2492990"/>
          </a:xfrm>
          <a:prstGeom prst="rect">
            <a:avLst/>
          </a:prstGeom>
          <a:noFill/>
          <a:ln>
            <a:noFill/>
          </a:ln>
        </p:spPr>
        <p:txBody>
          <a:bodyPr>
            <a:spAutoFit/>
          </a:bodyPr>
          <a:lstStyle>
            <a:lvl1pPr marL="355600" indent="-355600">
              <a:defRPr>
                <a:solidFill>
                  <a:schemeClr val="tx1"/>
                </a:solidFill>
                <a:latin typeface="Wingdings 2" pitchFamily="18" charset="2"/>
                <a:ea typeface="굴림" pitchFamily="50" charset="-127"/>
              </a:defRPr>
            </a:lvl1pPr>
            <a:lvl2pPr marL="742950" indent="-285750">
              <a:defRPr>
                <a:solidFill>
                  <a:schemeClr val="tx1"/>
                </a:solidFill>
                <a:latin typeface="Wingdings 2" pitchFamily="18" charset="2"/>
                <a:ea typeface="굴림" pitchFamily="50" charset="-127"/>
              </a:defRPr>
            </a:lvl2pPr>
            <a:lvl3pPr marL="1143000" indent="-228600">
              <a:defRPr>
                <a:solidFill>
                  <a:schemeClr val="tx1"/>
                </a:solidFill>
                <a:latin typeface="Wingdings 2" pitchFamily="18" charset="2"/>
                <a:ea typeface="굴림" pitchFamily="50" charset="-127"/>
              </a:defRPr>
            </a:lvl3pPr>
            <a:lvl4pPr marL="1600200" indent="-228600">
              <a:defRPr>
                <a:solidFill>
                  <a:schemeClr val="tx1"/>
                </a:solidFill>
                <a:latin typeface="Wingdings 2" pitchFamily="18" charset="2"/>
                <a:ea typeface="굴림" pitchFamily="50" charset="-127"/>
              </a:defRPr>
            </a:lvl4pPr>
            <a:lvl5pPr marL="2057400" indent="-228600">
              <a:defRPr>
                <a:solidFill>
                  <a:schemeClr val="tx1"/>
                </a:solidFill>
                <a:latin typeface="Wingdings 2" pitchFamily="18" charset="2"/>
                <a:ea typeface="굴림" pitchFamily="50" charset="-127"/>
              </a:defRPr>
            </a:lvl5pPr>
            <a:lvl6pPr marL="2514600" indent="-228600" eaLnBrk="0" fontAlgn="base" hangingPunct="0">
              <a:spcBef>
                <a:spcPct val="0"/>
              </a:spcBef>
              <a:spcAft>
                <a:spcPct val="0"/>
              </a:spcAft>
              <a:defRPr>
                <a:solidFill>
                  <a:schemeClr val="tx1"/>
                </a:solidFill>
                <a:latin typeface="Wingdings 2" pitchFamily="18" charset="2"/>
                <a:ea typeface="굴림" pitchFamily="50" charset="-127"/>
              </a:defRPr>
            </a:lvl6pPr>
            <a:lvl7pPr marL="2971800" indent="-228600" eaLnBrk="0" fontAlgn="base" hangingPunct="0">
              <a:spcBef>
                <a:spcPct val="0"/>
              </a:spcBef>
              <a:spcAft>
                <a:spcPct val="0"/>
              </a:spcAft>
              <a:defRPr>
                <a:solidFill>
                  <a:schemeClr val="tx1"/>
                </a:solidFill>
                <a:latin typeface="Wingdings 2" pitchFamily="18" charset="2"/>
                <a:ea typeface="굴림" pitchFamily="50" charset="-127"/>
              </a:defRPr>
            </a:lvl7pPr>
            <a:lvl8pPr marL="3429000" indent="-228600" eaLnBrk="0" fontAlgn="base" hangingPunct="0">
              <a:spcBef>
                <a:spcPct val="0"/>
              </a:spcBef>
              <a:spcAft>
                <a:spcPct val="0"/>
              </a:spcAft>
              <a:defRPr>
                <a:solidFill>
                  <a:schemeClr val="tx1"/>
                </a:solidFill>
                <a:latin typeface="Wingdings 2" pitchFamily="18" charset="2"/>
                <a:ea typeface="굴림" pitchFamily="50" charset="-127"/>
              </a:defRPr>
            </a:lvl8pPr>
            <a:lvl9pPr marL="3886200" indent="-228600" eaLnBrk="0" fontAlgn="base" hangingPunct="0">
              <a:spcBef>
                <a:spcPct val="0"/>
              </a:spcBef>
              <a:spcAft>
                <a:spcPct val="0"/>
              </a:spcAft>
              <a:defRPr>
                <a:solidFill>
                  <a:schemeClr val="tx1"/>
                </a:solidFill>
                <a:latin typeface="Wingdings 2" pitchFamily="18" charset="2"/>
                <a:ea typeface="굴림" pitchFamily="50" charset="-127"/>
              </a:defRPr>
            </a:lvl9pPr>
          </a:lstStyle>
          <a:p>
            <a:pPr latinLnBrk="0" marL="0" indent="0">
              <a:defRPr/>
            </a:pPr>
            <a:r>
              <a:rPr lang="en-US" altLang="ko-KR" sz="1200" dirty="0">
                <a:latin typeface="Arial" pitchFamily="34" charset="0"/>
                <a:ea typeface="맑은 고딕" pitchFamily="50" charset="-127"/>
              </a:rPr>
              <a:t>If you have anything to let the LG QA Management know, please comment here. Any detailed references will be welcome.</a:t>
            </a:r>
          </a:p>
          <a:p>
            <a:pPr latinLnBrk="0" marL="0" indent="0">
              <a:defRPr/>
            </a:pPr>
            <a:endParaRPr lang="en-US" altLang="ko-KR" sz="1200" dirty="0">
              <a:latin typeface="Arial" pitchFamily="34" charset="0"/>
              <a:ea typeface="맑은 고딕" pitchFamily="50" charset="-127"/>
            </a:endParaRPr>
          </a:p>
          <a:p>
            <a:pPr latinLnBrk="0" marL="0" indent="0">
              <a:defRPr/>
            </a:pPr>
            <a:r>
              <a:rPr lang="en-US" altLang="ko-KR" sz="1200" dirty="0">
                <a:latin typeface="Arial" pitchFamily="34" charset="0"/>
                <a:ea typeface="맑은 고딕" pitchFamily="50" charset="-127"/>
              </a:rPr>
              <a:t>1. </a:t>
            </a:r>
            <a:r>
              <a:rPr lang="en-US" altLang="ko-KR" sz="1200" dirty="0" err="1">
                <a:latin typeface="Arial" pitchFamily="34" charset="0"/>
                <a:ea typeface="맑은 고딕" pitchFamily="50" charset="-127"/>
              </a:rPr>
              <a:t>Zaplist</a:t>
            </a:r>
            <a:r>
              <a:rPr lang="en-US" altLang="ko-KR" sz="1200" dirty="0">
                <a:latin typeface="Arial" pitchFamily="34" charset="0"/>
                <a:ea typeface="맑은 고딕" pitchFamily="50" charset="-127"/>
              </a:rPr>
              <a:t> includes no channels. Add the test playlist from page 6 to test playback and the TV guide; it uses public test streams (Blender Foundation open movies, Apple and Google test streams) and comes with guide data.</a:t>
            </a:r>
          </a:p>
          <a:p>
            <a:pPr latinLnBrk="0" marL="0" indent="0">
              <a:defRPr/>
            </a:pPr>
            <a:r>
              <a:rPr lang="en-US" altLang="ko-KR" sz="1200" dirty="0">
                <a:latin typeface="Arial" pitchFamily="34" charset="0"/>
                <a:ea typeface="맑은 고딕" pitchFamily="50" charset="-127"/>
              </a:rPr>
              <a:t>2. To test </a:t>
            </a:r>
            <a:r>
              <a:rPr lang="en-US" altLang="ko-KR" sz="1200" dirty="0" err="1">
                <a:latin typeface="Arial" pitchFamily="34" charset="0"/>
                <a:ea typeface="맑은 고딕" pitchFamily="50" charset="-127"/>
              </a:rPr>
              <a:t>Xtream</a:t>
            </a:r>
            <a:r>
              <a:rPr lang="en-US" altLang="ko-KR" sz="1200" dirty="0">
                <a:latin typeface="Arial" pitchFamily="34" charset="0"/>
                <a:ea typeface="맑은 고딕" pitchFamily="50" charset="-127"/>
              </a:rPr>
              <a:t> Codes, use the test server https://zaplist-test.zaplist.workers.dev with username </a:t>
            </a:r>
            <a:r>
              <a:rPr lang="en-US" altLang="ko-KR" sz="1200" dirty="0" err="1">
                <a:latin typeface="Arial" pitchFamily="34" charset="0"/>
                <a:ea typeface="맑은 고딕" pitchFamily="50" charset="-127"/>
              </a:rPr>
              <a:t>zaplist</a:t>
            </a:r>
            <a:r>
              <a:rPr lang="en-US" altLang="ko-KR" sz="1200" dirty="0">
                <a:latin typeface="Arial" pitchFamily="34" charset="0"/>
                <a:ea typeface="맑은 고딕" pitchFamily="50" charset="-127"/>
              </a:rPr>
              <a:t> and password review (page 6). It serves the same test channels and guide.</a:t>
            </a:r>
          </a:p>
          <a:p>
            <a:pPr latinLnBrk="0" marL="0" indent="0">
              <a:defRPr/>
            </a:pPr>
            <a:r>
              <a:rPr lang="en-US" altLang="ko-KR" sz="1200" dirty="0">
                <a:latin typeface="Arial" pitchFamily="34" charset="0"/>
                <a:ea typeface="맑은 고딕" pitchFamily="50" charset="-127"/>
              </a:rPr>
              <a:t>3. Back on the first screen calls </a:t>
            </a:r>
            <a:r>
              <a:rPr lang="en-US" altLang="ko-KR" sz="1200" dirty="0" err="1">
                <a:latin typeface="Arial" pitchFamily="34" charset="0"/>
                <a:ea typeface="맑은 고딕" pitchFamily="50" charset="-127"/>
              </a:rPr>
              <a:t>webOS.platformBack</a:t>
            </a:r>
            <a:r>
              <a:rPr lang="en-US" altLang="ko-KR" sz="1200" dirty="0">
                <a:latin typeface="Arial" pitchFamily="34" charset="0"/>
                <a:ea typeface="맑은 고딕" pitchFamily="50" charset="-127"/>
              </a:rPr>
              <a:t>(), so the TV shows its exit popup or Home screen depending on the webOS version.</a:t>
            </a:r>
          </a:p>
          <a:p>
            <a:pPr latinLnBrk="0" marL="0" indent="0">
              <a:defRPr/>
            </a:pPr>
            <a:r>
              <a:rPr lang="en-US" altLang="ko-KR" sz="1200" dirty="0">
                <a:latin typeface="Arial" pitchFamily="34" charset="0"/>
                <a:ea typeface="맑은 고딕" pitchFamily="50" charset="-127"/>
              </a:rPr>
              <a:t>4. No credentials are hard-coded. The words "password", "credential" and "token" in the package come from the </a:t>
            </a:r>
            <a:r>
              <a:rPr lang="en-US" altLang="ko-KR" sz="1200" dirty="0" err="1">
                <a:latin typeface="Arial" pitchFamily="34" charset="0"/>
                <a:ea typeface="맑은 고딕" pitchFamily="50" charset="-127"/>
              </a:rPr>
              <a:t>Xtream</a:t>
            </a:r>
            <a:r>
              <a:rPr lang="en-US" altLang="ko-KR" sz="1200" dirty="0">
                <a:latin typeface="Arial" pitchFamily="34" charset="0"/>
                <a:ea typeface="맑은 고딕" pitchFamily="50" charset="-127"/>
              </a:rPr>
              <a:t> Codes API parameters, the login form field, the core-</a:t>
            </a:r>
            <a:r>
              <a:rPr lang="en-US" altLang="ko-KR" sz="1200" dirty="0" err="1">
                <a:latin typeface="Arial" pitchFamily="34" charset="0"/>
                <a:ea typeface="맑은 고딕" pitchFamily="50" charset="-127"/>
              </a:rPr>
              <a:t>js</a:t>
            </a:r>
            <a:r>
              <a:rPr lang="en-US" altLang="ko-KR" sz="1200" dirty="0">
                <a:latin typeface="Arial" pitchFamily="34" charset="0"/>
                <a:ea typeface="맑은 고딕" pitchFamily="50" charset="-127"/>
              </a:rPr>
              <a:t> URL </a:t>
            </a:r>
            <a:r>
              <a:rPr lang="en-US" altLang="ko-KR" sz="1200" dirty="0" err="1">
                <a:latin typeface="Arial" pitchFamily="34" charset="0"/>
                <a:ea typeface="맑은 고딕" pitchFamily="50" charset="-127"/>
              </a:rPr>
              <a:t>polyfill</a:t>
            </a:r>
            <a:r>
              <a:rPr lang="en-US" altLang="ko-KR" sz="1200" dirty="0">
                <a:latin typeface="Arial" pitchFamily="34" charset="0"/>
                <a:ea typeface="맑은 고딕" pitchFamily="50" charset="-127"/>
              </a:rPr>
              <a:t> (</a:t>
            </a:r>
            <a:r>
              <a:rPr lang="en-US" altLang="ko-KR" sz="1200" dirty="0" err="1">
                <a:latin typeface="Arial" pitchFamily="34" charset="0"/>
                <a:ea typeface="맑은 고딕" pitchFamily="50" charset="-127"/>
              </a:rPr>
              <a:t>URL.password</a:t>
            </a:r>
            <a:r>
              <a:rPr lang="en-US" altLang="ko-KR" sz="1200" dirty="0">
                <a:latin typeface="Arial" pitchFamily="34" charset="0"/>
                <a:ea typeface="맑은 고딕" pitchFamily="50" charset="-127"/>
              </a:rPr>
              <a:t>) and the XHR/fetch </a:t>
            </a:r>
            <a:r>
              <a:rPr lang="en-US" altLang="ko-KR" sz="1200" dirty="0" err="1">
                <a:latin typeface="Arial" pitchFamily="34" charset="0"/>
                <a:ea typeface="맑은 고딕" pitchFamily="50" charset="-127"/>
              </a:rPr>
              <a:t>withCredentials</a:t>
            </a:r>
            <a:r>
              <a:rPr lang="en-US" altLang="ko-KR" sz="1200" dirty="0">
                <a:latin typeface="Arial" pitchFamily="34" charset="0"/>
                <a:ea typeface="맑은 고딕" pitchFamily="50" charset="-127"/>
              </a:rPr>
              <a:t> options in hls.js and mpegts.js. Playlist URLs, logins, the cached channel lists and guide addresses, and the parental PIN are stored only on the TV, encrypted (AES-GCM, key generated on the TV).</a:t>
            </a:r>
          </a:p>
          <a:p>
            <a:pPr latinLnBrk="0" marL="0" indent="0">
              <a:defRPr/>
            </a:pPr>
            <a:r>
              <a:rPr lang="en-US" altLang="ko-KR" sz="1200" dirty="0">
                <a:latin typeface="Arial" pitchFamily="34" charset="0"/>
                <a:ea typeface="맑은 고딕" pitchFamily="50" charset="-127"/>
              </a:rPr>
              <a:t>5. Contact: nomoredazzling@gmail.com</a:t>
            </a:r>
          </a:p>
        </p:txBody>
      </p:sp>
      <p:sp>
        <p:nvSpPr>
          <p:cNvPr id="5" name="텍스트 개체 틀 4">
            <a:extLst>
              <a:ext uri="{FF2B5EF4-FFF2-40B4-BE49-F238E27FC236}">
                <a16:creationId xmlns:a16="http://schemas.microsoft.com/office/drawing/2014/main" id="{B9140673-708C-E671-AB57-29E2F4AA2AF3}"/>
              </a:ext>
            </a:extLst>
          </p:cNvPr>
          <p:cNvSpPr>
            <a:spLocks noGrp="1"/>
          </p:cNvSpPr>
          <p:nvPr>
            <p:ph type="body" sz="quarter" idx="13"/>
          </p:nvPr>
        </p:nvSpPr>
        <p:spPr>
          <a:xfrm>
            <a:off x="0" y="188913"/>
            <a:ext cx="7761288" cy="368300"/>
          </a:xfrm>
        </p:spPr>
        <p:txBody>
          <a:bodyPr/>
          <a:lstStyle/>
          <a:p>
            <a:pPr latinLnBrk="0">
              <a:defRPr/>
            </a:pPr>
            <a:r>
              <a:rPr lang="en-US" altLang="ko-KR">
                <a:latin typeface="Arial" charset="0"/>
                <a:ea typeface="돋움" pitchFamily="50" charset="-127"/>
              </a:rPr>
              <a:t>[Appendix]</a:t>
            </a:r>
          </a:p>
        </p:txBody>
      </p:sp>
    </p:spTree>
  </p:cSld>
  <p:clrMapOvr>
    <a:masterClrMapping/>
  </p:clrMapOvr>
</p:sld>
</file>

<file path=ppt/theme/theme1.xml><?xml version="1.0" encoding="utf-8"?>
<a:theme xmlns:a="http://schemas.openxmlformats.org/drawingml/2006/main" name="1_기본 디자인">
  <a:themeElements>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ko-KR" altLang="en-US" sz="1800" b="0" i="0" u="none" strike="noStrike" cap="none" normalizeH="0" baseline="0" smtClean="0">
            <a:ln>
              <a:noFill/>
            </a:ln>
            <a:solidFill>
              <a:schemeClr val="tx1"/>
            </a:solidFill>
            <a:effectLst/>
            <a:latin typeface="Wingdings 2" pitchFamily="18" charset="2"/>
            <a:ea typeface="굴림" pitchFamily="50" charset="-127"/>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ko-KR" altLang="en-US" sz="1800" b="0" i="0" u="none" strike="noStrike" cap="none" normalizeH="0" baseline="0" smtClean="0">
            <a:ln>
              <a:noFill/>
            </a:ln>
            <a:solidFill>
              <a:schemeClr val="tx1"/>
            </a:solidFill>
            <a:effectLst/>
            <a:latin typeface="Wingdings 2" pitchFamily="18" charset="2"/>
            <a:ea typeface="굴림" pitchFamily="50" charset="-127"/>
            <a:cs typeface="Arial" charset="0"/>
          </a:defRPr>
        </a:defPPr>
      </a:lstStyle>
    </a:lnDef>
  </a:objectDefaults>
  <a:extraClrSchemeLst>
    <a:extraClrScheme>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디자인 사용자 지정">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기본 디자인">
  <a:themeElements>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ko-KR" altLang="en-US" sz="1800" b="0" i="0" u="none" strike="noStrike" cap="none" normalizeH="0" baseline="0" smtClean="0">
            <a:ln>
              <a:noFill/>
            </a:ln>
            <a:solidFill>
              <a:schemeClr val="tx1"/>
            </a:solidFill>
            <a:effectLst/>
            <a:latin typeface="Wingdings 2" pitchFamily="18" charset="2"/>
            <a:ea typeface="굴림" pitchFamily="50" charset="-127"/>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ko-KR" altLang="en-US" sz="1800" b="0" i="0" u="none" strike="noStrike" cap="none" normalizeH="0" baseline="0" smtClean="0">
            <a:ln>
              <a:noFill/>
            </a:ln>
            <a:solidFill>
              <a:schemeClr val="tx1"/>
            </a:solidFill>
            <a:effectLst/>
            <a:latin typeface="Wingdings 2" pitchFamily="18" charset="2"/>
            <a:ea typeface="굴림" pitchFamily="50" charset="-127"/>
            <a:cs typeface="Arial" charset="0"/>
          </a:defRPr>
        </a:defPPr>
      </a:lstStyle>
    </a:lnDef>
  </a:objectDefaults>
  <a:extraClrSchemeLst>
    <a:extraClrScheme>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2_기본 디자인">
  <a:themeElements>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ko-KR" altLang="en-US" sz="1800" b="0" i="0" u="none" strike="noStrike" cap="none" normalizeH="0" baseline="0" smtClean="0">
            <a:ln>
              <a:noFill/>
            </a:ln>
            <a:solidFill>
              <a:schemeClr val="tx1"/>
            </a:solidFill>
            <a:effectLst/>
            <a:latin typeface="Wingdings 2" pitchFamily="18" charset="2"/>
            <a:ea typeface="굴림" pitchFamily="50" charset="-127"/>
            <a:cs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ko-KR" altLang="en-US" sz="1800" b="0" i="0" u="none" strike="noStrike" cap="none" normalizeH="0" baseline="0" smtClean="0">
            <a:ln>
              <a:noFill/>
            </a:ln>
            <a:solidFill>
              <a:schemeClr val="tx1"/>
            </a:solidFill>
            <a:effectLst/>
            <a:latin typeface="Wingdings 2" pitchFamily="18" charset="2"/>
            <a:ea typeface="굴림" pitchFamily="50" charset="-127"/>
            <a:cs typeface="Arial" charset="0"/>
          </a:defRPr>
        </a:defPPr>
      </a:lstStyle>
    </a:lnDef>
  </a:objectDefaults>
  <a:extraClrSchemeLst>
    <a:extraClrScheme>
      <a:clrScheme name="1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10057</TotalTime>
  <Words>2571</Words>
  <Application>Microsoft Office PowerPoint</Application>
  <PresentationFormat>A4 Paper (210x297 mm)</PresentationFormat>
  <Paragraphs>460</Paragraphs>
  <Slides>22</Slides>
  <Notes>22</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22</vt:i4>
      </vt:variant>
    </vt:vector>
  </HeadingPairs>
  <TitlesOfParts>
    <vt:vector size="36" baseType="lpstr">
      <vt:lpstr>Wingdings 2</vt:lpstr>
      <vt:lpstr>굴림</vt:lpstr>
      <vt:lpstr>Arial</vt:lpstr>
      <vt:lpstr>맑은 고딕</vt:lpstr>
      <vt:lpstr>Wingdings</vt:lpstr>
      <vt:lpstr>돋움</vt:lpstr>
      <vt:lpstr>돋움체</vt:lpstr>
      <vt:lpstr>Arial Unicode MS</vt:lpstr>
      <vt:lpstr>1_기본 디자인</vt:lpstr>
      <vt:lpstr>디자인 사용자 지정</vt:lpstr>
      <vt:lpstr>1_디자인 사용자 지정</vt:lpstr>
      <vt:lpstr>2_디자인 사용자 지정</vt:lpstr>
      <vt:lpstr>3_기본 디자인</vt:lpstr>
      <vt:lpstr>2_기본 디자인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LG Electronics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 title]description</dc:title>
  <dc:creator>LG Apps</dc:creator>
  <cp:lastModifiedBy>Liyona Bonakdar</cp:lastModifiedBy>
  <cp:revision>665</cp:revision>
  <dcterms:created xsi:type="dcterms:W3CDTF">2010-07-06T05:41:28Z</dcterms:created>
  <dcterms:modified xsi:type="dcterms:W3CDTF">2026-10-10T13:57:07Z</dcterms:modified>
</cp:coreProperties>
</file>