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Masters/slideMaster3.xml" ContentType="application/vnd.openxmlformats-officedocument.presentationml.slideMaster+xml"/>
  <Override PartName="/ppt/slideMasters/slideMaster4.xml" ContentType="application/vnd.openxmlformats-officedocument.presentationml.slideMaster+xml"/>
  <Override PartName="/ppt/slideMasters/slideMaster5.xml" ContentType="application/vnd.openxmlformats-officedocument.presentationml.slideMaster+xml"/>
  <Override PartName="/ppt/slideMasters/slideMaster6.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12.xml" ContentType="application/vnd.openxmlformats-officedocument.presentationml.slideLayout+xml"/>
  <Override PartName="/ppt/slideLayouts/slideLayout13.xml" ContentType="application/vnd.openxmlformats-officedocument.presentationml.slideLayout+xml"/>
  <Override PartName="/ppt/slideLayouts/slideLayout14.xml" ContentType="application/vnd.openxmlformats-officedocument.presentationml.slideLayout+xml"/>
  <Override PartName="/ppt/slideLayouts/slideLayout15.xml" ContentType="application/vnd.openxmlformats-officedocument.presentationml.slideLayout+xml"/>
  <Override PartName="/ppt/slideLayouts/slideLayout16.xml" ContentType="application/vnd.openxmlformats-officedocument.presentationml.slideLayout+xml"/>
  <Override PartName="/ppt/slideLayouts/slideLayout17.xml" ContentType="application/vnd.openxmlformats-officedocument.presentationml.slideLayout+xml"/>
  <Override PartName="/ppt/theme/theme2.xml" ContentType="application/vnd.openxmlformats-officedocument.theme+xml"/>
  <Override PartName="/ppt/slideLayouts/slideLayout18.xml" ContentType="application/vnd.openxmlformats-officedocument.presentationml.slideLayout+xml"/>
  <Override PartName="/ppt/slideLayouts/slideLayout19.xml" ContentType="application/vnd.openxmlformats-officedocument.presentationml.slideLayout+xml"/>
  <Override PartName="/ppt/slideLayouts/slideLayout20.xml" ContentType="application/vnd.openxmlformats-officedocument.presentationml.slideLayout+xml"/>
  <Override PartName="/ppt/slideLayouts/slideLayout21.xml" ContentType="application/vnd.openxmlformats-officedocument.presentationml.slideLayout+xml"/>
  <Override PartName="/ppt/slideLayouts/slideLayout22.xml" ContentType="application/vnd.openxmlformats-officedocument.presentationml.slideLayout+xml"/>
  <Override PartName="/ppt/slideLayouts/slideLayout23.xml" ContentType="application/vnd.openxmlformats-officedocument.presentationml.slideLayout+xml"/>
  <Override PartName="/ppt/slideLayouts/slideLayout24.xml" ContentType="application/vnd.openxmlformats-officedocument.presentationml.slideLayout+xml"/>
  <Override PartName="/ppt/slideLayouts/slideLayout25.xml" ContentType="application/vnd.openxmlformats-officedocument.presentationml.slideLayout+xml"/>
  <Override PartName="/ppt/slideLayouts/slideLayout26.xml" ContentType="application/vnd.openxmlformats-officedocument.presentationml.slideLayout+xml"/>
  <Override PartName="/ppt/slideLayouts/slideLayout27.xml" ContentType="application/vnd.openxmlformats-officedocument.presentationml.slideLayout+xml"/>
  <Override PartName="/ppt/slideLayouts/slideLayout28.xml" ContentType="application/vnd.openxmlformats-officedocument.presentationml.slideLayout+xml"/>
  <Override PartName="/ppt/theme/theme3.xml" ContentType="application/vnd.openxmlformats-officedocument.theme+xml"/>
  <Override PartName="/ppt/slideLayouts/slideLayout29.xml" ContentType="application/vnd.openxmlformats-officedocument.presentationml.slideLayout+xml"/>
  <Override PartName="/ppt/slideLayouts/slideLayout30.xml" ContentType="application/vnd.openxmlformats-officedocument.presentationml.slideLayout+xml"/>
  <Override PartName="/ppt/slideLayouts/slideLayout31.xml" ContentType="application/vnd.openxmlformats-officedocument.presentationml.slideLayout+xml"/>
  <Override PartName="/ppt/slideLayouts/slideLayout32.xml" ContentType="application/vnd.openxmlformats-officedocument.presentationml.slideLayout+xml"/>
  <Override PartName="/ppt/slideLayouts/slideLayout33.xml" ContentType="application/vnd.openxmlformats-officedocument.presentationml.slideLayout+xml"/>
  <Override PartName="/ppt/slideLayouts/slideLayout34.xml" ContentType="application/vnd.openxmlformats-officedocument.presentationml.slideLayout+xml"/>
  <Override PartName="/ppt/slideLayouts/slideLayout35.xml" ContentType="application/vnd.openxmlformats-officedocument.presentationml.slideLayout+xml"/>
  <Override PartName="/ppt/slideLayouts/slideLayout36.xml" ContentType="application/vnd.openxmlformats-officedocument.presentationml.slideLayout+xml"/>
  <Override PartName="/ppt/slideLayouts/slideLayout37.xml" ContentType="application/vnd.openxmlformats-officedocument.presentationml.slideLayout+xml"/>
  <Override PartName="/ppt/slideLayouts/slideLayout38.xml" ContentType="application/vnd.openxmlformats-officedocument.presentationml.slideLayout+xml"/>
  <Override PartName="/ppt/slideLayouts/slideLayout39.xml" ContentType="application/vnd.openxmlformats-officedocument.presentationml.slideLayout+xml"/>
  <Override PartName="/ppt/theme/theme4.xml" ContentType="application/vnd.openxmlformats-officedocument.theme+xml"/>
  <Override PartName="/ppt/slideLayouts/slideLayout40.xml" ContentType="application/vnd.openxmlformats-officedocument.presentationml.slideLayout+xml"/>
  <Override PartName="/ppt/slideLayouts/slideLayout41.xml" ContentType="application/vnd.openxmlformats-officedocument.presentationml.slideLayout+xml"/>
  <Override PartName="/ppt/slideLayouts/slideLayout42.xml" ContentType="application/vnd.openxmlformats-officedocument.presentationml.slideLayout+xml"/>
  <Override PartName="/ppt/theme/theme5.xml" ContentType="application/vnd.openxmlformats-officedocument.theme+xml"/>
  <Override PartName="/ppt/slideLayouts/slideLayout43.xml" ContentType="application/vnd.openxmlformats-officedocument.presentationml.slideLayout+xml"/>
  <Override PartName="/ppt/theme/theme6.xml" ContentType="application/vnd.openxmlformats-officedocument.theme+xml"/>
  <Override PartName="/ppt/theme/theme7.xml" ContentType="application/vnd.openxmlformats-officedocument.theme+xml"/>
  <Override PartName="/ppt/theme/theme8.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p:sldMasterIdLst>
    <p:sldMasterId id="2147483680" r:id="rId1"/>
    <p:sldMasterId id="2147484825" r:id="rId2"/>
    <p:sldMasterId id="2147484839" r:id="rId3"/>
    <p:sldMasterId id="2147484851" r:id="rId4"/>
    <p:sldMasterId id="2147483701" r:id="rId5"/>
    <p:sldMasterId id="2147483689" r:id="rId6"/>
  </p:sldMasterIdLst>
  <p:notesMasterIdLst>
    <p:notesMasterId r:id="rId29"/>
  </p:notesMasterIdLst>
  <p:handoutMasterIdLst>
    <p:handoutMasterId r:id="rId30"/>
  </p:handoutMasterIdLst>
  <p:sldIdLst>
    <p:sldId id="299" r:id="rId7"/>
    <p:sldId id="319" r:id="rId8"/>
    <p:sldId id="301" r:id="rId9"/>
    <p:sldId id="320" r:id="rId10"/>
    <p:sldId id="318" r:id="rId11"/>
    <p:sldId id="317" r:id="rId12"/>
    <p:sldId id="304" r:id="rId13"/>
    <p:sldId id="323" r:id="rId14"/>
    <p:sldId id="309" r:id="rId15"/>
    <p:sldId id="333" r:id="rId16"/>
    <p:sldId id="332" r:id="rId17"/>
    <p:sldId id="331" r:id="rId18"/>
    <p:sldId id="330" r:id="rId19"/>
    <p:sldId id="329" r:id="rId20"/>
    <p:sldId id="328" r:id="rId21"/>
    <p:sldId id="327" r:id="rId22"/>
    <p:sldId id="326" r:id="rId23"/>
    <p:sldId id="325" r:id="rId24"/>
    <p:sldId id="324" r:id="rId25"/>
    <p:sldId id="321" r:id="rId26"/>
    <p:sldId id="311" r:id="rId27"/>
    <p:sldId id="308" r:id="rId28"/>
  </p:sldIdLst>
  <p:sldSz cx="9906000" cy="6858000" type="A4"/>
  <p:notesSz cx="6858000" cy="9144000"/>
  <p:defaultTextStyle>
    <a:defPPr>
      <a:defRPr lang="ko-KR"/>
    </a:defPPr>
    <a:lvl1pPr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1pPr>
    <a:lvl2pPr marL="4572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2pPr>
    <a:lvl3pPr marL="9144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3pPr>
    <a:lvl4pPr marL="13716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4pPr>
    <a:lvl5pPr marL="1828800" algn="l" rtl="0" eaLnBrk="0" fontAlgn="base" hangingPunct="0">
      <a:spcBef>
        <a:spcPct val="0"/>
      </a:spcBef>
      <a:spcAft>
        <a:spcPct val="0"/>
      </a:spcAft>
      <a:defRPr kern="1200">
        <a:solidFill>
          <a:schemeClr val="tx1"/>
        </a:solidFill>
        <a:latin typeface="Wingdings 2" panose="05020102010507070707" pitchFamily="18" charset="2"/>
        <a:ea typeface="굴림" panose="020B0600000101010101" pitchFamily="34" charset="-127"/>
        <a:cs typeface="+mn-cs"/>
      </a:defRPr>
    </a:lvl5pPr>
    <a:lvl6pPr marL="22860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6pPr>
    <a:lvl7pPr marL="27432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7pPr>
    <a:lvl8pPr marL="32004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8pPr>
    <a:lvl9pPr marL="3657600" algn="l" defTabSz="914400" rtl="0" eaLnBrk="1" latinLnBrk="0" hangingPunct="1">
      <a:defRPr kern="1200">
        <a:solidFill>
          <a:schemeClr val="tx1"/>
        </a:solidFill>
        <a:latin typeface="Wingdings 2" panose="05020102010507070707" pitchFamily="18" charset="2"/>
        <a:ea typeface="굴림" panose="020B0600000101010101" pitchFamily="34" charset="-127"/>
        <a:cs typeface="+mn-cs"/>
      </a:defRPr>
    </a:lvl9pPr>
  </p:defaultTextStyle>
  <p:extLst>
    <p:ext uri="{EFAFB233-063F-42B5-8137-9DF3F51BA10A}">
      <p15:sldGuideLst xmlns:p15="http://schemas.microsoft.com/office/powerpoint/2012/main">
        <p15:guide id="1" orient="horz" pos="3784">
          <p15:clr>
            <a:srgbClr val="A4A3A4"/>
          </p15:clr>
        </p15:guide>
        <p15:guide id="2" orient="horz" pos="482">
          <p15:clr>
            <a:srgbClr val="A4A3A4"/>
          </p15:clr>
        </p15:guide>
        <p15:guide id="3" orient="horz" pos="845">
          <p15:clr>
            <a:srgbClr val="A4A3A4"/>
          </p15:clr>
        </p15:guide>
        <p15:guide id="4" orient="horz" pos="3430">
          <p15:clr>
            <a:srgbClr val="A4A3A4"/>
          </p15:clr>
        </p15:guide>
        <p15:guide id="5" orient="horz" pos="3833">
          <p15:clr>
            <a:srgbClr val="A4A3A4"/>
          </p15:clr>
        </p15:guide>
        <p15:guide id="6" pos="221">
          <p15:clr>
            <a:srgbClr val="A4A3A4"/>
          </p15:clr>
        </p15:guide>
        <p15:guide id="7" pos="3120">
          <p15:clr>
            <a:srgbClr val="A4A3A4"/>
          </p15:clr>
        </p15:guide>
      </p15:sldGuideLst>
    </p:ext>
    <p:ext uri="{2D200454-40CA-4A62-9FC3-DE9A4176ACB9}">
      <p15:notesGuideLst xmlns:p15="http://schemas.microsoft.com/office/powerpoint/2012/main">
        <p15:guide id="1" orient="horz" pos="2880">
          <p15:clr>
            <a:srgbClr val="A4A3A4"/>
          </p15:clr>
        </p15:guide>
        <p15:guide id="2" pos="2160">
          <p15:clr>
            <a:srgbClr val="A4A3A4"/>
          </p15:clr>
        </p15:guide>
      </p15:notes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srgbClr val="FF0000"/>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FF0066"/>
    <a:srgbClr val="FFFF66"/>
    <a:srgbClr val="E9F5A3"/>
    <a:srgbClr val="F6FBAF"/>
    <a:srgbClr val="DDDDDD"/>
    <a:srgbClr val="969696"/>
    <a:srgbClr val="FF0000"/>
    <a:srgbClr val="BBE0E3"/>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보통 스타일 2 - 강조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5940675A-B579-460E-94D1-54222C63F5DA}" styleName="스타일 없음, 표 눈금">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2D5ABB26-0587-4C30-8999-92F81FD0307C}" styleName="스타일 없음, 눈금 없음">
    <a:wholeTbl>
      <a:tcTxStyle>
        <a:fontRef idx="minor">
          <a:scrgbClr r="0" g="0" b="0"/>
        </a:fontRef>
        <a:schemeClr val="tx1"/>
      </a:tcTxStyle>
      <a:tcStyle>
        <a:tcBdr>
          <a:left>
            <a:ln>
              <a:noFill/>
            </a:ln>
          </a:left>
          <a:right>
            <a:ln>
              <a:noFill/>
            </a:ln>
          </a:right>
          <a:top>
            <a:ln>
              <a:noFill/>
            </a:ln>
          </a:top>
          <a:bottom>
            <a:ln>
              <a:noFill/>
            </a:ln>
          </a:bottom>
          <a:insideH>
            <a:ln>
              <a:noFill/>
            </a:ln>
          </a:insideH>
          <a:insideV>
            <a:ln>
              <a:no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831" autoAdjust="0"/>
    <p:restoredTop sz="99708" autoAdjust="0"/>
  </p:normalViewPr>
  <p:slideViewPr>
    <p:cSldViewPr>
      <p:cViewPr varScale="1">
        <p:scale>
          <a:sx n="111" d="100"/>
          <a:sy n="111" d="100"/>
        </p:scale>
        <p:origin x="1260" y="96"/>
      </p:cViewPr>
      <p:guideLst>
        <p:guide orient="horz" pos="3784"/>
        <p:guide orient="horz" pos="482"/>
        <p:guide orient="horz" pos="845"/>
        <p:guide orient="horz" pos="3430"/>
        <p:guide orient="horz" pos="3833"/>
        <p:guide pos="221"/>
        <p:guide pos="3120"/>
      </p:guideLst>
    </p:cSldViewPr>
  </p:slideViewPr>
  <p:notesTextViewPr>
    <p:cViewPr>
      <p:scale>
        <a:sx n="100" d="100"/>
        <a:sy n="100" d="100"/>
      </p:scale>
      <p:origin x="0" y="0"/>
    </p:cViewPr>
  </p:notesTextViewPr>
  <p:sorterViewPr>
    <p:cViewPr>
      <p:scale>
        <a:sx n="200" d="100"/>
        <a:sy n="200" d="100"/>
      </p:scale>
      <p:origin x="0" y="0"/>
    </p:cViewPr>
  </p:sorterViewPr>
  <p:notesViewPr>
    <p:cSldViewPr>
      <p:cViewPr varScale="1">
        <p:scale>
          <a:sx n="86" d="100"/>
          <a:sy n="86" d="100"/>
        </p:scale>
        <p:origin x="3864" y="108"/>
      </p:cViewPr>
      <p:guideLst>
        <p:guide orient="horz" pos="2880"/>
        <p:guide pos="2160"/>
      </p:guideLst>
    </p:cSldViewPr>
  </p:notes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7.xml"/><Relationship Id="rId18" Type="http://schemas.openxmlformats.org/officeDocument/2006/relationships/slide" Target="slides/slide12.xml"/><Relationship Id="rId26" Type="http://schemas.openxmlformats.org/officeDocument/2006/relationships/slide" Target="slides/slide20.xml"/><Relationship Id="rId3" Type="http://schemas.openxmlformats.org/officeDocument/2006/relationships/slideMaster" Target="slideMasters/slideMaster3.xml"/><Relationship Id="rId21" Type="http://schemas.openxmlformats.org/officeDocument/2006/relationships/slide" Target="slides/slide15.xml"/><Relationship Id="rId34" Type="http://schemas.openxmlformats.org/officeDocument/2006/relationships/tableStyles" Target="tableStyles.xml"/><Relationship Id="rId7" Type="http://schemas.openxmlformats.org/officeDocument/2006/relationships/slide" Target="slides/slide1.xml"/><Relationship Id="rId12" Type="http://schemas.openxmlformats.org/officeDocument/2006/relationships/slide" Target="slides/slide6.xml"/><Relationship Id="rId17" Type="http://schemas.openxmlformats.org/officeDocument/2006/relationships/slide" Target="slides/slide11.xml"/><Relationship Id="rId25" Type="http://schemas.openxmlformats.org/officeDocument/2006/relationships/slide" Target="slides/slide19.xml"/><Relationship Id="rId33" Type="http://schemas.openxmlformats.org/officeDocument/2006/relationships/theme" Target="theme/theme1.xml"/><Relationship Id="rId2" Type="http://schemas.openxmlformats.org/officeDocument/2006/relationships/slideMaster" Target="slideMasters/slideMaster2.xml"/><Relationship Id="rId16" Type="http://schemas.openxmlformats.org/officeDocument/2006/relationships/slide" Target="slides/slide10.xml"/><Relationship Id="rId20" Type="http://schemas.openxmlformats.org/officeDocument/2006/relationships/slide" Target="slides/slide14.xml"/><Relationship Id="rId29" Type="http://schemas.openxmlformats.org/officeDocument/2006/relationships/notesMaster" Target="notesMasters/notesMaster1.xml"/><Relationship Id="rId1" Type="http://schemas.openxmlformats.org/officeDocument/2006/relationships/slideMaster" Target="slideMasters/slideMaster1.xml"/><Relationship Id="rId6" Type="http://schemas.openxmlformats.org/officeDocument/2006/relationships/slideMaster" Target="slideMasters/slideMaster6.xml"/><Relationship Id="rId11" Type="http://schemas.openxmlformats.org/officeDocument/2006/relationships/slide" Target="slides/slide5.xml"/><Relationship Id="rId24" Type="http://schemas.openxmlformats.org/officeDocument/2006/relationships/slide" Target="slides/slide18.xml"/><Relationship Id="rId32" Type="http://schemas.openxmlformats.org/officeDocument/2006/relationships/viewProps" Target="viewProps.xml"/><Relationship Id="rId5" Type="http://schemas.openxmlformats.org/officeDocument/2006/relationships/slideMaster" Target="slideMasters/slideMaster5.xml"/><Relationship Id="rId15" Type="http://schemas.openxmlformats.org/officeDocument/2006/relationships/slide" Target="slides/slide9.xml"/><Relationship Id="rId23" Type="http://schemas.openxmlformats.org/officeDocument/2006/relationships/slide" Target="slides/slide17.xml"/><Relationship Id="rId28" Type="http://schemas.openxmlformats.org/officeDocument/2006/relationships/slide" Target="slides/slide22.xml"/><Relationship Id="rId10" Type="http://schemas.openxmlformats.org/officeDocument/2006/relationships/slide" Target="slides/slide4.xml"/><Relationship Id="rId19" Type="http://schemas.openxmlformats.org/officeDocument/2006/relationships/slide" Target="slides/slide13.xml"/><Relationship Id="rId31" Type="http://schemas.openxmlformats.org/officeDocument/2006/relationships/presProps" Target="presProps.xml"/><Relationship Id="rId4" Type="http://schemas.openxmlformats.org/officeDocument/2006/relationships/slideMaster" Target="slideMasters/slideMaster4.xml"/><Relationship Id="rId9" Type="http://schemas.openxmlformats.org/officeDocument/2006/relationships/slide" Target="slides/slide3.xml"/><Relationship Id="rId14" Type="http://schemas.openxmlformats.org/officeDocument/2006/relationships/slide" Target="slides/slide8.xml"/><Relationship Id="rId22" Type="http://schemas.openxmlformats.org/officeDocument/2006/relationships/slide" Target="slides/slide16.xml"/><Relationship Id="rId27" Type="http://schemas.openxmlformats.org/officeDocument/2006/relationships/slide" Target="slides/slide21.xml"/><Relationship Id="rId30" Type="http://schemas.openxmlformats.org/officeDocument/2006/relationships/handoutMaster" Target="handoutMasters/handoutMaster1.xml"/><Relationship Id="rId8"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8.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2" name="머리글 개체 틀 1">
            <a:extLst>
              <a:ext uri="{FF2B5EF4-FFF2-40B4-BE49-F238E27FC236}">
                <a16:creationId xmlns:a16="http://schemas.microsoft.com/office/drawing/2014/main" id="{549D7CB2-E49D-B742-26ED-927C0FBF9449}"/>
              </a:ext>
            </a:extLst>
          </p:cNvPr>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ea typeface="굴림" pitchFamily="50" charset="-127"/>
                <a:cs typeface="Arial" charset="0"/>
              </a:defRPr>
            </a:lvl1pPr>
          </a:lstStyle>
          <a:p>
            <a:pPr>
              <a:defRPr/>
            </a:pPr>
            <a:endParaRPr lang="ko-KR" altLang="en-US"/>
          </a:p>
        </p:txBody>
      </p:sp>
      <p:sp>
        <p:nvSpPr>
          <p:cNvPr id="3" name="날짜 개체 틀 2">
            <a:extLst>
              <a:ext uri="{FF2B5EF4-FFF2-40B4-BE49-F238E27FC236}">
                <a16:creationId xmlns:a16="http://schemas.microsoft.com/office/drawing/2014/main" id="{D96980FF-26C8-12FF-D8A1-6FCF77F56DC1}"/>
              </a:ext>
            </a:extLst>
          </p:cNvPr>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ea typeface="굴림" pitchFamily="50" charset="-127"/>
                <a:cs typeface="Arial" charset="0"/>
              </a:defRPr>
            </a:lvl1pPr>
          </a:lstStyle>
          <a:p>
            <a:pPr>
              <a:defRPr/>
            </a:pPr>
            <a:fld id="{BB862613-95A4-4300-AE60-475D4FF9E0B4}" type="datetimeFigureOut">
              <a:rPr lang="ko-KR" altLang="en-US"/>
              <a:pPr>
                <a:defRPr/>
              </a:pPr>
              <a:t>2026-10-10</a:t>
            </a:fld>
            <a:endParaRPr lang="ko-KR" altLang="en-US" dirty="0"/>
          </a:p>
        </p:txBody>
      </p:sp>
      <p:sp>
        <p:nvSpPr>
          <p:cNvPr id="4" name="바닥글 개체 틀 3">
            <a:extLst>
              <a:ext uri="{FF2B5EF4-FFF2-40B4-BE49-F238E27FC236}">
                <a16:creationId xmlns:a16="http://schemas.microsoft.com/office/drawing/2014/main" id="{48740F56-40C8-1F89-84DD-383B4D1275C9}"/>
              </a:ext>
            </a:extLst>
          </p:cNvPr>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ea typeface="굴림" pitchFamily="50" charset="-127"/>
                <a:cs typeface="Arial" charset="0"/>
              </a:defRPr>
            </a:lvl1pPr>
          </a:lstStyle>
          <a:p>
            <a:pPr>
              <a:defRPr/>
            </a:pPr>
            <a:endParaRPr lang="ko-KR" altLang="en-US"/>
          </a:p>
        </p:txBody>
      </p:sp>
      <p:sp>
        <p:nvSpPr>
          <p:cNvPr id="5" name="슬라이드 번호 개체 틀 4">
            <a:extLst>
              <a:ext uri="{FF2B5EF4-FFF2-40B4-BE49-F238E27FC236}">
                <a16:creationId xmlns:a16="http://schemas.microsoft.com/office/drawing/2014/main" id="{0FB0BC9F-EF4B-D404-662B-B00DFB8C8B04}"/>
              </a:ext>
            </a:extLst>
          </p:cNvPr>
          <p:cNvSpPr>
            <a:spLocks noGrp="1"/>
          </p:cNvSpPr>
          <p:nvPr>
            <p:ph type="sldNum" sz="quarter" idx="3"/>
          </p:nvPr>
        </p:nvSpPr>
        <p:spPr>
          <a:xfrm>
            <a:off x="3884613" y="8685213"/>
            <a:ext cx="2971800" cy="457200"/>
          </a:xfrm>
          <a:prstGeom prst="rect">
            <a:avLst/>
          </a:prstGeom>
        </p:spPr>
        <p:txBody>
          <a:bodyPr vert="horz" wrap="square" lIns="91440" tIns="45720" rIns="91440" bIns="45720" numCol="1" anchor="b" anchorCtr="0" compatLnSpc="1">
            <a:prstTxWarp prst="textNoShape">
              <a:avLst/>
            </a:prstTxWarp>
          </a:bodyPr>
          <a:lstStyle>
            <a:lvl1pPr algn="r">
              <a:defRPr sz="1200">
                <a:ea typeface="굴림" panose="020B0600000101010101" pitchFamily="50" charset="-127"/>
              </a:defRPr>
            </a:lvl1pPr>
          </a:lstStyle>
          <a:p>
            <a:pPr>
              <a:defRPr/>
            </a:pPr>
            <a:fld id="{EC9D2E1B-7A14-43FD-931C-0E41BE7CDD72}"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7.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6146" name="Rectangle 2">
            <a:extLst>
              <a:ext uri="{FF2B5EF4-FFF2-40B4-BE49-F238E27FC236}">
                <a16:creationId xmlns:a16="http://schemas.microsoft.com/office/drawing/2014/main" id="{726A5C51-6E00-440C-218B-816D3490C514}"/>
              </a:ext>
            </a:extLst>
          </p:cNvPr>
          <p:cNvSpPr>
            <a:spLocks noGrp="1" noChangeArrowheads="1"/>
          </p:cNvSpPr>
          <p:nvPr>
            <p:ph type="hdr" sz="quarter"/>
          </p:nvPr>
        </p:nvSpPr>
        <p:spPr bwMode="auto">
          <a:xfrm>
            <a:off x="0"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47" name="Rectangle 3">
            <a:extLst>
              <a:ext uri="{FF2B5EF4-FFF2-40B4-BE49-F238E27FC236}">
                <a16:creationId xmlns:a16="http://schemas.microsoft.com/office/drawing/2014/main" id="{CFB70450-F985-A3C5-97CE-4B186F88EC54}"/>
              </a:ext>
            </a:extLst>
          </p:cNvPr>
          <p:cNvSpPr>
            <a:spLocks noGrp="1" noChangeArrowheads="1"/>
          </p:cNvSpPr>
          <p:nvPr>
            <p:ph type="dt" idx="1"/>
          </p:nvPr>
        </p:nvSpPr>
        <p:spPr bwMode="auto">
          <a:xfrm>
            <a:off x="3884613" y="0"/>
            <a:ext cx="2971800" cy="4572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lvl1pPr algn="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12292" name="Rectangle 4">
            <a:extLst>
              <a:ext uri="{FF2B5EF4-FFF2-40B4-BE49-F238E27FC236}">
                <a16:creationId xmlns:a16="http://schemas.microsoft.com/office/drawing/2014/main" id="{E675AF99-82C1-C915-1710-B701EED65BC6}"/>
              </a:ext>
            </a:extLst>
          </p:cNvPr>
          <p:cNvSpPr>
            <a:spLocks noRot="1" noChangeArrowheads="1" noTextEdit="1"/>
          </p:cNvSpPr>
          <p:nvPr>
            <p:ph type="sldImg" idx="2"/>
          </p:nvPr>
        </p:nvSpPr>
        <p:spPr bwMode="auto">
          <a:xfrm>
            <a:off x="952500" y="685800"/>
            <a:ext cx="4953000" cy="3429000"/>
          </a:xfrm>
          <a:prstGeom prst="rect">
            <a:avLst/>
          </a:prstGeom>
          <a:noFill/>
          <a:ln w="9525">
            <a:solidFill>
              <a:srgbClr val="000000"/>
            </a:solidFill>
            <a:miter lim="800000"/>
            <a:headEnd/>
            <a:tailEnd/>
          </a:ln>
          <a:extLst>
            <a:ext uri="{909E8E84-426E-40DD-AFC4-6F175D3DCCD1}">
              <a14:hiddenFill xmlns:a14="http://schemas.microsoft.com/office/drawing/2010/main">
                <a:solidFill>
                  <a:srgbClr val="FFFFFF"/>
                </a:solidFill>
              </a14:hiddenFill>
            </a:ext>
          </a:extLst>
        </p:spPr>
      </p:sp>
      <p:sp>
        <p:nvSpPr>
          <p:cNvPr id="6149" name="Rectangle 5">
            <a:extLst>
              <a:ext uri="{FF2B5EF4-FFF2-40B4-BE49-F238E27FC236}">
                <a16:creationId xmlns:a16="http://schemas.microsoft.com/office/drawing/2014/main" id="{20ED3771-FB4B-77CA-6889-8F4F56C5F8F4}"/>
              </a:ext>
            </a:extLst>
          </p:cNvPr>
          <p:cNvSpPr>
            <a:spLocks noGrp="1" noChangeArrowheads="1"/>
          </p:cNvSpPr>
          <p:nvPr>
            <p:ph type="body" sz="quarter" idx="3"/>
          </p:nvPr>
        </p:nvSpPr>
        <p:spPr bwMode="auto">
          <a:xfrm>
            <a:off x="685800" y="4343400"/>
            <a:ext cx="5486400" cy="4114800"/>
          </a:xfrm>
          <a:prstGeom prst="rect">
            <a:avLst/>
          </a:prstGeom>
          <a:noFill/>
          <a:ln w="9525">
            <a:noFill/>
            <a:miter lim="800000"/>
            <a:headEnd/>
            <a:tailEnd/>
          </a:ln>
          <a:effectLst/>
        </p:spPr>
        <p:txBody>
          <a:bodyPr vert="horz" wrap="square" lIns="91440" tIns="45720" rIns="91440" bIns="45720" numCol="1" anchor="t" anchorCtr="0" compatLnSpc="1">
            <a:prstTxWarp prst="textNoShape">
              <a:avLst/>
            </a:prstTxWarp>
          </a:bodyPr>
          <a:lstStyle/>
          <a:p>
            <a:pPr lvl="0"/>
            <a:r>
              <a:rPr lang="ko-KR" altLang="en-US" noProof="0"/>
              <a:t>마스터 텍스트 스타일을 편집합니다</a:t>
            </a:r>
          </a:p>
          <a:p>
            <a:pPr lvl="1"/>
            <a:r>
              <a:rPr lang="ko-KR" altLang="en-US" noProof="0"/>
              <a:t>둘째 수준</a:t>
            </a:r>
          </a:p>
          <a:p>
            <a:pPr lvl="2"/>
            <a:r>
              <a:rPr lang="ko-KR" altLang="en-US" noProof="0"/>
              <a:t>셋째 수준</a:t>
            </a:r>
          </a:p>
          <a:p>
            <a:pPr lvl="3"/>
            <a:r>
              <a:rPr lang="ko-KR" altLang="en-US" noProof="0"/>
              <a:t>넷째 수준</a:t>
            </a:r>
          </a:p>
          <a:p>
            <a:pPr lvl="4"/>
            <a:r>
              <a:rPr lang="ko-KR" altLang="en-US" noProof="0"/>
              <a:t>다섯째 수준</a:t>
            </a:r>
          </a:p>
        </p:txBody>
      </p:sp>
      <p:sp>
        <p:nvSpPr>
          <p:cNvPr id="6150" name="Rectangle 6">
            <a:extLst>
              <a:ext uri="{FF2B5EF4-FFF2-40B4-BE49-F238E27FC236}">
                <a16:creationId xmlns:a16="http://schemas.microsoft.com/office/drawing/2014/main" id="{AF9CEACD-95E6-AF21-4965-8D6DC01D09B8}"/>
              </a:ext>
            </a:extLst>
          </p:cNvPr>
          <p:cNvSpPr>
            <a:spLocks noGrp="1" noChangeArrowheads="1"/>
          </p:cNvSpPr>
          <p:nvPr>
            <p:ph type="ftr" sz="quarter" idx="4"/>
          </p:nvPr>
        </p:nvSpPr>
        <p:spPr bwMode="auto">
          <a:xfrm>
            <a:off x="0"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eaLnBrk="1" latinLnBrk="1" hangingPunct="1">
              <a:defRPr kumimoji="1" sz="1200">
                <a:latin typeface="굴림" pitchFamily="50" charset="-127"/>
                <a:ea typeface="굴림" pitchFamily="50" charset="-127"/>
                <a:cs typeface="Arial" charset="0"/>
              </a:defRPr>
            </a:lvl1pPr>
          </a:lstStyle>
          <a:p>
            <a:pPr>
              <a:defRPr/>
            </a:pPr>
            <a:endParaRPr lang="en-US" altLang="ko-KR"/>
          </a:p>
        </p:txBody>
      </p:sp>
      <p:sp>
        <p:nvSpPr>
          <p:cNvPr id="6151" name="Rectangle 7">
            <a:extLst>
              <a:ext uri="{FF2B5EF4-FFF2-40B4-BE49-F238E27FC236}">
                <a16:creationId xmlns:a16="http://schemas.microsoft.com/office/drawing/2014/main" id="{5818C41F-04DD-24CE-8C59-2ED3500DC7DF}"/>
              </a:ext>
            </a:extLst>
          </p:cNvPr>
          <p:cNvSpPr>
            <a:spLocks noGrp="1" noChangeArrowheads="1"/>
          </p:cNvSpPr>
          <p:nvPr>
            <p:ph type="sldNum" sz="quarter" idx="5"/>
          </p:nvPr>
        </p:nvSpPr>
        <p:spPr bwMode="auto">
          <a:xfrm>
            <a:off x="3884613" y="8685213"/>
            <a:ext cx="2971800" cy="457200"/>
          </a:xfrm>
          <a:prstGeom prst="rect">
            <a:avLst/>
          </a:prstGeom>
          <a:noFill/>
          <a:ln w="9525">
            <a:noFill/>
            <a:miter lim="800000"/>
            <a:headEnd/>
            <a:tailEnd/>
          </a:ln>
          <a:effectLst/>
        </p:spPr>
        <p:txBody>
          <a:bodyPr vert="horz" wrap="square" lIns="91440" tIns="45720" rIns="91440" bIns="45720" numCol="1" anchor="b" anchorCtr="0" compatLnSpc="1">
            <a:prstTxWarp prst="textNoShape">
              <a:avLst/>
            </a:prstTxWarp>
          </a:bodyPr>
          <a:lstStyle>
            <a:lvl1pPr algn="r" eaLnBrk="1" latinLnBrk="1" hangingPunct="1">
              <a:defRPr kumimoji="1" sz="1200">
                <a:latin typeface="굴림" panose="020B0600000101010101" pitchFamily="50" charset="-127"/>
                <a:ea typeface="굴림" panose="020B0600000101010101" pitchFamily="50" charset="-127"/>
              </a:defRPr>
            </a:lvl1pPr>
          </a:lstStyle>
          <a:p>
            <a:pPr>
              <a:defRPr/>
            </a:pPr>
            <a:fld id="{3F759930-057A-469B-BC41-4A6DADD869EC}" type="slidenum">
              <a:rPr lang="en-US" altLang="ko-KR"/>
              <a:pPr>
                <a:defRPr/>
              </a:pPr>
              <a:t>‹#›</a:t>
            </a:fld>
            <a:endParaRPr lang="en-US" altLang="ko-KR"/>
          </a:p>
        </p:txBody>
      </p:sp>
    </p:spTree>
  </p:cSld>
  <p:clrMap bg1="lt1" tx1="dk1" bg2="lt2" tx2="dk2" accent1="accent1" accent2="accent2" accent3="accent3" accent4="accent4" accent5="accent5" accent6="accent6" hlink="hlink" folHlink="folHlink"/>
  <p:hf hdr="0" ftr="0" dt="0"/>
  <p:notesStyle>
    <a:lvl1pPr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1pPr>
    <a:lvl2pPr marL="4572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2pPr>
    <a:lvl3pPr marL="9144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3pPr>
    <a:lvl4pPr marL="13716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4pPr>
    <a:lvl5pPr marL="1828800" algn="l" rtl="0" eaLnBrk="0" fontAlgn="base" latinLnBrk="1" hangingPunct="0">
      <a:spcBef>
        <a:spcPct val="30000"/>
      </a:spcBef>
      <a:spcAft>
        <a:spcPct val="0"/>
      </a:spcAft>
      <a:defRPr kumimoji="1" sz="1200" kern="1200">
        <a:solidFill>
          <a:schemeClr val="tx1"/>
        </a:solidFill>
        <a:latin typeface="굴림" pitchFamily="50" charset="-127"/>
        <a:ea typeface="굴림" pitchFamily="50" charset="-127"/>
        <a:cs typeface="+mn-cs"/>
      </a:defRPr>
    </a:lvl5pPr>
    <a:lvl6pPr marL="2286000" algn="l" defTabSz="914400" rtl="0" eaLnBrk="1" latinLnBrk="1" hangingPunct="1">
      <a:defRPr sz="1200" kern="1200">
        <a:solidFill>
          <a:schemeClr val="tx1"/>
        </a:solidFill>
        <a:latin typeface="+mn-lt"/>
        <a:ea typeface="+mn-ea"/>
        <a:cs typeface="+mn-cs"/>
      </a:defRPr>
    </a:lvl6pPr>
    <a:lvl7pPr marL="2743200" algn="l" defTabSz="914400" rtl="0" eaLnBrk="1" latinLnBrk="1" hangingPunct="1">
      <a:defRPr sz="1200" kern="1200">
        <a:solidFill>
          <a:schemeClr val="tx1"/>
        </a:solidFill>
        <a:latin typeface="+mn-lt"/>
        <a:ea typeface="+mn-ea"/>
        <a:cs typeface="+mn-cs"/>
      </a:defRPr>
    </a:lvl7pPr>
    <a:lvl8pPr marL="3200400" algn="l" defTabSz="914400" rtl="0" eaLnBrk="1" latinLnBrk="1" hangingPunct="1">
      <a:defRPr sz="1200" kern="1200">
        <a:solidFill>
          <a:schemeClr val="tx1"/>
        </a:solidFill>
        <a:latin typeface="+mn-lt"/>
        <a:ea typeface="+mn-ea"/>
        <a:cs typeface="+mn-cs"/>
      </a:defRPr>
    </a:lvl8pPr>
    <a:lvl9pPr marL="3657600" algn="l" defTabSz="914400" rtl="0" eaLnBrk="1" latinLnBrk="1"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362" name="슬라이드 이미지 개체 틀 1">
            <a:extLst>
              <a:ext uri="{FF2B5EF4-FFF2-40B4-BE49-F238E27FC236}">
                <a16:creationId xmlns:a16="http://schemas.microsoft.com/office/drawing/2014/main" id="{EAC8F2C8-1F9E-BF59-DBCC-58CC0E624B7B}"/>
              </a:ext>
            </a:extLst>
          </p:cNvPr>
          <p:cNvSpPr>
            <a:spLocks noGrp="1" noRot="1" noChangeAspect="1" noChangeArrowheads="1" noTextEdit="1"/>
          </p:cNvSpPr>
          <p:nvPr>
            <p:ph type="sldImg"/>
          </p:nvPr>
        </p:nvSpPr>
        <p:spPr>
          <a:ln/>
        </p:spPr>
      </p:sp>
      <p:sp>
        <p:nvSpPr>
          <p:cNvPr id="15363" name="슬라이드 노트 개체 틀 2">
            <a:extLst>
              <a:ext uri="{FF2B5EF4-FFF2-40B4-BE49-F238E27FC236}">
                <a16:creationId xmlns:a16="http://schemas.microsoft.com/office/drawing/2014/main" id="{0426A23A-4F61-0C7D-7B28-28356BA0B0D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pPr eaLnBrk="1" hangingPunct="1"/>
            <a:endParaRPr lang="ko-KR" altLang="en-US">
              <a:latin typeface="굴림" panose="020B0600000101010101" pitchFamily="34" charset="-127"/>
              <a:ea typeface="굴림" panose="020B0600000101010101" pitchFamily="34" charset="-127"/>
            </a:endParaRPr>
          </a:p>
        </p:txBody>
      </p:sp>
      <p:sp>
        <p:nvSpPr>
          <p:cNvPr id="15364" name="슬라이드 번호 개체 틀 3">
            <a:extLst>
              <a:ext uri="{FF2B5EF4-FFF2-40B4-BE49-F238E27FC236}">
                <a16:creationId xmlns:a16="http://schemas.microsoft.com/office/drawing/2014/main" id="{CBDBAA83-7DB7-96FE-194E-FE63A6F7B80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A4D7CB46-2BAC-49A4-94B3-2A8730A99F32}" type="slidenum">
              <a:rPr lang="en-US" altLang="ko-KR" smtClean="0">
                <a:latin typeface="굴림" panose="020B0600000101010101" pitchFamily="34" charset="-127"/>
              </a:rPr>
              <a:pPr/>
              <a:t>1</a:t>
            </a:fld>
            <a:endParaRPr lang="en-US" altLang="ko-KR">
              <a:latin typeface="굴림" panose="020B0600000101010101" pitchFamily="34" charset="-127"/>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410" name="슬라이드 이미지 개체 틀 1">
            <a:extLst>
              <a:ext uri="{FF2B5EF4-FFF2-40B4-BE49-F238E27FC236}">
                <a16:creationId xmlns:a16="http://schemas.microsoft.com/office/drawing/2014/main" id="{B3440EB4-ED33-1D73-E4FB-D0E7847D7C8E}"/>
              </a:ext>
            </a:extLst>
          </p:cNvPr>
          <p:cNvSpPr>
            <a:spLocks noGrp="1" noRot="1" noChangeAspect="1" noChangeArrowheads="1" noTextEdit="1"/>
          </p:cNvSpPr>
          <p:nvPr>
            <p:ph type="sldImg"/>
          </p:nvPr>
        </p:nvSpPr>
        <p:spPr>
          <a:ln/>
        </p:spPr>
      </p:sp>
      <p:sp>
        <p:nvSpPr>
          <p:cNvPr id="17411" name="슬라이드 노트 개체 틀 2">
            <a:extLst>
              <a:ext uri="{FF2B5EF4-FFF2-40B4-BE49-F238E27FC236}">
                <a16:creationId xmlns:a16="http://schemas.microsoft.com/office/drawing/2014/main" id="{2D2D98F2-3E8F-FBD0-673A-E3975961043B}"/>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7412" name="슬라이드 번호 개체 틀 3">
            <a:extLst>
              <a:ext uri="{FF2B5EF4-FFF2-40B4-BE49-F238E27FC236}">
                <a16:creationId xmlns:a16="http://schemas.microsoft.com/office/drawing/2014/main" id="{8F7EC163-778D-CA06-4829-79333A26C9B4}"/>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D978982D-4566-4B05-BA17-091F37DA87F0}" type="slidenum">
              <a:rPr lang="en-US" altLang="ko-KR" smtClean="0">
                <a:latin typeface="굴림" panose="020B0600000101010101" pitchFamily="34" charset="-127"/>
              </a:rPr>
              <a:pPr/>
              <a:t>2</a:t>
            </a:fld>
            <a:endParaRPr lang="en-US" altLang="ko-KR">
              <a:latin typeface="굴림" panose="020B0600000101010101" pitchFamily="34" charset="-127"/>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458" name="슬라이드 이미지 개체 틀 1">
            <a:extLst>
              <a:ext uri="{FF2B5EF4-FFF2-40B4-BE49-F238E27FC236}">
                <a16:creationId xmlns:a16="http://schemas.microsoft.com/office/drawing/2014/main" id="{7BFD436E-5E4B-648B-C5A2-BDFA1CD5EBAC}"/>
              </a:ext>
            </a:extLst>
          </p:cNvPr>
          <p:cNvSpPr>
            <a:spLocks noGrp="1" noRot="1" noChangeAspect="1" noChangeArrowheads="1" noTextEdit="1"/>
          </p:cNvSpPr>
          <p:nvPr>
            <p:ph type="sldImg"/>
          </p:nvPr>
        </p:nvSpPr>
        <p:spPr>
          <a:ln/>
        </p:spPr>
      </p:sp>
      <p:sp>
        <p:nvSpPr>
          <p:cNvPr id="19459" name="슬라이드 노트 개체 틀 2">
            <a:extLst>
              <a:ext uri="{FF2B5EF4-FFF2-40B4-BE49-F238E27FC236}">
                <a16:creationId xmlns:a16="http://schemas.microsoft.com/office/drawing/2014/main" id="{31C8AFE6-4AD7-98F3-003A-4156BC6A166E}"/>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19460" name="슬라이드 번호 개체 틀 3">
            <a:extLst>
              <a:ext uri="{FF2B5EF4-FFF2-40B4-BE49-F238E27FC236}">
                <a16:creationId xmlns:a16="http://schemas.microsoft.com/office/drawing/2014/main" id="{52050F35-14ED-FF02-0FC6-9D433A14BF39}"/>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3F575627-4A53-45AE-8E39-C69EC6B577F1}" type="slidenum">
              <a:rPr lang="en-US" altLang="ko-KR" smtClean="0">
                <a:latin typeface="굴림" panose="020B0600000101010101" pitchFamily="34" charset="-127"/>
              </a:rPr>
              <a:pPr/>
              <a:t>3</a:t>
            </a:fld>
            <a:endParaRPr lang="en-US" altLang="ko-KR">
              <a:latin typeface="굴림" panose="020B0600000101010101" pitchFamily="34" charset="-127"/>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bg>
      <p:bgPr>
        <a:solidFill>
          <a:srgbClr val="FFFFFF"/>
        </a:solidFill>
        <a:effectLst/>
      </p:bgPr>
    </p:bg>
    <p:spTree>
      <p:nvGrpSpPr>
        <p:cNvPr id="1" name=""/>
        <p:cNvGrpSpPr/>
        <p:nvPr/>
      </p:nvGrpSpPr>
      <p:grpSpPr>
        <a:xfrm>
          <a:off x="0" y="0"/>
          <a:ext cx="0" cy="0"/>
          <a:chOff x="0" y="0"/>
          <a:chExt cx="0" cy="0"/>
        </a:xfrm>
      </p:grpSpPr>
      <p:sp>
        <p:nvSpPr>
          <p:cNvPr id="21506" name="Rectangle 7">
            <a:extLst>
              <a:ext uri="{FF2B5EF4-FFF2-40B4-BE49-F238E27FC236}">
                <a16:creationId xmlns:a16="http://schemas.microsoft.com/office/drawing/2014/main" id="{B6A40779-A799-2CC1-DAC3-60EA32B6C755}"/>
              </a:ext>
            </a:extLst>
          </p:cNvPr>
          <p:cNvSpPr>
            <a:spLocks noGrp="1" noChangeArrowheads="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a:lstStyle>
            <a:lvl1pPr>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1pPr>
            <a:lvl2pPr marL="742950" indent="-28575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2pPr>
            <a:lvl3pPr marL="11430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3pPr>
            <a:lvl4pPr marL="16002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4pPr>
            <a:lvl5pPr marL="2057400" indent="-228600">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449263" algn="l"/>
                <a:tab pos="898525" algn="l"/>
                <a:tab pos="1347788" algn="l"/>
                <a:tab pos="1797050" algn="l"/>
                <a:tab pos="2246313" algn="l"/>
                <a:tab pos="2695575" algn="l"/>
              </a:tabLst>
              <a:defRPr>
                <a:solidFill>
                  <a:schemeClr val="tx1"/>
                </a:solidFill>
                <a:latin typeface="Wingdings 2" panose="05020102010507070707" pitchFamily="18" charset="2"/>
                <a:ea typeface="굴림" panose="020B0600000101010101" pitchFamily="34" charset="-127"/>
              </a:defRPr>
            </a:lvl9pPr>
          </a:lstStyle>
          <a:p>
            <a:fld id="{57076634-01C0-4578-8070-06419F44767A}" type="slidenum">
              <a:rPr lang="en-US" altLang="ru-RU" smtClean="0">
                <a:solidFill>
                  <a:srgbClr val="000000"/>
                </a:solidFill>
                <a:latin typeface="굴림" panose="020B0600000101010101" pitchFamily="34" charset="-127"/>
              </a:rPr>
              <a:pPr/>
              <a:t>4</a:t>
            </a:fld>
            <a:endParaRPr lang="en-US" altLang="ru-RU">
              <a:solidFill>
                <a:srgbClr val="000000"/>
              </a:solidFill>
              <a:latin typeface="굴림" panose="020B0600000101010101" pitchFamily="34" charset="-127"/>
            </a:endParaRPr>
          </a:p>
        </p:txBody>
      </p:sp>
      <p:sp>
        <p:nvSpPr>
          <p:cNvPr id="21507" name="Rectangle 1">
            <a:extLst>
              <a:ext uri="{FF2B5EF4-FFF2-40B4-BE49-F238E27FC236}">
                <a16:creationId xmlns:a16="http://schemas.microsoft.com/office/drawing/2014/main" id="{374FF3A2-8150-AB60-C193-C38D3BA99E57}"/>
              </a:ext>
            </a:extLst>
          </p:cNvPr>
          <p:cNvSpPr>
            <a:spLocks noChangeArrowheads="1" noTextEdit="1"/>
          </p:cNvSpPr>
          <p:nvPr>
            <p:ph type="sldImg"/>
          </p:nvPr>
        </p:nvSpPr>
        <p:spPr>
          <a:solidFill>
            <a:srgbClr val="FFFFFF"/>
          </a:solidFill>
          <a:ln/>
        </p:spPr>
      </p:sp>
      <p:sp>
        <p:nvSpPr>
          <p:cNvPr id="21508" name="Text Box 2">
            <a:extLst>
              <a:ext uri="{FF2B5EF4-FFF2-40B4-BE49-F238E27FC236}">
                <a16:creationId xmlns:a16="http://schemas.microsoft.com/office/drawing/2014/main" id="{AB80A47F-1586-3340-7996-85E355B36CBD}"/>
              </a:ext>
            </a:extLst>
          </p:cNvPr>
          <p:cNvSpPr txBox="1">
            <a:spLocks noChangeArrowheads="1"/>
          </p:cNvSpPr>
          <p:nvPr/>
        </p:nvSpPr>
        <p:spPr bwMode="auto">
          <a:xfrm>
            <a:off x="685800" y="4343400"/>
            <a:ext cx="5486400" cy="411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endParaRPr lang="uk-UA" altLang="ru-RU"/>
          </a:p>
        </p:txBody>
      </p:sp>
      <p:sp>
        <p:nvSpPr>
          <p:cNvPr id="21509" name="Text Box 3">
            <a:extLst>
              <a:ext uri="{FF2B5EF4-FFF2-40B4-BE49-F238E27FC236}">
                <a16:creationId xmlns:a16="http://schemas.microsoft.com/office/drawing/2014/main" id="{60A914D8-E219-74C9-62D0-18F44DF150D8}"/>
              </a:ext>
            </a:extLst>
          </p:cNvPr>
          <p:cNvSpPr txBox="1">
            <a:spLocks noChangeArrowheads="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90000" tIns="46800" rIns="90000" bIns="46800" anchor="b"/>
          <a:lstStyle>
            <a:lvl1pPr>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1pPr>
            <a:lvl2pPr marL="742950" indent="-28575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2pPr>
            <a:lvl3pPr marL="11430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3pPr>
            <a:lvl4pPr marL="16002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4pPr>
            <a:lvl5pPr marL="2057400" indent="-228600">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a:solidFill>
                  <a:schemeClr val="tx1"/>
                </a:solidFill>
                <a:latin typeface="Wingdings 2" panose="05020102010507070707" pitchFamily="18" charset="2"/>
                <a:ea typeface="굴림" panose="020B0600000101010101" pitchFamily="34" charset="-127"/>
              </a:defRPr>
            </a:lvl9pPr>
          </a:lstStyle>
          <a:p>
            <a:pPr algn="r" eaLnBrk="1" hangingPunct="1"/>
            <a:fld id="{D6F12952-9B88-4772-A71E-A693C02AB569}" type="slidenum">
              <a:rPr lang="en-US" altLang="ru-RU" sz="1200">
                <a:solidFill>
                  <a:srgbClr val="000000"/>
                </a:solidFill>
                <a:latin typeface="굴림" panose="020B0600000101010101" pitchFamily="34" charset="-127"/>
              </a:rPr>
              <a:pPr algn="r" eaLnBrk="1" hangingPunct="1"/>
              <a:t>4</a:t>
            </a:fld>
            <a:endParaRPr lang="en-US" altLang="ru-RU" sz="1200">
              <a:solidFill>
                <a:srgbClr val="000000"/>
              </a:solidFill>
              <a:latin typeface="굴림" panose="020B0600000101010101" pitchFamily="34" charset="-127"/>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3554" name="슬라이드 이미지 개체 틀 1">
            <a:extLst>
              <a:ext uri="{FF2B5EF4-FFF2-40B4-BE49-F238E27FC236}">
                <a16:creationId xmlns:a16="http://schemas.microsoft.com/office/drawing/2014/main" id="{A99ECDD2-5815-87A6-3FC5-1488AAC1E8B2}"/>
              </a:ext>
            </a:extLst>
          </p:cNvPr>
          <p:cNvSpPr>
            <a:spLocks noGrp="1" noRot="1" noChangeAspect="1" noChangeArrowheads="1" noTextEdit="1"/>
          </p:cNvSpPr>
          <p:nvPr>
            <p:ph type="sldImg"/>
          </p:nvPr>
        </p:nvSpPr>
        <p:spPr>
          <a:ln/>
        </p:spPr>
      </p:sp>
      <p:sp>
        <p:nvSpPr>
          <p:cNvPr id="23555" name="슬라이드 노트 개체 틀 2">
            <a:extLst>
              <a:ext uri="{FF2B5EF4-FFF2-40B4-BE49-F238E27FC236}">
                <a16:creationId xmlns:a16="http://schemas.microsoft.com/office/drawing/2014/main" id="{A68CE425-3551-0C47-CBA0-FB7C5247AC4A}"/>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3556" name="슬라이드 번호 개체 틀 3">
            <a:extLst>
              <a:ext uri="{FF2B5EF4-FFF2-40B4-BE49-F238E27FC236}">
                <a16:creationId xmlns:a16="http://schemas.microsoft.com/office/drawing/2014/main" id="{F152B2F1-9675-07BD-49B2-B0A33AA5BC33}"/>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99BABA92-5385-4983-A310-BAA66324542C}" type="slidenum">
              <a:rPr lang="en-US" altLang="ko-KR" smtClean="0">
                <a:latin typeface="굴림" panose="020B0600000101010101" pitchFamily="34" charset="-127"/>
              </a:rPr>
              <a:pPr/>
              <a:t>5</a:t>
            </a:fld>
            <a:endParaRPr lang="en-US" altLang="ko-KR">
              <a:latin typeface="굴림" panose="020B0600000101010101" pitchFamily="34" charset="-127"/>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602" name="슬라이드 이미지 개체 틀 1">
            <a:extLst>
              <a:ext uri="{FF2B5EF4-FFF2-40B4-BE49-F238E27FC236}">
                <a16:creationId xmlns:a16="http://schemas.microsoft.com/office/drawing/2014/main" id="{DDE1F391-DBD4-5ED1-66C5-4D780DCA0184}"/>
              </a:ext>
            </a:extLst>
          </p:cNvPr>
          <p:cNvSpPr>
            <a:spLocks noGrp="1" noRot="1" noChangeAspect="1" noChangeArrowheads="1" noTextEdit="1"/>
          </p:cNvSpPr>
          <p:nvPr>
            <p:ph type="sldImg"/>
          </p:nvPr>
        </p:nvSpPr>
        <p:spPr>
          <a:ln/>
        </p:spPr>
      </p:sp>
      <p:sp>
        <p:nvSpPr>
          <p:cNvPr id="25603" name="슬라이드 노트 개체 틀 2">
            <a:extLst>
              <a:ext uri="{FF2B5EF4-FFF2-40B4-BE49-F238E27FC236}">
                <a16:creationId xmlns:a16="http://schemas.microsoft.com/office/drawing/2014/main" id="{F667BCFE-0AEC-242C-2BBA-9973621ABDA6}"/>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5604" name="슬라이드 번호 개체 틀 3">
            <a:extLst>
              <a:ext uri="{FF2B5EF4-FFF2-40B4-BE49-F238E27FC236}">
                <a16:creationId xmlns:a16="http://schemas.microsoft.com/office/drawing/2014/main" id="{0F79EA28-1404-E703-A7DF-83E54D215931}"/>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D7D940BE-5CD6-4AC7-81E3-42BB4D5FC849}" type="slidenum">
              <a:rPr lang="en-US" altLang="ko-KR" smtClean="0">
                <a:latin typeface="굴림" panose="020B0600000101010101" pitchFamily="34" charset="-127"/>
              </a:rPr>
              <a:pPr/>
              <a:t>6</a:t>
            </a:fld>
            <a:endParaRPr lang="en-US" altLang="ko-KR">
              <a:latin typeface="굴림" panose="020B0600000101010101" pitchFamily="34" charset="-127"/>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7650" name="슬라이드 이미지 개체 틀 1">
            <a:extLst>
              <a:ext uri="{FF2B5EF4-FFF2-40B4-BE49-F238E27FC236}">
                <a16:creationId xmlns:a16="http://schemas.microsoft.com/office/drawing/2014/main" id="{6A19B536-CA6B-D555-C5C5-7E61E2C25D2A}"/>
              </a:ext>
            </a:extLst>
          </p:cNvPr>
          <p:cNvSpPr>
            <a:spLocks noGrp="1" noRot="1" noChangeAspect="1" noChangeArrowheads="1" noTextEdit="1"/>
          </p:cNvSpPr>
          <p:nvPr>
            <p:ph type="sldImg"/>
          </p:nvPr>
        </p:nvSpPr>
        <p:spPr>
          <a:ln/>
        </p:spPr>
      </p:sp>
      <p:sp>
        <p:nvSpPr>
          <p:cNvPr id="27651" name="슬라이드 노트 개체 틀 2">
            <a:extLst>
              <a:ext uri="{FF2B5EF4-FFF2-40B4-BE49-F238E27FC236}">
                <a16:creationId xmlns:a16="http://schemas.microsoft.com/office/drawing/2014/main" id="{07C104DA-D744-FB34-7096-9B4E73ECFDC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7652" name="슬라이드 번호 개체 틀 3">
            <a:extLst>
              <a:ext uri="{FF2B5EF4-FFF2-40B4-BE49-F238E27FC236}">
                <a16:creationId xmlns:a16="http://schemas.microsoft.com/office/drawing/2014/main" id="{5A594CB9-E7A5-127E-3AF1-9054AF8EF47B}"/>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15CCCA6D-AA31-4256-B75E-58A3D1B67B85}" type="slidenum">
              <a:rPr lang="en-US" altLang="ko-KR" smtClean="0">
                <a:latin typeface="굴림" panose="020B0600000101010101" pitchFamily="34" charset="-127"/>
              </a:rPr>
              <a:pPr/>
              <a:t>7</a:t>
            </a:fld>
            <a:endParaRPr lang="en-US" altLang="ko-KR">
              <a:latin typeface="굴림" panose="020B0600000101010101" pitchFamily="34" charset="-127"/>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9698" name="슬라이드 이미지 개체 틀 1">
            <a:extLst>
              <a:ext uri="{FF2B5EF4-FFF2-40B4-BE49-F238E27FC236}">
                <a16:creationId xmlns:a16="http://schemas.microsoft.com/office/drawing/2014/main" id="{472B25F2-AAAA-7062-F4AE-2E7C42EBD6CD}"/>
              </a:ext>
            </a:extLst>
          </p:cNvPr>
          <p:cNvSpPr>
            <a:spLocks noGrp="1" noRot="1" noChangeAspect="1" noChangeArrowheads="1" noTextEdit="1"/>
          </p:cNvSpPr>
          <p:nvPr>
            <p:ph type="sldImg"/>
          </p:nvPr>
        </p:nvSpPr>
        <p:spPr>
          <a:ln/>
        </p:spPr>
      </p:sp>
      <p:sp>
        <p:nvSpPr>
          <p:cNvPr id="29699" name="슬라이드 노트 개체 틀 2">
            <a:extLst>
              <a:ext uri="{FF2B5EF4-FFF2-40B4-BE49-F238E27FC236}">
                <a16:creationId xmlns:a16="http://schemas.microsoft.com/office/drawing/2014/main" id="{8B698F70-1AF5-D5E3-5654-63DFFA062788}"/>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29700" name="슬라이드 번호 개체 틀 3">
            <a:extLst>
              <a:ext uri="{FF2B5EF4-FFF2-40B4-BE49-F238E27FC236}">
                <a16:creationId xmlns:a16="http://schemas.microsoft.com/office/drawing/2014/main" id="{0512E2EB-B137-74F1-4974-E4D027214F96}"/>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8207B38D-63C7-41E4-8C45-318C8C0E515B}" type="slidenum">
              <a:rPr lang="en-US" altLang="ko-KR" smtClean="0">
                <a:latin typeface="굴림" panose="020B0600000101010101" pitchFamily="34" charset="-127"/>
              </a:rPr>
              <a:pPr/>
              <a:t>8</a:t>
            </a:fld>
            <a:endParaRPr lang="en-US" altLang="ko-KR">
              <a:latin typeface="굴림" panose="020B0600000101010101" pitchFamily="34" charset="-127"/>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059F0E64-3698-95AE-8D1A-B68F846EA5B3}"/>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B3F5C5BD-6D0C-90CE-7419-45EAF18EBC6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1DF155B3-EB92-2D89-6CCB-9F543069E7C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7C25BFE-CAB7-4D33-801B-D7663ECFA3E0}" type="slidenum">
              <a:rPr lang="en-US" altLang="ko-KR" smtClean="0">
                <a:latin typeface="굴림" panose="020B0600000101010101" pitchFamily="34" charset="-127"/>
              </a:rPr>
              <a:pPr/>
              <a:t>9</a:t>
            </a:fld>
            <a:endParaRPr lang="en-US" altLang="ko-KR">
              <a:latin typeface="굴림" panose="020B0600000101010101" pitchFamily="34" charset="-127"/>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059F0E64-3698-95AE-8D1A-B68F846EA5B3}"/>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B3F5C5BD-6D0C-90CE-7419-45EAF18EBC6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1DF155B3-EB92-2D89-6CCB-9F543069E7C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7C25BFE-CAB7-4D33-801B-D7663ECFA3E0}" type="slidenum">
              <a:rPr lang="en-US" altLang="ko-KR" smtClean="0">
                <a:latin typeface="굴림" panose="020B0600000101010101" pitchFamily="34" charset="-127"/>
              </a:rPr>
              <a:pPr/>
              <a:t>10</a:t>
            </a:fld>
            <a:endParaRPr lang="en-US" altLang="ko-KR">
              <a:latin typeface="굴림" panose="020B0600000101010101" pitchFamily="34" charset="-127"/>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059F0E64-3698-95AE-8D1A-B68F846EA5B3}"/>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B3F5C5BD-6D0C-90CE-7419-45EAF18EBC6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1DF155B3-EB92-2D89-6CCB-9F543069E7C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7C25BFE-CAB7-4D33-801B-D7663ECFA3E0}" type="slidenum">
              <a:rPr lang="en-US" altLang="ko-KR" smtClean="0">
                <a:latin typeface="굴림" panose="020B0600000101010101" pitchFamily="34" charset="-127"/>
              </a:rPr>
              <a:pPr/>
              <a:t>11</a:t>
            </a:fld>
            <a:endParaRPr lang="en-US" altLang="ko-KR">
              <a:latin typeface="굴림" panose="020B0600000101010101" pitchFamily="34" charset="-127"/>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059F0E64-3698-95AE-8D1A-B68F846EA5B3}"/>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B3F5C5BD-6D0C-90CE-7419-45EAF18EBC6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1DF155B3-EB92-2D89-6CCB-9F543069E7C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7C25BFE-CAB7-4D33-801B-D7663ECFA3E0}" type="slidenum">
              <a:rPr lang="en-US" altLang="ko-KR" smtClean="0">
                <a:latin typeface="굴림" panose="020B0600000101010101" pitchFamily="34" charset="-127"/>
              </a:rPr>
              <a:pPr/>
              <a:t>12</a:t>
            </a:fld>
            <a:endParaRPr lang="en-US" altLang="ko-KR">
              <a:latin typeface="굴림" panose="020B0600000101010101" pitchFamily="34" charset="-127"/>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059F0E64-3698-95AE-8D1A-B68F846EA5B3}"/>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B3F5C5BD-6D0C-90CE-7419-45EAF18EBC6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1DF155B3-EB92-2D89-6CCB-9F543069E7C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7C25BFE-CAB7-4D33-801B-D7663ECFA3E0}" type="slidenum">
              <a:rPr lang="en-US" altLang="ko-KR" smtClean="0">
                <a:latin typeface="굴림" panose="020B0600000101010101" pitchFamily="34" charset="-127"/>
              </a:rPr>
              <a:pPr/>
              <a:t>13</a:t>
            </a:fld>
            <a:endParaRPr lang="en-US" altLang="ko-KR">
              <a:latin typeface="굴림" panose="020B0600000101010101" pitchFamily="34" charset="-127"/>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059F0E64-3698-95AE-8D1A-B68F846EA5B3}"/>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B3F5C5BD-6D0C-90CE-7419-45EAF18EBC6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1DF155B3-EB92-2D89-6CCB-9F543069E7C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7C25BFE-CAB7-4D33-801B-D7663ECFA3E0}" type="slidenum">
              <a:rPr lang="en-US" altLang="ko-KR" smtClean="0">
                <a:latin typeface="굴림" panose="020B0600000101010101" pitchFamily="34" charset="-127"/>
              </a:rPr>
              <a:pPr/>
              <a:t>14</a:t>
            </a:fld>
            <a:endParaRPr lang="en-US" altLang="ko-KR">
              <a:latin typeface="굴림" panose="020B0600000101010101" pitchFamily="34" charset="-127"/>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059F0E64-3698-95AE-8D1A-B68F846EA5B3}"/>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B3F5C5BD-6D0C-90CE-7419-45EAF18EBC6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1DF155B3-EB92-2D89-6CCB-9F543069E7C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7C25BFE-CAB7-4D33-801B-D7663ECFA3E0}" type="slidenum">
              <a:rPr lang="en-US" altLang="ko-KR" smtClean="0">
                <a:latin typeface="굴림" panose="020B0600000101010101" pitchFamily="34" charset="-127"/>
              </a:rPr>
              <a:pPr/>
              <a:t>15</a:t>
            </a:fld>
            <a:endParaRPr lang="en-US" altLang="ko-KR">
              <a:latin typeface="굴림" panose="020B0600000101010101" pitchFamily="34" charset="-127"/>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059F0E64-3698-95AE-8D1A-B68F846EA5B3}"/>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B3F5C5BD-6D0C-90CE-7419-45EAF18EBC6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1DF155B3-EB92-2D89-6CCB-9F543069E7C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7C25BFE-CAB7-4D33-801B-D7663ECFA3E0}" type="slidenum">
              <a:rPr lang="en-US" altLang="ko-KR" smtClean="0">
                <a:latin typeface="굴림" panose="020B0600000101010101" pitchFamily="34" charset="-127"/>
              </a:rPr>
              <a:pPr/>
              <a:t>16</a:t>
            </a:fld>
            <a:endParaRPr lang="en-US" altLang="ko-KR">
              <a:latin typeface="굴림" panose="020B0600000101010101" pitchFamily="34" charset="-127"/>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059F0E64-3698-95AE-8D1A-B68F846EA5B3}"/>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B3F5C5BD-6D0C-90CE-7419-45EAF18EBC6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1DF155B3-EB92-2D89-6CCB-9F543069E7C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7C25BFE-CAB7-4D33-801B-D7663ECFA3E0}" type="slidenum">
              <a:rPr lang="en-US" altLang="ko-KR" smtClean="0">
                <a:latin typeface="굴림" panose="020B0600000101010101" pitchFamily="34" charset="-127"/>
              </a:rPr>
              <a:pPr/>
              <a:t>17</a:t>
            </a:fld>
            <a:endParaRPr lang="en-US" altLang="ko-KR">
              <a:latin typeface="굴림" panose="020B0600000101010101" pitchFamily="34" charset="-127"/>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059F0E64-3698-95AE-8D1A-B68F846EA5B3}"/>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B3F5C5BD-6D0C-90CE-7419-45EAF18EBC6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1DF155B3-EB92-2D89-6CCB-9F543069E7C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7C25BFE-CAB7-4D33-801B-D7663ECFA3E0}" type="slidenum">
              <a:rPr lang="en-US" altLang="ko-KR" smtClean="0">
                <a:latin typeface="굴림" panose="020B0600000101010101" pitchFamily="34" charset="-127"/>
              </a:rPr>
              <a:pPr/>
              <a:t>18</a:t>
            </a:fld>
            <a:endParaRPr lang="en-US" altLang="ko-KR">
              <a:latin typeface="굴림" panose="020B0600000101010101" pitchFamily="34" charset="-127"/>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3794" name="슬라이드 이미지 개체 틀 1">
            <a:extLst>
              <a:ext uri="{FF2B5EF4-FFF2-40B4-BE49-F238E27FC236}">
                <a16:creationId xmlns:a16="http://schemas.microsoft.com/office/drawing/2014/main" id="{059F0E64-3698-95AE-8D1A-B68F846EA5B3}"/>
              </a:ext>
            </a:extLst>
          </p:cNvPr>
          <p:cNvSpPr>
            <a:spLocks noGrp="1" noRot="1" noChangeAspect="1" noChangeArrowheads="1" noTextEdit="1"/>
          </p:cNvSpPr>
          <p:nvPr>
            <p:ph type="sldImg"/>
          </p:nvPr>
        </p:nvSpPr>
        <p:spPr>
          <a:ln/>
        </p:spPr>
      </p:sp>
      <p:sp>
        <p:nvSpPr>
          <p:cNvPr id="33795" name="슬라이드 노트 개체 틀 2">
            <a:extLst>
              <a:ext uri="{FF2B5EF4-FFF2-40B4-BE49-F238E27FC236}">
                <a16:creationId xmlns:a16="http://schemas.microsoft.com/office/drawing/2014/main" id="{B3F5C5BD-6D0C-90CE-7419-45EAF18EBC6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3796" name="슬라이드 번호 개체 틀 3">
            <a:extLst>
              <a:ext uri="{FF2B5EF4-FFF2-40B4-BE49-F238E27FC236}">
                <a16:creationId xmlns:a16="http://schemas.microsoft.com/office/drawing/2014/main" id="{1DF155B3-EB92-2D89-6CCB-9F543069E7C0}"/>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27C25BFE-CAB7-4D33-801B-D7663ECFA3E0}" type="slidenum">
              <a:rPr lang="en-US" altLang="ko-KR" smtClean="0">
                <a:latin typeface="굴림" panose="020B0600000101010101" pitchFamily="34" charset="-127"/>
              </a:rPr>
              <a:pPr/>
              <a:t>19</a:t>
            </a:fld>
            <a:endParaRPr lang="en-US" altLang="ko-KR">
              <a:latin typeface="굴림" panose="020B0600000101010101" pitchFamily="34" charset="-127"/>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7890" name="슬라이드 이미지 개체 틀 1">
            <a:extLst>
              <a:ext uri="{FF2B5EF4-FFF2-40B4-BE49-F238E27FC236}">
                <a16:creationId xmlns:a16="http://schemas.microsoft.com/office/drawing/2014/main" id="{2FEA798C-B56F-5162-3008-A0EF5100880B}"/>
              </a:ext>
            </a:extLst>
          </p:cNvPr>
          <p:cNvSpPr>
            <a:spLocks noGrp="1" noRot="1" noChangeAspect="1" noChangeArrowheads="1" noTextEdit="1"/>
          </p:cNvSpPr>
          <p:nvPr>
            <p:ph type="sldImg"/>
          </p:nvPr>
        </p:nvSpPr>
        <p:spPr>
          <a:ln/>
        </p:spPr>
      </p:sp>
      <p:sp>
        <p:nvSpPr>
          <p:cNvPr id="37891" name="슬라이드 노트 개체 틀 2">
            <a:extLst>
              <a:ext uri="{FF2B5EF4-FFF2-40B4-BE49-F238E27FC236}">
                <a16:creationId xmlns:a16="http://schemas.microsoft.com/office/drawing/2014/main" id="{C8D4B623-F86E-9AEB-EBE3-5F34A8FEF860}"/>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7892" name="슬라이드 번호 개체 틀 3">
            <a:extLst>
              <a:ext uri="{FF2B5EF4-FFF2-40B4-BE49-F238E27FC236}">
                <a16:creationId xmlns:a16="http://schemas.microsoft.com/office/drawing/2014/main" id="{B5E780B1-4DCF-6658-5DFB-F483FB51D1DD}"/>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B880EC27-88CD-406F-89EC-9944E6E8B469}" type="slidenum">
              <a:rPr lang="en-US" altLang="ko-KR" smtClean="0">
                <a:latin typeface="굴림" panose="020B0600000101010101" pitchFamily="34" charset="-127"/>
              </a:rPr>
              <a:pPr/>
              <a:t>20</a:t>
            </a:fld>
            <a:endParaRPr lang="en-US" altLang="ko-KR">
              <a:latin typeface="굴림" panose="020B0600000101010101" pitchFamily="34" charset="-127"/>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9938" name="슬라이드 이미지 개체 틀 1">
            <a:extLst>
              <a:ext uri="{FF2B5EF4-FFF2-40B4-BE49-F238E27FC236}">
                <a16:creationId xmlns:a16="http://schemas.microsoft.com/office/drawing/2014/main" id="{6B84EB87-F130-DA49-B162-CF48EB6212C8}"/>
              </a:ext>
            </a:extLst>
          </p:cNvPr>
          <p:cNvSpPr>
            <a:spLocks noGrp="1" noRot="1" noChangeAspect="1" noChangeArrowheads="1" noTextEdit="1"/>
          </p:cNvSpPr>
          <p:nvPr>
            <p:ph type="sldImg"/>
          </p:nvPr>
        </p:nvSpPr>
        <p:spPr>
          <a:ln/>
        </p:spPr>
      </p:sp>
      <p:sp>
        <p:nvSpPr>
          <p:cNvPr id="39939" name="슬라이드 노트 개체 틀 2">
            <a:extLst>
              <a:ext uri="{FF2B5EF4-FFF2-40B4-BE49-F238E27FC236}">
                <a16:creationId xmlns:a16="http://schemas.microsoft.com/office/drawing/2014/main" id="{40A60471-32A0-7E0A-6523-E187B637DE11}"/>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39940" name="슬라이드 번호 개체 틀 3">
            <a:extLst>
              <a:ext uri="{FF2B5EF4-FFF2-40B4-BE49-F238E27FC236}">
                <a16:creationId xmlns:a16="http://schemas.microsoft.com/office/drawing/2014/main" id="{783D516D-4603-6FBA-4597-64DD50209B2A}"/>
              </a:ext>
            </a:extLst>
          </p:cNvPr>
          <p:cNvSpPr txBox="1">
            <a:spLocks noGrp="1"/>
          </p:cNvSpPr>
          <p:nvPr/>
        </p:nvSpPr>
        <p:spPr bwMode="auto">
          <a:xfrm>
            <a:off x="3884613" y="8685213"/>
            <a:ext cx="2971800" cy="4572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b"/>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algn="r" eaLnBrk="1" latinLnBrk="1" hangingPunct="1"/>
            <a:fld id="{69580549-2634-4EC3-BE70-0FFC1F604F75}" type="slidenum">
              <a:rPr kumimoji="1" lang="en-US" altLang="ko-KR" sz="1200">
                <a:latin typeface="굴림" panose="020B0600000101010101" pitchFamily="34" charset="-127"/>
              </a:rPr>
              <a:pPr algn="r" eaLnBrk="1" latinLnBrk="1" hangingPunct="1"/>
              <a:t>21</a:t>
            </a:fld>
            <a:endParaRPr kumimoji="1" lang="en-US" altLang="ko-KR" sz="1200">
              <a:latin typeface="굴림" panose="020B0600000101010101" pitchFamily="34" charset="-127"/>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4034" name="슬라이드 이미지 개체 틀 1">
            <a:extLst>
              <a:ext uri="{FF2B5EF4-FFF2-40B4-BE49-F238E27FC236}">
                <a16:creationId xmlns:a16="http://schemas.microsoft.com/office/drawing/2014/main" id="{171D7F20-0C55-939E-4C06-A78D32F316BE}"/>
              </a:ext>
            </a:extLst>
          </p:cNvPr>
          <p:cNvSpPr>
            <a:spLocks noGrp="1" noRot="1" noChangeAspect="1" noChangeArrowheads="1" noTextEdit="1"/>
          </p:cNvSpPr>
          <p:nvPr>
            <p:ph type="sldImg"/>
          </p:nvPr>
        </p:nvSpPr>
        <p:spPr>
          <a:ln/>
        </p:spPr>
      </p:sp>
      <p:sp>
        <p:nvSpPr>
          <p:cNvPr id="44035" name="슬라이드 노트 개체 틀 2">
            <a:extLst>
              <a:ext uri="{FF2B5EF4-FFF2-40B4-BE49-F238E27FC236}">
                <a16:creationId xmlns:a16="http://schemas.microsoft.com/office/drawing/2014/main" id="{0815F58D-3C0A-0968-E4D1-CE6E48A380A5}"/>
              </a:ext>
            </a:extLst>
          </p:cNvPr>
          <p:cNvSpPr>
            <a:spLocks noGrp="1"/>
          </p:cNvSpPr>
          <p:nvPr>
            <p:ph type="body" idx="1"/>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p>
            <a:endParaRPr lang="ko-KR" altLang="en-US">
              <a:latin typeface="굴림" panose="020B0600000101010101" pitchFamily="34" charset="-127"/>
              <a:ea typeface="굴림" panose="020B0600000101010101" pitchFamily="34" charset="-127"/>
            </a:endParaRPr>
          </a:p>
        </p:txBody>
      </p:sp>
      <p:sp>
        <p:nvSpPr>
          <p:cNvPr id="44036" name="슬라이드 번호 개체 틀 3">
            <a:extLst>
              <a:ext uri="{FF2B5EF4-FFF2-40B4-BE49-F238E27FC236}">
                <a16:creationId xmlns:a16="http://schemas.microsoft.com/office/drawing/2014/main" id="{DBFFFA88-9C51-C3C5-99E3-A1EBD33DE638}"/>
              </a:ext>
            </a:extLst>
          </p:cNvPr>
          <p:cNvSpPr>
            <a:spLocks noGrp="1"/>
          </p:cNvSpPr>
          <p:nvPr>
            <p:ph type="sldNum" sz="quarter" idx="5"/>
          </p:nvPr>
        </p:nvSpPr>
        <p:spPr>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fld id="{476E1F03-FD99-4AFD-B6E7-271C4AA3C17F}" type="slidenum">
              <a:rPr lang="en-US" altLang="ko-KR" smtClean="0">
                <a:latin typeface="굴림" panose="020B0600000101010101" pitchFamily="34" charset="-127"/>
              </a:rPr>
              <a:pPr/>
              <a:t>22</a:t>
            </a:fld>
            <a:endParaRPr lang="en-US" altLang="ko-KR">
              <a:latin typeface="굴림" panose="020B0600000101010101" pitchFamily="34" charset="-127"/>
            </a:endParaRP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2" Type="http://schemas.openxmlformats.org/officeDocument/2006/relationships/image" Target="../media/image2.jpeg"/><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3.xml"/></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3.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4.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5.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6.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7.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8.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39.xml.rels><?xml version="1.0" encoding="UTF-8" standalone="yes"?>
<Relationships xmlns="http://schemas.openxmlformats.org/package/2006/relationships"><Relationship Id="rId1" Type="http://schemas.openxmlformats.org/officeDocument/2006/relationships/slideMaster" Target="../slideMasters/slideMaster4.xml"/></Relationships>
</file>

<file path=ppt/slideLayouts/_rels/slideLayout40.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1.xml.rels><?xml version="1.0" encoding="UTF-8" standalone="yes"?>
<Relationships xmlns="http://schemas.openxmlformats.org/package/2006/relationships"><Relationship Id="rId2" Type="http://schemas.openxmlformats.org/officeDocument/2006/relationships/image" Target="../media/image1.png"/><Relationship Id="rId1" Type="http://schemas.openxmlformats.org/officeDocument/2006/relationships/slideMaster" Target="../slideMasters/slideMaster5.xml"/></Relationships>
</file>

<file path=ppt/slideLayouts/_rels/slideLayout42.xml.rels><?xml version="1.0" encoding="UTF-8" standalone="yes"?>
<Relationships xmlns="http://schemas.openxmlformats.org/package/2006/relationships"><Relationship Id="rId1" Type="http://schemas.openxmlformats.org/officeDocument/2006/relationships/slideMaster" Target="../slideMasters/slideMaster5.xml"/></Relationships>
</file>

<file path=ppt/slideLayouts/_rels/slideLayout43.xml.rels><?xml version="1.0" encoding="UTF-8" standalone="yes"?>
<Relationships xmlns="http://schemas.openxmlformats.org/package/2006/relationships"><Relationship Id="rId1" Type="http://schemas.openxmlformats.org/officeDocument/2006/relationships/slideMaster" Target="../slideMasters/slideMaster6.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A5773B07-1BEE-1A95-0CC5-6624A40346A8}"/>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995C8C0B-A03D-4176-AE05-3D966F5B1A5B}"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
        <p:nvSpPr>
          <p:cNvPr id="6" name="텍스트 개체 틀 18"/>
          <p:cNvSpPr>
            <a:spLocks noGrp="1"/>
          </p:cNvSpPr>
          <p:nvPr>
            <p:ph type="body" sz="quarter" idx="13"/>
          </p:nvPr>
        </p:nvSpPr>
        <p:spPr>
          <a:xfrm>
            <a:off x="344488" y="188640"/>
            <a:ext cx="7416824" cy="369332"/>
          </a:xfrm>
          <a:prstGeom prst="rect">
            <a:avLst/>
          </a:prstGeom>
          <a:noFill/>
          <a:ln w="9525">
            <a:noFill/>
            <a:miter lim="800000"/>
            <a:headEnd/>
            <a:tailEnd/>
          </a:ln>
        </p:spPr>
        <p:txBody>
          <a:bodyPr wrap="square">
            <a:spAutoFit/>
          </a:bodyPr>
          <a:lstStyle>
            <a:lvl1pPr algn="l" rtl="0" eaLnBrk="0" fontAlgn="base" hangingPunct="0">
              <a:spcBef>
                <a:spcPct val="50000"/>
              </a:spcBef>
              <a:spcAft>
                <a:spcPct val="0"/>
              </a:spcAft>
              <a:buNone/>
              <a:defRPr lang="ko-KR" altLang="en-US" sz="1800" b="1" kern="1200" dirty="0">
                <a:solidFill>
                  <a:schemeClr val="tx1"/>
                </a:solidFill>
                <a:latin typeface="맑은 고딕" pitchFamily="50" charset="-127"/>
                <a:ea typeface="맑은 고딕" pitchFamily="50" charset="-127"/>
                <a:cs typeface="+mn-cs"/>
              </a:defRPr>
            </a:lvl1pPr>
          </a:lstStyle>
          <a:p>
            <a:pPr lvl="0"/>
            <a:endParaRPr lang="ko-KR" altLang="en-US" dirty="0"/>
          </a:p>
        </p:txBody>
      </p:sp>
    </p:spTree>
    <p:extLst>
      <p:ext uri="{BB962C8B-B14F-4D97-AF65-F5344CB8AC3E}">
        <p14:creationId xmlns:p14="http://schemas.microsoft.com/office/powerpoint/2010/main" val="554375491"/>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SubTitle / Logo">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F0B7376-6A72-816D-1E61-68614AC99387}"/>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B7FE259A-8A38-4104-B0CF-D212AF3D3EB8}"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83909084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Contents Page">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C41D2894-E753-B061-C2DF-89D5F9360D88}"/>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A802E40A-32B6-4CA1-AD88-5A4168268101}"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pic>
        <p:nvPicPr>
          <p:cNvPr id="3" name="Picture 2" descr="C:\Users\a\Desktop\Rhyme A23610\01.Guide\03.[app_title]description\source\엘지로고_영문.jpg">
            <a:extLst>
              <a:ext uri="{FF2B5EF4-FFF2-40B4-BE49-F238E27FC236}">
                <a16:creationId xmlns:a16="http://schemas.microsoft.com/office/drawing/2014/main" id="{002C5DD5-9E4F-2468-5448-ABF9868FFD6F}"/>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128588" y="6488113"/>
            <a:ext cx="1728787" cy="2540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Tree>
    <p:extLst>
      <p:ext uri="{BB962C8B-B14F-4D97-AF65-F5344CB8AC3E}">
        <p14:creationId xmlns:p14="http://schemas.microsoft.com/office/powerpoint/2010/main" val="142666219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98A4E537-9165-326E-9CAF-6DC82B621D9B}"/>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D02460C3-6344-4453-B95A-1D747C9C3CEE}"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179333749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E1CFF25F-7AD4-538B-E770-656F0E6C202C}"/>
              </a:ext>
            </a:extLst>
          </p:cNvPr>
          <p:cNvSpPr>
            <a:spLocks noGrp="1"/>
          </p:cNvSpPr>
          <p:nvPr>
            <p:ph type="dt" sz="half" idx="10"/>
          </p:nvPr>
        </p:nvSpPr>
        <p:spPr/>
        <p:txBody>
          <a:bodyPr/>
          <a:lstStyle>
            <a:lvl1pPr>
              <a:defRPr/>
            </a:lvl1pPr>
          </a:lstStyle>
          <a:p>
            <a:pPr>
              <a:defRPr/>
            </a:pPr>
            <a:fld id="{3330EB42-7DBD-4F7F-8A92-C30F5C05B49F}"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C3FD6DE-1AC1-9234-5942-CB771722692D}"/>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DF727E32-DF6E-E47A-26F4-3BE975CD3194}"/>
              </a:ext>
            </a:extLst>
          </p:cNvPr>
          <p:cNvSpPr>
            <a:spLocks noGrp="1"/>
          </p:cNvSpPr>
          <p:nvPr>
            <p:ph type="sldNum" sz="quarter" idx="12"/>
          </p:nvPr>
        </p:nvSpPr>
        <p:spPr/>
        <p:txBody>
          <a:bodyPr/>
          <a:lstStyle>
            <a:lvl1pPr>
              <a:defRPr/>
            </a:lvl1pPr>
          </a:lstStyle>
          <a:p>
            <a:pPr>
              <a:defRPr/>
            </a:pPr>
            <a:fld id="{A6DA63C1-316D-4F9B-8800-462261A5D88F}" type="slidenum">
              <a:rPr lang="ko-KR" altLang="en-US"/>
              <a:pPr>
                <a:defRPr/>
              </a:pPr>
              <a:t>‹#›</a:t>
            </a:fld>
            <a:endParaRPr lang="ko-KR" altLang="en-US"/>
          </a:p>
        </p:txBody>
      </p:sp>
    </p:spTree>
    <p:extLst>
      <p:ext uri="{BB962C8B-B14F-4D97-AF65-F5344CB8AC3E}">
        <p14:creationId xmlns:p14="http://schemas.microsoft.com/office/powerpoint/2010/main" val="438607012"/>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95CBFDE1-D6B2-5703-B5BF-0530F775CE6A}"/>
              </a:ext>
            </a:extLst>
          </p:cNvPr>
          <p:cNvSpPr>
            <a:spLocks noGrp="1"/>
          </p:cNvSpPr>
          <p:nvPr>
            <p:ph type="dt" sz="half" idx="10"/>
          </p:nvPr>
        </p:nvSpPr>
        <p:spPr/>
        <p:txBody>
          <a:bodyPr/>
          <a:lstStyle>
            <a:lvl1pPr>
              <a:defRPr/>
            </a:lvl1pPr>
          </a:lstStyle>
          <a:p>
            <a:pPr>
              <a:defRPr/>
            </a:pPr>
            <a:fld id="{36950668-02CC-47B2-BE72-F88ED8EAFD55}"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DD470B85-22B9-1E7E-E81F-50EDBE4B166F}"/>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79712D71-4D66-5CFF-CF0F-445D7E7B6040}"/>
              </a:ext>
            </a:extLst>
          </p:cNvPr>
          <p:cNvSpPr>
            <a:spLocks noGrp="1"/>
          </p:cNvSpPr>
          <p:nvPr>
            <p:ph type="sldNum" sz="quarter" idx="12"/>
          </p:nvPr>
        </p:nvSpPr>
        <p:spPr/>
        <p:txBody>
          <a:bodyPr/>
          <a:lstStyle>
            <a:lvl1pPr>
              <a:defRPr/>
            </a:lvl1pPr>
          </a:lstStyle>
          <a:p>
            <a:pPr>
              <a:defRPr/>
            </a:pPr>
            <a:fld id="{C9E9B2C4-C0FB-4685-8D9F-BE5B51C1408B}" type="slidenum">
              <a:rPr lang="ko-KR" altLang="en-US"/>
              <a:pPr>
                <a:defRPr/>
              </a:pPr>
              <a:t>‹#›</a:t>
            </a:fld>
            <a:endParaRPr lang="ko-KR" altLang="en-US"/>
          </a:p>
        </p:txBody>
      </p:sp>
    </p:spTree>
    <p:extLst>
      <p:ext uri="{BB962C8B-B14F-4D97-AF65-F5344CB8AC3E}">
        <p14:creationId xmlns:p14="http://schemas.microsoft.com/office/powerpoint/2010/main" val="271964900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84EE37C2-7304-03E5-01D0-E68F995C4529}"/>
              </a:ext>
            </a:extLst>
          </p:cNvPr>
          <p:cNvSpPr>
            <a:spLocks noGrp="1"/>
          </p:cNvSpPr>
          <p:nvPr>
            <p:ph type="dt" sz="half" idx="10"/>
          </p:nvPr>
        </p:nvSpPr>
        <p:spPr/>
        <p:txBody>
          <a:bodyPr/>
          <a:lstStyle>
            <a:lvl1pPr>
              <a:defRPr/>
            </a:lvl1pPr>
          </a:lstStyle>
          <a:p>
            <a:pPr>
              <a:defRPr/>
            </a:pPr>
            <a:fld id="{58043BCE-F71B-4299-841A-9631BF557DD4}"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F5939F66-DC49-32A9-4ED2-5A9F137AB7C7}"/>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1E7C8D91-F526-482F-D5FF-701992B9A1B6}"/>
              </a:ext>
            </a:extLst>
          </p:cNvPr>
          <p:cNvSpPr>
            <a:spLocks noGrp="1"/>
          </p:cNvSpPr>
          <p:nvPr>
            <p:ph type="sldNum" sz="quarter" idx="12"/>
          </p:nvPr>
        </p:nvSpPr>
        <p:spPr/>
        <p:txBody>
          <a:bodyPr/>
          <a:lstStyle>
            <a:lvl1pPr>
              <a:defRPr/>
            </a:lvl1pPr>
          </a:lstStyle>
          <a:p>
            <a:pPr>
              <a:defRPr/>
            </a:pPr>
            <a:fld id="{CD361E04-A3BB-477D-A887-AF8231094262}" type="slidenum">
              <a:rPr lang="ko-KR" altLang="en-US"/>
              <a:pPr>
                <a:defRPr/>
              </a:pPr>
              <a:t>‹#›</a:t>
            </a:fld>
            <a:endParaRPr lang="ko-KR" altLang="en-US"/>
          </a:p>
        </p:txBody>
      </p:sp>
    </p:spTree>
    <p:extLst>
      <p:ext uri="{BB962C8B-B14F-4D97-AF65-F5344CB8AC3E}">
        <p14:creationId xmlns:p14="http://schemas.microsoft.com/office/powerpoint/2010/main" val="331680206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22BD82E3-45DF-633F-CA83-E0E1946D62B7}"/>
              </a:ext>
            </a:extLst>
          </p:cNvPr>
          <p:cNvSpPr>
            <a:spLocks noGrp="1"/>
          </p:cNvSpPr>
          <p:nvPr>
            <p:ph type="dt" sz="half" idx="10"/>
          </p:nvPr>
        </p:nvSpPr>
        <p:spPr/>
        <p:txBody>
          <a:bodyPr/>
          <a:lstStyle>
            <a:lvl1pPr>
              <a:defRPr/>
            </a:lvl1pPr>
          </a:lstStyle>
          <a:p>
            <a:pPr>
              <a:defRPr/>
            </a:pPr>
            <a:fld id="{CA3A7F0C-918E-4D39-9A97-C65EDA5AA19E}"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44B2C3C3-0C54-20B9-92C5-8044059D3CAF}"/>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755EB29A-66C1-A0EF-8BCF-7DBE0395E793}"/>
              </a:ext>
            </a:extLst>
          </p:cNvPr>
          <p:cNvSpPr>
            <a:spLocks noGrp="1"/>
          </p:cNvSpPr>
          <p:nvPr>
            <p:ph type="sldNum" sz="quarter" idx="12"/>
          </p:nvPr>
        </p:nvSpPr>
        <p:spPr/>
        <p:txBody>
          <a:bodyPr/>
          <a:lstStyle>
            <a:lvl1pPr>
              <a:defRPr/>
            </a:lvl1pPr>
          </a:lstStyle>
          <a:p>
            <a:pPr>
              <a:defRPr/>
            </a:pPr>
            <a:fld id="{00CD96A4-00E4-427A-8BF6-72C3492A2D22}" type="slidenum">
              <a:rPr lang="ko-KR" altLang="en-US"/>
              <a:pPr>
                <a:defRPr/>
              </a:pPr>
              <a:t>‹#›</a:t>
            </a:fld>
            <a:endParaRPr lang="ko-KR" altLang="en-US"/>
          </a:p>
        </p:txBody>
      </p:sp>
    </p:spTree>
    <p:extLst>
      <p:ext uri="{BB962C8B-B14F-4D97-AF65-F5344CB8AC3E}">
        <p14:creationId xmlns:p14="http://schemas.microsoft.com/office/powerpoint/2010/main" val="1224371173"/>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F24B40E0-B1D8-3138-DE24-528634942959}"/>
              </a:ext>
            </a:extLst>
          </p:cNvPr>
          <p:cNvSpPr>
            <a:spLocks noGrp="1"/>
          </p:cNvSpPr>
          <p:nvPr>
            <p:ph type="dt" sz="half" idx="10"/>
          </p:nvPr>
        </p:nvSpPr>
        <p:spPr/>
        <p:txBody>
          <a:bodyPr/>
          <a:lstStyle>
            <a:lvl1pPr>
              <a:defRPr/>
            </a:lvl1pPr>
          </a:lstStyle>
          <a:p>
            <a:pPr>
              <a:defRPr/>
            </a:pPr>
            <a:fld id="{508730AF-2348-4DA8-9211-FC25A5F4B3E2}"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31BE2116-F632-DF54-4D81-13A50E24FE05}"/>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776B0CC4-6111-F55E-021C-9743B3FE8C48}"/>
              </a:ext>
            </a:extLst>
          </p:cNvPr>
          <p:cNvSpPr>
            <a:spLocks noGrp="1"/>
          </p:cNvSpPr>
          <p:nvPr>
            <p:ph type="sldNum" sz="quarter" idx="12"/>
          </p:nvPr>
        </p:nvSpPr>
        <p:spPr/>
        <p:txBody>
          <a:bodyPr/>
          <a:lstStyle>
            <a:lvl1pPr>
              <a:defRPr/>
            </a:lvl1pPr>
          </a:lstStyle>
          <a:p>
            <a:pPr>
              <a:defRPr/>
            </a:pPr>
            <a:fld id="{1735D994-CD79-4043-827C-0D997286114E}" type="slidenum">
              <a:rPr lang="ko-KR" altLang="en-US"/>
              <a:pPr>
                <a:defRPr/>
              </a:pPr>
              <a:t>‹#›</a:t>
            </a:fld>
            <a:endParaRPr lang="ko-KR" altLang="en-US"/>
          </a:p>
        </p:txBody>
      </p:sp>
    </p:spTree>
    <p:extLst>
      <p:ext uri="{BB962C8B-B14F-4D97-AF65-F5344CB8AC3E}">
        <p14:creationId xmlns:p14="http://schemas.microsoft.com/office/powerpoint/2010/main" val="148634077"/>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446A99D6-E7A8-8C1B-D631-C6575218226B}"/>
              </a:ext>
            </a:extLst>
          </p:cNvPr>
          <p:cNvSpPr>
            <a:spLocks noGrp="1"/>
          </p:cNvSpPr>
          <p:nvPr>
            <p:ph type="dt" sz="half" idx="10"/>
          </p:nvPr>
        </p:nvSpPr>
        <p:spPr/>
        <p:txBody>
          <a:bodyPr/>
          <a:lstStyle>
            <a:lvl1pPr>
              <a:defRPr/>
            </a:lvl1pPr>
          </a:lstStyle>
          <a:p>
            <a:pPr>
              <a:defRPr/>
            </a:pPr>
            <a:fld id="{139D9FBC-E5A7-4A87-999B-5DD9744DF339}"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C9AA6842-2827-A4E9-D44F-2E5A6C304F38}"/>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A49122DC-0588-663A-8DF1-9BCF3A6A6D10}"/>
              </a:ext>
            </a:extLst>
          </p:cNvPr>
          <p:cNvSpPr>
            <a:spLocks noGrp="1"/>
          </p:cNvSpPr>
          <p:nvPr>
            <p:ph type="sldNum" sz="quarter" idx="12"/>
          </p:nvPr>
        </p:nvSpPr>
        <p:spPr/>
        <p:txBody>
          <a:bodyPr/>
          <a:lstStyle>
            <a:lvl1pPr>
              <a:defRPr/>
            </a:lvl1pPr>
          </a:lstStyle>
          <a:p>
            <a:pPr>
              <a:defRPr/>
            </a:pPr>
            <a:fld id="{699A4D92-01DA-440E-B8C6-426869CA00C7}" type="slidenum">
              <a:rPr lang="ko-KR" altLang="en-US"/>
              <a:pPr>
                <a:defRPr/>
              </a:pPr>
              <a:t>‹#›</a:t>
            </a:fld>
            <a:endParaRPr lang="ko-KR" altLang="en-US"/>
          </a:p>
        </p:txBody>
      </p:sp>
    </p:spTree>
    <p:extLst>
      <p:ext uri="{BB962C8B-B14F-4D97-AF65-F5344CB8AC3E}">
        <p14:creationId xmlns:p14="http://schemas.microsoft.com/office/powerpoint/2010/main" val="3608889405"/>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DE9CC383-8A28-A655-216C-53A35FE3DCD8}"/>
              </a:ext>
            </a:extLst>
          </p:cNvPr>
          <p:cNvSpPr>
            <a:spLocks noGrp="1"/>
          </p:cNvSpPr>
          <p:nvPr>
            <p:ph type="dt" sz="half" idx="10"/>
          </p:nvPr>
        </p:nvSpPr>
        <p:spPr/>
        <p:txBody>
          <a:bodyPr/>
          <a:lstStyle>
            <a:lvl1pPr>
              <a:defRPr/>
            </a:lvl1pPr>
          </a:lstStyle>
          <a:p>
            <a:pPr>
              <a:defRPr/>
            </a:pPr>
            <a:fld id="{2B5E4FD1-2258-4A86-90B0-D43BD27FF570}"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7ACF0CDA-5DE9-48B9-CBE7-83CD2A5B5429}"/>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12A20BF3-2B6A-7032-172A-093FA50A6FC7}"/>
              </a:ext>
            </a:extLst>
          </p:cNvPr>
          <p:cNvSpPr>
            <a:spLocks noGrp="1"/>
          </p:cNvSpPr>
          <p:nvPr>
            <p:ph type="sldNum" sz="quarter" idx="12"/>
          </p:nvPr>
        </p:nvSpPr>
        <p:spPr/>
        <p:txBody>
          <a:bodyPr/>
          <a:lstStyle>
            <a:lvl1pPr>
              <a:defRPr/>
            </a:lvl1pPr>
          </a:lstStyle>
          <a:p>
            <a:pPr>
              <a:defRPr/>
            </a:pPr>
            <a:fld id="{11EE0700-0902-4F90-A1A5-4FD5A45F6F1F}" type="slidenum">
              <a:rPr lang="ko-KR" altLang="en-US"/>
              <a:pPr>
                <a:defRPr/>
              </a:pPr>
              <a:t>‹#›</a:t>
            </a:fld>
            <a:endParaRPr lang="ko-KR" altLang="en-US"/>
          </a:p>
        </p:txBody>
      </p:sp>
    </p:spTree>
    <p:extLst>
      <p:ext uri="{BB962C8B-B14F-4D97-AF65-F5344CB8AC3E}">
        <p14:creationId xmlns:p14="http://schemas.microsoft.com/office/powerpoint/2010/main" val="2470593181"/>
      </p:ext>
    </p:extLst>
  </p:cSld>
  <p:clrMapOvr>
    <a:masterClrMapping/>
  </p:clrMapOvr>
</p:sldLayout>
</file>

<file path=ppt/slideLayouts/slideLayout12.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076FDF63-99FB-81AE-242B-F0D180CD9DBC}"/>
              </a:ext>
            </a:extLst>
          </p:cNvPr>
          <p:cNvSpPr>
            <a:spLocks noGrp="1"/>
          </p:cNvSpPr>
          <p:nvPr>
            <p:ph type="dt" sz="half" idx="10"/>
          </p:nvPr>
        </p:nvSpPr>
        <p:spPr/>
        <p:txBody>
          <a:bodyPr/>
          <a:lstStyle>
            <a:lvl1pPr>
              <a:defRPr/>
            </a:lvl1pPr>
          </a:lstStyle>
          <a:p>
            <a:pPr>
              <a:defRPr/>
            </a:pPr>
            <a:fld id="{05B3BB83-6702-4C3A-B270-8214046430F9}"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9E770D53-E4CE-13DE-9593-A64C2F118144}"/>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A3FEAC23-CE61-D2D1-82AD-9050E124FF02}"/>
              </a:ext>
            </a:extLst>
          </p:cNvPr>
          <p:cNvSpPr>
            <a:spLocks noGrp="1"/>
          </p:cNvSpPr>
          <p:nvPr>
            <p:ph type="sldNum" sz="quarter" idx="12"/>
          </p:nvPr>
        </p:nvSpPr>
        <p:spPr/>
        <p:txBody>
          <a:bodyPr/>
          <a:lstStyle>
            <a:lvl1pPr>
              <a:defRPr/>
            </a:lvl1pPr>
          </a:lstStyle>
          <a:p>
            <a:pPr>
              <a:defRPr/>
            </a:pPr>
            <a:fld id="{53284692-0551-40ED-818B-7DCBE462993C}" type="slidenum">
              <a:rPr lang="ko-KR" altLang="en-US"/>
              <a:pPr>
                <a:defRPr/>
              </a:pPr>
              <a:t>‹#›</a:t>
            </a:fld>
            <a:endParaRPr lang="ko-KR" altLang="en-US"/>
          </a:p>
        </p:txBody>
      </p:sp>
    </p:spTree>
    <p:extLst>
      <p:ext uri="{BB962C8B-B14F-4D97-AF65-F5344CB8AC3E}">
        <p14:creationId xmlns:p14="http://schemas.microsoft.com/office/powerpoint/2010/main" val="2053407084"/>
      </p:ext>
    </p:extLst>
  </p:cSld>
  <p:clrMapOvr>
    <a:masterClrMapping/>
  </p:clrMapOvr>
</p:sldLayout>
</file>

<file path=ppt/slideLayouts/slideLayout13.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E601054D-FE63-59FA-6AC1-4E42C631EECB}"/>
              </a:ext>
            </a:extLst>
          </p:cNvPr>
          <p:cNvSpPr>
            <a:spLocks noGrp="1"/>
          </p:cNvSpPr>
          <p:nvPr>
            <p:ph type="dt" sz="half" idx="10"/>
          </p:nvPr>
        </p:nvSpPr>
        <p:spPr/>
        <p:txBody>
          <a:bodyPr/>
          <a:lstStyle>
            <a:lvl1pPr>
              <a:defRPr/>
            </a:lvl1pPr>
          </a:lstStyle>
          <a:p>
            <a:pPr>
              <a:defRPr/>
            </a:pPr>
            <a:fld id="{7E49042F-ACC8-4A9A-BD33-695315C38BFB}"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9E21A5B8-11FB-6183-19F6-427585BB80CD}"/>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D4C2C3F5-DE0D-76DA-26FC-F36CC185C0B1}"/>
              </a:ext>
            </a:extLst>
          </p:cNvPr>
          <p:cNvSpPr>
            <a:spLocks noGrp="1"/>
          </p:cNvSpPr>
          <p:nvPr>
            <p:ph type="sldNum" sz="quarter" idx="12"/>
          </p:nvPr>
        </p:nvSpPr>
        <p:spPr/>
        <p:txBody>
          <a:bodyPr/>
          <a:lstStyle>
            <a:lvl1pPr>
              <a:defRPr/>
            </a:lvl1pPr>
          </a:lstStyle>
          <a:p>
            <a:pPr>
              <a:defRPr/>
            </a:pPr>
            <a:fld id="{C774F0DE-77BB-41F9-96D3-BD49E9EA779A}" type="slidenum">
              <a:rPr lang="ko-KR" altLang="en-US"/>
              <a:pPr>
                <a:defRPr/>
              </a:pPr>
              <a:t>‹#›</a:t>
            </a:fld>
            <a:endParaRPr lang="ko-KR" altLang="en-US"/>
          </a:p>
        </p:txBody>
      </p:sp>
    </p:spTree>
    <p:extLst>
      <p:ext uri="{BB962C8B-B14F-4D97-AF65-F5344CB8AC3E}">
        <p14:creationId xmlns:p14="http://schemas.microsoft.com/office/powerpoint/2010/main" val="284680165"/>
      </p:ext>
    </p:extLst>
  </p:cSld>
  <p:clrMapOvr>
    <a:masterClrMapping/>
  </p:clrMapOvr>
</p:sldLayout>
</file>

<file path=ppt/slideLayouts/slideLayout14.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593BF8A9-4A5C-9C94-AECB-48DFE636230B}"/>
              </a:ext>
            </a:extLst>
          </p:cNvPr>
          <p:cNvSpPr>
            <a:spLocks noGrp="1"/>
          </p:cNvSpPr>
          <p:nvPr>
            <p:ph type="dt" sz="half" idx="10"/>
          </p:nvPr>
        </p:nvSpPr>
        <p:spPr/>
        <p:txBody>
          <a:bodyPr/>
          <a:lstStyle>
            <a:lvl1pPr>
              <a:defRPr/>
            </a:lvl1pPr>
          </a:lstStyle>
          <a:p>
            <a:pPr>
              <a:defRPr/>
            </a:pPr>
            <a:fld id="{BE5B86D4-2E19-43F1-8E3C-9E27B300225B}"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F0CAE49C-A74F-F0DE-6147-32736DC21FB9}"/>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49BD24C2-6731-FCE5-E07C-87433ABD7C5D}"/>
              </a:ext>
            </a:extLst>
          </p:cNvPr>
          <p:cNvSpPr>
            <a:spLocks noGrp="1"/>
          </p:cNvSpPr>
          <p:nvPr>
            <p:ph type="sldNum" sz="quarter" idx="12"/>
          </p:nvPr>
        </p:nvSpPr>
        <p:spPr/>
        <p:txBody>
          <a:bodyPr/>
          <a:lstStyle>
            <a:lvl1pPr>
              <a:defRPr/>
            </a:lvl1pPr>
          </a:lstStyle>
          <a:p>
            <a:pPr>
              <a:defRPr/>
            </a:pPr>
            <a:fld id="{8C2124D3-8570-4F7E-A969-D5F44E2EE744}" type="slidenum">
              <a:rPr lang="ko-KR" altLang="en-US"/>
              <a:pPr>
                <a:defRPr/>
              </a:pPr>
              <a:t>‹#›</a:t>
            </a:fld>
            <a:endParaRPr lang="ko-KR" altLang="en-US"/>
          </a:p>
        </p:txBody>
      </p:sp>
    </p:spTree>
    <p:extLst>
      <p:ext uri="{BB962C8B-B14F-4D97-AF65-F5344CB8AC3E}">
        <p14:creationId xmlns:p14="http://schemas.microsoft.com/office/powerpoint/2010/main" val="4035168160"/>
      </p:ext>
    </p:extLst>
  </p:cSld>
  <p:clrMapOvr>
    <a:masterClrMapping/>
  </p:clrMapOvr>
</p:sldLayout>
</file>

<file path=ppt/slideLayouts/slideLayout15.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1C5103D1-A146-BB4F-AC0F-7981E3DF5D4F}"/>
              </a:ext>
            </a:extLst>
          </p:cNvPr>
          <p:cNvSpPr>
            <a:spLocks noGrp="1"/>
          </p:cNvSpPr>
          <p:nvPr>
            <p:ph type="dt" sz="half" idx="10"/>
          </p:nvPr>
        </p:nvSpPr>
        <p:spPr/>
        <p:txBody>
          <a:bodyPr/>
          <a:lstStyle>
            <a:lvl1pPr>
              <a:defRPr/>
            </a:lvl1pPr>
          </a:lstStyle>
          <a:p>
            <a:pPr>
              <a:defRPr/>
            </a:pPr>
            <a:fld id="{93DA4AB2-0D83-4C49-A2BD-E3540DC6E653}"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87F3B351-310E-D0B3-3B2C-70BC83040E4B}"/>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50111658-60C1-D284-60AA-C525A85EC1CB}"/>
              </a:ext>
            </a:extLst>
          </p:cNvPr>
          <p:cNvSpPr>
            <a:spLocks noGrp="1"/>
          </p:cNvSpPr>
          <p:nvPr>
            <p:ph type="sldNum" sz="quarter" idx="12"/>
          </p:nvPr>
        </p:nvSpPr>
        <p:spPr/>
        <p:txBody>
          <a:bodyPr/>
          <a:lstStyle>
            <a:lvl1pPr>
              <a:defRPr/>
            </a:lvl1pPr>
          </a:lstStyle>
          <a:p>
            <a:pPr>
              <a:defRPr/>
            </a:pPr>
            <a:fld id="{DA2A1BC6-F318-445B-8DC8-FC10237BC1C6}" type="slidenum">
              <a:rPr lang="ko-KR" altLang="en-US"/>
              <a:pPr>
                <a:defRPr/>
              </a:pPr>
              <a:t>‹#›</a:t>
            </a:fld>
            <a:endParaRPr lang="ko-KR" altLang="en-US"/>
          </a:p>
        </p:txBody>
      </p:sp>
    </p:spTree>
    <p:extLst>
      <p:ext uri="{BB962C8B-B14F-4D97-AF65-F5344CB8AC3E}">
        <p14:creationId xmlns:p14="http://schemas.microsoft.com/office/powerpoint/2010/main" val="2952949803"/>
      </p:ext>
    </p:extLst>
  </p:cSld>
  <p:clrMapOvr>
    <a:masterClrMapping/>
  </p:clrMapOvr>
</p:sldLayout>
</file>

<file path=ppt/slideLayouts/slideLayout16.xml><?xml version="1.0" encoding="utf-8"?>
<p:sldLayout xmlns:a="http://schemas.openxmlformats.org/drawingml/2006/main" xmlns:r="http://schemas.openxmlformats.org/officeDocument/2006/relationships" xmlns:p="http://schemas.openxmlformats.org/presentationml/2006/main" preserve="1" userDrawn="1">
  <p:cSld name="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7BB145D0-0C12-5335-2C80-EC944CA5AE6D}"/>
              </a:ext>
            </a:extLst>
          </p:cNvPr>
          <p:cNvSpPr>
            <a:spLocks noGrp="1"/>
          </p:cNvSpPr>
          <p:nvPr>
            <p:ph type="dt" sz="half" idx="10"/>
          </p:nvPr>
        </p:nvSpPr>
        <p:spPr/>
        <p:txBody>
          <a:bodyPr/>
          <a:lstStyle>
            <a:lvl1pPr>
              <a:defRPr/>
            </a:lvl1pPr>
          </a:lstStyle>
          <a:p>
            <a:pPr>
              <a:defRPr/>
            </a:pPr>
            <a:fld id="{96D19DBF-7E51-434A-A225-11FBF5AD4BFF}"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F550B968-512A-9A4D-DFA9-3D8FB9BEB01A}"/>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658EC038-81E3-4AB1-AD9B-BB02AF5A4544}"/>
              </a:ext>
            </a:extLst>
          </p:cNvPr>
          <p:cNvSpPr>
            <a:spLocks noGrp="1"/>
          </p:cNvSpPr>
          <p:nvPr>
            <p:ph type="sldNum" sz="quarter" idx="12"/>
          </p:nvPr>
        </p:nvSpPr>
        <p:spPr/>
        <p:txBody>
          <a:bodyPr/>
          <a:lstStyle>
            <a:lvl1pPr>
              <a:defRPr/>
            </a:lvl1pPr>
          </a:lstStyle>
          <a:p>
            <a:pPr>
              <a:defRPr/>
            </a:pPr>
            <a:fld id="{7FC3B51D-D2A6-4A05-B044-463D7E3262DE}" type="slidenum">
              <a:rPr lang="ko-KR" altLang="en-US"/>
              <a:pPr>
                <a:defRPr/>
              </a:pPr>
              <a:t>‹#›</a:t>
            </a:fld>
            <a:endParaRPr lang="ko-KR" altLang="en-US"/>
          </a:p>
        </p:txBody>
      </p:sp>
    </p:spTree>
    <p:extLst>
      <p:ext uri="{BB962C8B-B14F-4D97-AF65-F5344CB8AC3E}">
        <p14:creationId xmlns:p14="http://schemas.microsoft.com/office/powerpoint/2010/main" val="2677296209"/>
      </p:ext>
    </p:extLst>
  </p:cSld>
  <p:clrMapOvr>
    <a:masterClrMapping/>
  </p:clrMapOvr>
</p:sldLayout>
</file>

<file path=ppt/slideLayouts/slideLayout17.xml><?xml version="1.0" encoding="utf-8"?>
<p:sldLayout xmlns:a="http://schemas.openxmlformats.org/drawingml/2006/main" xmlns:r="http://schemas.openxmlformats.org/officeDocument/2006/relationships" xmlns:p="http://schemas.openxmlformats.org/presentationml/2006/main" preserve="1" userDrawn="1">
  <p:cSld name="1_사용자 지정 레이아웃">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7F519A89-7BBD-F95F-0D6A-311A2E6ABD09}"/>
              </a:ext>
            </a:extLst>
          </p:cNvPr>
          <p:cNvSpPr>
            <a:spLocks noGrp="1"/>
          </p:cNvSpPr>
          <p:nvPr>
            <p:ph type="dt" sz="half" idx="10"/>
          </p:nvPr>
        </p:nvSpPr>
        <p:spPr/>
        <p:txBody>
          <a:bodyPr/>
          <a:lstStyle>
            <a:lvl1pPr>
              <a:defRPr/>
            </a:lvl1pPr>
          </a:lstStyle>
          <a:p>
            <a:pPr>
              <a:defRPr/>
            </a:pPr>
            <a:fld id="{A2FD5E44-81CF-4FB8-A78E-1C8C4A4B5F34}"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CF3E0396-BEDB-EB54-72CE-1F4D4DC4DAE1}"/>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E798C0BB-FF03-6997-DA4C-1FB66EABF8C8}"/>
              </a:ext>
            </a:extLst>
          </p:cNvPr>
          <p:cNvSpPr>
            <a:spLocks noGrp="1"/>
          </p:cNvSpPr>
          <p:nvPr>
            <p:ph type="sldNum" sz="quarter" idx="12"/>
          </p:nvPr>
        </p:nvSpPr>
        <p:spPr/>
        <p:txBody>
          <a:bodyPr/>
          <a:lstStyle>
            <a:lvl1pPr>
              <a:defRPr/>
            </a:lvl1pPr>
          </a:lstStyle>
          <a:p>
            <a:pPr>
              <a:defRPr/>
            </a:pPr>
            <a:fld id="{EE75B934-CBCB-451C-8387-7BF6BAEF0088}" type="slidenum">
              <a:rPr lang="ko-KR" altLang="en-US"/>
              <a:pPr>
                <a:defRPr/>
              </a:pPr>
              <a:t>‹#›</a:t>
            </a:fld>
            <a:endParaRPr lang="ko-KR" altLang="en-US"/>
          </a:p>
        </p:txBody>
      </p:sp>
    </p:spTree>
    <p:extLst>
      <p:ext uri="{BB962C8B-B14F-4D97-AF65-F5344CB8AC3E}">
        <p14:creationId xmlns:p14="http://schemas.microsoft.com/office/powerpoint/2010/main" val="857564535"/>
      </p:ext>
    </p:extLst>
  </p:cSld>
  <p:clrMapOvr>
    <a:masterClrMapping/>
  </p:clrMapOvr>
</p:sldLayout>
</file>

<file path=ppt/slideLayouts/slideLayout18.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91AA6F5C-3E4F-54F2-C9DE-4E3ACA03C2BB}"/>
              </a:ext>
            </a:extLst>
          </p:cNvPr>
          <p:cNvSpPr>
            <a:spLocks noGrp="1"/>
          </p:cNvSpPr>
          <p:nvPr>
            <p:ph type="dt" sz="half" idx="10"/>
          </p:nvPr>
        </p:nvSpPr>
        <p:spPr/>
        <p:txBody>
          <a:bodyPr/>
          <a:lstStyle>
            <a:lvl1pPr>
              <a:defRPr/>
            </a:lvl1pPr>
          </a:lstStyle>
          <a:p>
            <a:pPr>
              <a:defRPr/>
            </a:pPr>
            <a:fld id="{942405D2-74BE-49C2-8D3C-44486F5C947A}"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A8B48D45-B2FF-5E0C-D18C-B5BDE7F9B190}"/>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EC93A112-8CFA-161C-8C6B-9F6803C18444}"/>
              </a:ext>
            </a:extLst>
          </p:cNvPr>
          <p:cNvSpPr>
            <a:spLocks noGrp="1"/>
          </p:cNvSpPr>
          <p:nvPr>
            <p:ph type="sldNum" sz="quarter" idx="12"/>
          </p:nvPr>
        </p:nvSpPr>
        <p:spPr/>
        <p:txBody>
          <a:bodyPr/>
          <a:lstStyle>
            <a:lvl1pPr>
              <a:defRPr/>
            </a:lvl1pPr>
          </a:lstStyle>
          <a:p>
            <a:pPr>
              <a:defRPr/>
            </a:pPr>
            <a:fld id="{5551E3B3-3454-49C6-8076-A0FCFBCAC52D}" type="slidenum">
              <a:rPr lang="ko-KR" altLang="en-US"/>
              <a:pPr>
                <a:defRPr/>
              </a:pPr>
              <a:t>‹#›</a:t>
            </a:fld>
            <a:endParaRPr lang="ko-KR" altLang="en-US"/>
          </a:p>
        </p:txBody>
      </p:sp>
    </p:spTree>
    <p:extLst>
      <p:ext uri="{BB962C8B-B14F-4D97-AF65-F5344CB8AC3E}">
        <p14:creationId xmlns:p14="http://schemas.microsoft.com/office/powerpoint/2010/main" val="2676578055"/>
      </p:ext>
    </p:extLst>
  </p:cSld>
  <p:clrMapOvr>
    <a:masterClrMapping/>
  </p:clrMapOvr>
</p:sldLayout>
</file>

<file path=ppt/slideLayouts/slideLayout19.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98515FAD-D34E-27FF-3EEF-5390AC4250D8}"/>
              </a:ext>
            </a:extLst>
          </p:cNvPr>
          <p:cNvSpPr>
            <a:spLocks noGrp="1"/>
          </p:cNvSpPr>
          <p:nvPr>
            <p:ph type="dt" sz="half" idx="10"/>
          </p:nvPr>
        </p:nvSpPr>
        <p:spPr/>
        <p:txBody>
          <a:bodyPr/>
          <a:lstStyle>
            <a:lvl1pPr>
              <a:defRPr/>
            </a:lvl1pPr>
          </a:lstStyle>
          <a:p>
            <a:pPr>
              <a:defRPr/>
            </a:pPr>
            <a:fld id="{32C82029-5A2B-49F9-8DCA-C6BC72B48B8D}"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213DBEAF-2B88-20F9-3F74-30686C3AC705}"/>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B1CAECCF-B741-97E1-A81A-1AFF45D80BA1}"/>
              </a:ext>
            </a:extLst>
          </p:cNvPr>
          <p:cNvSpPr>
            <a:spLocks noGrp="1"/>
          </p:cNvSpPr>
          <p:nvPr>
            <p:ph type="sldNum" sz="quarter" idx="12"/>
          </p:nvPr>
        </p:nvSpPr>
        <p:spPr/>
        <p:txBody>
          <a:bodyPr/>
          <a:lstStyle>
            <a:lvl1pPr>
              <a:defRPr/>
            </a:lvl1pPr>
          </a:lstStyle>
          <a:p>
            <a:pPr>
              <a:defRPr/>
            </a:pPr>
            <a:fld id="{0B7C5C3C-B49D-4D42-855A-2DF7DA45303C}" type="slidenum">
              <a:rPr lang="ko-KR" altLang="en-US"/>
              <a:pPr>
                <a:defRPr/>
              </a:pPr>
              <a:t>‹#›</a:t>
            </a:fld>
            <a:endParaRPr lang="ko-KR" altLang="en-US"/>
          </a:p>
        </p:txBody>
      </p:sp>
    </p:spTree>
    <p:extLst>
      <p:ext uri="{BB962C8B-B14F-4D97-AF65-F5344CB8AC3E}">
        <p14:creationId xmlns:p14="http://schemas.microsoft.com/office/powerpoint/2010/main" val="3288757686"/>
      </p:ext>
    </p:extLst>
  </p:cSld>
  <p:clrMapOvr>
    <a:masterClrMapping/>
  </p:clrMapOvr>
</p:sldLayout>
</file>

<file path=ppt/slideLayouts/slideLayout20.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4754885E-3821-5C39-459C-852440AC034A}"/>
              </a:ext>
            </a:extLst>
          </p:cNvPr>
          <p:cNvSpPr>
            <a:spLocks noGrp="1"/>
          </p:cNvSpPr>
          <p:nvPr>
            <p:ph type="dt" sz="half" idx="10"/>
          </p:nvPr>
        </p:nvSpPr>
        <p:spPr/>
        <p:txBody>
          <a:bodyPr/>
          <a:lstStyle>
            <a:lvl1pPr>
              <a:defRPr/>
            </a:lvl1pPr>
          </a:lstStyle>
          <a:p>
            <a:pPr>
              <a:defRPr/>
            </a:pPr>
            <a:fld id="{97AC9FA8-7ECE-4798-B937-BF1076BDC9D2}"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E8DBF6AB-E249-82C7-5A09-AFC049D7CB8E}"/>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A5779570-2ED9-64E7-CE38-2A09E9455C54}"/>
              </a:ext>
            </a:extLst>
          </p:cNvPr>
          <p:cNvSpPr>
            <a:spLocks noGrp="1"/>
          </p:cNvSpPr>
          <p:nvPr>
            <p:ph type="sldNum" sz="quarter" idx="12"/>
          </p:nvPr>
        </p:nvSpPr>
        <p:spPr/>
        <p:txBody>
          <a:bodyPr/>
          <a:lstStyle>
            <a:lvl1pPr>
              <a:defRPr/>
            </a:lvl1pPr>
          </a:lstStyle>
          <a:p>
            <a:pPr>
              <a:defRPr/>
            </a:pPr>
            <a:fld id="{53B1CDE0-13AE-4EAD-88BC-5E4361748270}" type="slidenum">
              <a:rPr lang="ko-KR" altLang="en-US"/>
              <a:pPr>
                <a:defRPr/>
              </a:pPr>
              <a:t>‹#›</a:t>
            </a:fld>
            <a:endParaRPr lang="ko-KR" altLang="en-US"/>
          </a:p>
        </p:txBody>
      </p:sp>
    </p:spTree>
    <p:extLst>
      <p:ext uri="{BB962C8B-B14F-4D97-AF65-F5344CB8AC3E}">
        <p14:creationId xmlns:p14="http://schemas.microsoft.com/office/powerpoint/2010/main" val="348113750"/>
      </p:ext>
    </p:extLst>
  </p:cSld>
  <p:clrMapOvr>
    <a:masterClrMapping/>
  </p:clrMapOvr>
</p:sldLayout>
</file>

<file path=ppt/slideLayouts/slideLayout21.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792BB1F7-07BE-A296-8720-A781486BCAAE}"/>
              </a:ext>
            </a:extLst>
          </p:cNvPr>
          <p:cNvSpPr>
            <a:spLocks noGrp="1"/>
          </p:cNvSpPr>
          <p:nvPr>
            <p:ph type="dt" sz="half" idx="10"/>
          </p:nvPr>
        </p:nvSpPr>
        <p:spPr/>
        <p:txBody>
          <a:bodyPr/>
          <a:lstStyle>
            <a:lvl1pPr>
              <a:defRPr/>
            </a:lvl1pPr>
          </a:lstStyle>
          <a:p>
            <a:pPr>
              <a:defRPr/>
            </a:pPr>
            <a:fld id="{21D794D0-55F9-4CF1-9722-99462D0A4FA4}"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85CF10D5-334A-208B-DB2F-34572BF63FF4}"/>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F1C77FF3-7638-F74E-1B9F-3EA1B8E93897}"/>
              </a:ext>
            </a:extLst>
          </p:cNvPr>
          <p:cNvSpPr>
            <a:spLocks noGrp="1"/>
          </p:cNvSpPr>
          <p:nvPr>
            <p:ph type="sldNum" sz="quarter" idx="12"/>
          </p:nvPr>
        </p:nvSpPr>
        <p:spPr/>
        <p:txBody>
          <a:bodyPr/>
          <a:lstStyle>
            <a:lvl1pPr>
              <a:defRPr/>
            </a:lvl1pPr>
          </a:lstStyle>
          <a:p>
            <a:pPr>
              <a:defRPr/>
            </a:pPr>
            <a:fld id="{2BED71D3-4D7A-407C-ABD7-29A7EE1C312E}" type="slidenum">
              <a:rPr lang="ko-KR" altLang="en-US"/>
              <a:pPr>
                <a:defRPr/>
              </a:pPr>
              <a:t>‹#›</a:t>
            </a:fld>
            <a:endParaRPr lang="ko-KR" altLang="en-US"/>
          </a:p>
        </p:txBody>
      </p:sp>
    </p:spTree>
    <p:extLst>
      <p:ext uri="{BB962C8B-B14F-4D97-AF65-F5344CB8AC3E}">
        <p14:creationId xmlns:p14="http://schemas.microsoft.com/office/powerpoint/2010/main" val="141716108"/>
      </p:ext>
    </p:extLst>
  </p:cSld>
  <p:clrMapOvr>
    <a:masterClrMapping/>
  </p:clrMapOvr>
</p:sldLayout>
</file>

<file path=ppt/slideLayouts/slideLayout22.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C08CA95E-CC10-2577-84FC-D842FBB1C631}"/>
              </a:ext>
            </a:extLst>
          </p:cNvPr>
          <p:cNvSpPr>
            <a:spLocks noGrp="1"/>
          </p:cNvSpPr>
          <p:nvPr>
            <p:ph type="dt" sz="half" idx="10"/>
          </p:nvPr>
        </p:nvSpPr>
        <p:spPr/>
        <p:txBody>
          <a:bodyPr/>
          <a:lstStyle>
            <a:lvl1pPr>
              <a:defRPr/>
            </a:lvl1pPr>
          </a:lstStyle>
          <a:p>
            <a:pPr>
              <a:defRPr/>
            </a:pPr>
            <a:fld id="{71009EE0-8CF2-41D6-82A1-AA8A6889DD68}"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8AD5690E-1B36-EC69-7EDE-B9EA3E1A8BFF}"/>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34C08E75-5ECB-3B1E-84B8-3B53F06EC77B}"/>
              </a:ext>
            </a:extLst>
          </p:cNvPr>
          <p:cNvSpPr>
            <a:spLocks noGrp="1"/>
          </p:cNvSpPr>
          <p:nvPr>
            <p:ph type="sldNum" sz="quarter" idx="12"/>
          </p:nvPr>
        </p:nvSpPr>
        <p:spPr/>
        <p:txBody>
          <a:bodyPr/>
          <a:lstStyle>
            <a:lvl1pPr>
              <a:defRPr/>
            </a:lvl1pPr>
          </a:lstStyle>
          <a:p>
            <a:pPr>
              <a:defRPr/>
            </a:pPr>
            <a:fld id="{ECD79327-0A21-4B04-8C57-B8CEEF5F6163}" type="slidenum">
              <a:rPr lang="ko-KR" altLang="en-US"/>
              <a:pPr>
                <a:defRPr/>
              </a:pPr>
              <a:t>‹#›</a:t>
            </a:fld>
            <a:endParaRPr lang="ko-KR" altLang="en-US"/>
          </a:p>
        </p:txBody>
      </p:sp>
    </p:spTree>
    <p:extLst>
      <p:ext uri="{BB962C8B-B14F-4D97-AF65-F5344CB8AC3E}">
        <p14:creationId xmlns:p14="http://schemas.microsoft.com/office/powerpoint/2010/main" val="765705803"/>
      </p:ext>
    </p:extLst>
  </p:cSld>
  <p:clrMapOvr>
    <a:masterClrMapping/>
  </p:clrMapOvr>
</p:sldLayout>
</file>

<file path=ppt/slideLayouts/slideLayout23.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E61750B3-67C1-86AF-391C-AB9AE6C8512E}"/>
              </a:ext>
            </a:extLst>
          </p:cNvPr>
          <p:cNvSpPr>
            <a:spLocks noGrp="1"/>
          </p:cNvSpPr>
          <p:nvPr>
            <p:ph type="dt" sz="half" idx="10"/>
          </p:nvPr>
        </p:nvSpPr>
        <p:spPr/>
        <p:txBody>
          <a:bodyPr/>
          <a:lstStyle>
            <a:lvl1pPr>
              <a:defRPr/>
            </a:lvl1pPr>
          </a:lstStyle>
          <a:p>
            <a:pPr>
              <a:defRPr/>
            </a:pPr>
            <a:fld id="{ECB05837-BD8C-4ADD-9420-7BCC691F2AC7}"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4F3E1D3E-811B-1F2D-FF46-ACCB5D334D9F}"/>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CF46915B-30D4-671B-5B33-4433FF57E99D}"/>
              </a:ext>
            </a:extLst>
          </p:cNvPr>
          <p:cNvSpPr>
            <a:spLocks noGrp="1"/>
          </p:cNvSpPr>
          <p:nvPr>
            <p:ph type="sldNum" sz="quarter" idx="12"/>
          </p:nvPr>
        </p:nvSpPr>
        <p:spPr/>
        <p:txBody>
          <a:bodyPr/>
          <a:lstStyle>
            <a:lvl1pPr>
              <a:defRPr/>
            </a:lvl1pPr>
          </a:lstStyle>
          <a:p>
            <a:pPr>
              <a:defRPr/>
            </a:pPr>
            <a:fld id="{E50A9FC3-DBA7-48F3-AB4D-14594023932F}" type="slidenum">
              <a:rPr lang="ko-KR" altLang="en-US"/>
              <a:pPr>
                <a:defRPr/>
              </a:pPr>
              <a:t>‹#›</a:t>
            </a:fld>
            <a:endParaRPr lang="ko-KR" altLang="en-US"/>
          </a:p>
        </p:txBody>
      </p:sp>
    </p:spTree>
    <p:extLst>
      <p:ext uri="{BB962C8B-B14F-4D97-AF65-F5344CB8AC3E}">
        <p14:creationId xmlns:p14="http://schemas.microsoft.com/office/powerpoint/2010/main" val="2562698648"/>
      </p:ext>
    </p:extLst>
  </p:cSld>
  <p:clrMapOvr>
    <a:masterClrMapping/>
  </p:clrMapOvr>
</p:sldLayout>
</file>

<file path=ppt/slideLayouts/slideLayout24.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E6766281-0350-2AA5-057F-D6BCD986E8B0}"/>
              </a:ext>
            </a:extLst>
          </p:cNvPr>
          <p:cNvSpPr>
            <a:spLocks noGrp="1"/>
          </p:cNvSpPr>
          <p:nvPr>
            <p:ph type="dt" sz="half" idx="10"/>
          </p:nvPr>
        </p:nvSpPr>
        <p:spPr/>
        <p:txBody>
          <a:bodyPr/>
          <a:lstStyle>
            <a:lvl1pPr>
              <a:defRPr/>
            </a:lvl1pPr>
          </a:lstStyle>
          <a:p>
            <a:pPr>
              <a:defRPr/>
            </a:pPr>
            <a:fld id="{E08220D9-0B1E-4D7F-9C21-D42339D7B798}"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6BF827A4-D5C5-B431-0FC1-EF1E494224E4}"/>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921BC0B3-356C-142B-EB29-767D631601B4}"/>
              </a:ext>
            </a:extLst>
          </p:cNvPr>
          <p:cNvSpPr>
            <a:spLocks noGrp="1"/>
          </p:cNvSpPr>
          <p:nvPr>
            <p:ph type="sldNum" sz="quarter" idx="12"/>
          </p:nvPr>
        </p:nvSpPr>
        <p:spPr/>
        <p:txBody>
          <a:bodyPr/>
          <a:lstStyle>
            <a:lvl1pPr>
              <a:defRPr/>
            </a:lvl1pPr>
          </a:lstStyle>
          <a:p>
            <a:pPr>
              <a:defRPr/>
            </a:pPr>
            <a:fld id="{A6315DB0-8F36-481E-BE95-0150C1C6581A}" type="slidenum">
              <a:rPr lang="ko-KR" altLang="en-US"/>
              <a:pPr>
                <a:defRPr/>
              </a:pPr>
              <a:t>‹#›</a:t>
            </a:fld>
            <a:endParaRPr lang="ko-KR" altLang="en-US"/>
          </a:p>
        </p:txBody>
      </p:sp>
    </p:spTree>
    <p:extLst>
      <p:ext uri="{BB962C8B-B14F-4D97-AF65-F5344CB8AC3E}">
        <p14:creationId xmlns:p14="http://schemas.microsoft.com/office/powerpoint/2010/main" val="238573611"/>
      </p:ext>
    </p:extLst>
  </p:cSld>
  <p:clrMapOvr>
    <a:masterClrMapping/>
  </p:clrMapOvr>
</p:sldLayout>
</file>

<file path=ppt/slideLayouts/slideLayout25.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CE4AB1F8-1D54-7D3E-8A1F-2E81A841060D}"/>
              </a:ext>
            </a:extLst>
          </p:cNvPr>
          <p:cNvSpPr>
            <a:spLocks noGrp="1"/>
          </p:cNvSpPr>
          <p:nvPr>
            <p:ph type="dt" sz="half" idx="10"/>
          </p:nvPr>
        </p:nvSpPr>
        <p:spPr/>
        <p:txBody>
          <a:bodyPr/>
          <a:lstStyle>
            <a:lvl1pPr>
              <a:defRPr/>
            </a:lvl1pPr>
          </a:lstStyle>
          <a:p>
            <a:pPr>
              <a:defRPr/>
            </a:pPr>
            <a:fld id="{CB0CC1EB-6797-4B5A-ADEC-711EE8DE8537}"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17697388-1777-BB5D-0DCB-89C8CA997E55}"/>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8A1EC7C5-461E-9A52-D1A3-A9D7708FECEE}"/>
              </a:ext>
            </a:extLst>
          </p:cNvPr>
          <p:cNvSpPr>
            <a:spLocks noGrp="1"/>
          </p:cNvSpPr>
          <p:nvPr>
            <p:ph type="sldNum" sz="quarter" idx="12"/>
          </p:nvPr>
        </p:nvSpPr>
        <p:spPr/>
        <p:txBody>
          <a:bodyPr/>
          <a:lstStyle>
            <a:lvl1pPr>
              <a:defRPr/>
            </a:lvl1pPr>
          </a:lstStyle>
          <a:p>
            <a:pPr>
              <a:defRPr/>
            </a:pPr>
            <a:fld id="{DBFF288E-BE09-408D-A02F-C9B945235F57}" type="slidenum">
              <a:rPr lang="ko-KR" altLang="en-US"/>
              <a:pPr>
                <a:defRPr/>
              </a:pPr>
              <a:t>‹#›</a:t>
            </a:fld>
            <a:endParaRPr lang="ko-KR" altLang="en-US"/>
          </a:p>
        </p:txBody>
      </p:sp>
    </p:spTree>
    <p:extLst>
      <p:ext uri="{BB962C8B-B14F-4D97-AF65-F5344CB8AC3E}">
        <p14:creationId xmlns:p14="http://schemas.microsoft.com/office/powerpoint/2010/main" val="198975458"/>
      </p:ext>
    </p:extLst>
  </p:cSld>
  <p:clrMapOvr>
    <a:masterClrMapping/>
  </p:clrMapOvr>
</p:sldLayout>
</file>

<file path=ppt/slideLayouts/slideLayout26.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3B3893EF-7968-AF6B-04FE-8425B97F1ADF}"/>
              </a:ext>
            </a:extLst>
          </p:cNvPr>
          <p:cNvSpPr>
            <a:spLocks noGrp="1"/>
          </p:cNvSpPr>
          <p:nvPr>
            <p:ph type="dt" sz="half" idx="10"/>
          </p:nvPr>
        </p:nvSpPr>
        <p:spPr/>
        <p:txBody>
          <a:bodyPr/>
          <a:lstStyle>
            <a:lvl1pPr>
              <a:defRPr/>
            </a:lvl1pPr>
          </a:lstStyle>
          <a:p>
            <a:pPr>
              <a:defRPr/>
            </a:pPr>
            <a:fld id="{B102CADD-39CC-4366-B69C-BC065BA41E14}"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5ECED6CE-1612-5BE9-E4C3-891FBA3E63D2}"/>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643D624D-BCD3-B4EE-7BF2-EFEC492DD67A}"/>
              </a:ext>
            </a:extLst>
          </p:cNvPr>
          <p:cNvSpPr>
            <a:spLocks noGrp="1"/>
          </p:cNvSpPr>
          <p:nvPr>
            <p:ph type="sldNum" sz="quarter" idx="12"/>
          </p:nvPr>
        </p:nvSpPr>
        <p:spPr/>
        <p:txBody>
          <a:bodyPr/>
          <a:lstStyle>
            <a:lvl1pPr>
              <a:defRPr/>
            </a:lvl1pPr>
          </a:lstStyle>
          <a:p>
            <a:pPr>
              <a:defRPr/>
            </a:pPr>
            <a:fld id="{9B8C6268-7997-4DA6-B8DD-D4EACAFDE1CF}" type="slidenum">
              <a:rPr lang="ko-KR" altLang="en-US"/>
              <a:pPr>
                <a:defRPr/>
              </a:pPr>
              <a:t>‹#›</a:t>
            </a:fld>
            <a:endParaRPr lang="ko-KR" altLang="en-US"/>
          </a:p>
        </p:txBody>
      </p:sp>
    </p:spTree>
    <p:extLst>
      <p:ext uri="{BB962C8B-B14F-4D97-AF65-F5344CB8AC3E}">
        <p14:creationId xmlns:p14="http://schemas.microsoft.com/office/powerpoint/2010/main" val="1005375013"/>
      </p:ext>
    </p:extLst>
  </p:cSld>
  <p:clrMapOvr>
    <a:masterClrMapping/>
  </p:clrMapOvr>
</p:sldLayout>
</file>

<file path=ppt/slideLayouts/slideLayout27.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EF6EAF8B-9450-D748-C010-A7C94C812A84}"/>
              </a:ext>
            </a:extLst>
          </p:cNvPr>
          <p:cNvSpPr>
            <a:spLocks noGrp="1"/>
          </p:cNvSpPr>
          <p:nvPr>
            <p:ph type="dt" sz="half" idx="10"/>
          </p:nvPr>
        </p:nvSpPr>
        <p:spPr/>
        <p:txBody>
          <a:bodyPr/>
          <a:lstStyle>
            <a:lvl1pPr>
              <a:defRPr/>
            </a:lvl1pPr>
          </a:lstStyle>
          <a:p>
            <a:pPr>
              <a:defRPr/>
            </a:pPr>
            <a:fld id="{2C9331C5-5DC2-4963-8AAC-ED0C221EA2C4}"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7E7E0E3D-D733-0ECE-0970-594BA52254DA}"/>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AC550814-5C65-0BFC-5940-0BE8C4D5E8DC}"/>
              </a:ext>
            </a:extLst>
          </p:cNvPr>
          <p:cNvSpPr>
            <a:spLocks noGrp="1"/>
          </p:cNvSpPr>
          <p:nvPr>
            <p:ph type="sldNum" sz="quarter" idx="12"/>
          </p:nvPr>
        </p:nvSpPr>
        <p:spPr/>
        <p:txBody>
          <a:bodyPr/>
          <a:lstStyle>
            <a:lvl1pPr>
              <a:defRPr/>
            </a:lvl1pPr>
          </a:lstStyle>
          <a:p>
            <a:pPr>
              <a:defRPr/>
            </a:pPr>
            <a:fld id="{9874E744-FDA9-40C1-988F-BF384A21B97E}" type="slidenum">
              <a:rPr lang="ko-KR" altLang="en-US"/>
              <a:pPr>
                <a:defRPr/>
              </a:pPr>
              <a:t>‹#›</a:t>
            </a:fld>
            <a:endParaRPr lang="ko-KR" altLang="en-US"/>
          </a:p>
        </p:txBody>
      </p:sp>
    </p:spTree>
    <p:extLst>
      <p:ext uri="{BB962C8B-B14F-4D97-AF65-F5344CB8AC3E}">
        <p14:creationId xmlns:p14="http://schemas.microsoft.com/office/powerpoint/2010/main" val="2012189921"/>
      </p:ext>
    </p:extLst>
  </p:cSld>
  <p:clrMapOvr>
    <a:masterClrMapping/>
  </p:clrMapOvr>
</p:sldLayout>
</file>

<file path=ppt/slideLayouts/slideLayout28.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DD3230D8-9131-4781-CEC2-C8F7A7CC2F50}"/>
              </a:ext>
            </a:extLst>
          </p:cNvPr>
          <p:cNvSpPr>
            <a:spLocks noGrp="1"/>
          </p:cNvSpPr>
          <p:nvPr>
            <p:ph type="dt" sz="half" idx="10"/>
          </p:nvPr>
        </p:nvSpPr>
        <p:spPr/>
        <p:txBody>
          <a:bodyPr/>
          <a:lstStyle>
            <a:lvl1pPr>
              <a:defRPr/>
            </a:lvl1pPr>
          </a:lstStyle>
          <a:p>
            <a:pPr>
              <a:defRPr/>
            </a:pPr>
            <a:fld id="{018A2DDC-B4BB-49C6-BF7D-5DFE341BC77F}"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53317390-E4FC-0FAC-3A5B-3C313E13CC09}"/>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522EC837-F748-CA4A-3D43-F45767665AA5}"/>
              </a:ext>
            </a:extLst>
          </p:cNvPr>
          <p:cNvSpPr>
            <a:spLocks noGrp="1"/>
          </p:cNvSpPr>
          <p:nvPr>
            <p:ph type="sldNum" sz="quarter" idx="12"/>
          </p:nvPr>
        </p:nvSpPr>
        <p:spPr/>
        <p:txBody>
          <a:bodyPr/>
          <a:lstStyle>
            <a:lvl1pPr>
              <a:defRPr/>
            </a:lvl1pPr>
          </a:lstStyle>
          <a:p>
            <a:pPr>
              <a:defRPr/>
            </a:pPr>
            <a:fld id="{FB721466-6D91-4464-9DED-64AF4B918AC7}" type="slidenum">
              <a:rPr lang="ko-KR" altLang="en-US"/>
              <a:pPr>
                <a:defRPr/>
              </a:pPr>
              <a:t>‹#›</a:t>
            </a:fld>
            <a:endParaRPr lang="ko-KR" altLang="en-US"/>
          </a:p>
        </p:txBody>
      </p:sp>
    </p:spTree>
    <p:extLst>
      <p:ext uri="{BB962C8B-B14F-4D97-AF65-F5344CB8AC3E}">
        <p14:creationId xmlns:p14="http://schemas.microsoft.com/office/powerpoint/2010/main" val="3688417271"/>
      </p:ext>
    </p:extLst>
  </p:cSld>
  <p:clrMapOvr>
    <a:masterClrMapping/>
  </p:clrMapOvr>
</p:sldLayout>
</file>

<file path=ppt/slideLayouts/slideLayout29.xml><?xml version="1.0" encoding="utf-8"?>
<p:sldLayout xmlns:a="http://schemas.openxmlformats.org/drawingml/2006/main" xmlns:r="http://schemas.openxmlformats.org/officeDocument/2006/relationships" xmlns:p="http://schemas.openxmlformats.org/presentationml/2006/main" type="title" preserve="1">
  <p:cSld name="제목 슬라이드">
    <p:spTree>
      <p:nvGrpSpPr>
        <p:cNvPr id="1" name=""/>
        <p:cNvGrpSpPr/>
        <p:nvPr/>
      </p:nvGrpSpPr>
      <p:grpSpPr>
        <a:xfrm>
          <a:off x="0" y="0"/>
          <a:ext cx="0" cy="0"/>
          <a:chOff x="0" y="0"/>
          <a:chExt cx="0" cy="0"/>
        </a:xfrm>
      </p:grpSpPr>
      <p:sp>
        <p:nvSpPr>
          <p:cNvPr id="2" name="제목 1"/>
          <p:cNvSpPr>
            <a:spLocks noGrp="1"/>
          </p:cNvSpPr>
          <p:nvPr>
            <p:ph type="ctrTitle"/>
          </p:nvPr>
        </p:nvSpPr>
        <p:spPr>
          <a:xfrm>
            <a:off x="1238250" y="1122363"/>
            <a:ext cx="7429500" cy="2387600"/>
          </a:xfrm>
        </p:spPr>
        <p:txBody>
          <a:bodyPr anchor="b"/>
          <a:lstStyle>
            <a:lvl1pPr algn="ctr">
              <a:defRPr sz="6000"/>
            </a:lvl1pPr>
          </a:lstStyle>
          <a:p>
            <a:r>
              <a:rPr lang="ko-KR" altLang="en-US"/>
              <a:t>마스터 제목 스타일 편집</a:t>
            </a:r>
          </a:p>
        </p:txBody>
      </p:sp>
      <p:sp>
        <p:nvSpPr>
          <p:cNvPr id="3" name="부제목 2"/>
          <p:cNvSpPr>
            <a:spLocks noGrp="1"/>
          </p:cNvSpPr>
          <p:nvPr>
            <p:ph type="subTitle" idx="1"/>
          </p:nvPr>
        </p:nvSpPr>
        <p:spPr>
          <a:xfrm>
            <a:off x="1238250" y="3602038"/>
            <a:ext cx="74295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ko-KR" altLang="en-US"/>
              <a:t>마스터 부제목 스타일 편집</a:t>
            </a:r>
          </a:p>
        </p:txBody>
      </p:sp>
      <p:sp>
        <p:nvSpPr>
          <p:cNvPr id="4" name="날짜 개체 틀 3">
            <a:extLst>
              <a:ext uri="{FF2B5EF4-FFF2-40B4-BE49-F238E27FC236}">
                <a16:creationId xmlns:a16="http://schemas.microsoft.com/office/drawing/2014/main" id="{FA25A8B4-045B-3EF2-D1C4-2D6029B682AA}"/>
              </a:ext>
            </a:extLst>
          </p:cNvPr>
          <p:cNvSpPr>
            <a:spLocks noGrp="1"/>
          </p:cNvSpPr>
          <p:nvPr>
            <p:ph type="dt" sz="half" idx="10"/>
          </p:nvPr>
        </p:nvSpPr>
        <p:spPr/>
        <p:txBody>
          <a:bodyPr/>
          <a:lstStyle>
            <a:lvl1pPr>
              <a:defRPr/>
            </a:lvl1pPr>
          </a:lstStyle>
          <a:p>
            <a:pPr>
              <a:defRPr/>
            </a:pPr>
            <a:fld id="{D4727BB2-899C-46B4-8A4F-276641B48F42}"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DA6312F9-ED96-195D-60B2-3894B2ADD872}"/>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5A7BED04-FF34-DE34-69CE-E31EF810790D}"/>
              </a:ext>
            </a:extLst>
          </p:cNvPr>
          <p:cNvSpPr>
            <a:spLocks noGrp="1"/>
          </p:cNvSpPr>
          <p:nvPr>
            <p:ph type="sldNum" sz="quarter" idx="12"/>
          </p:nvPr>
        </p:nvSpPr>
        <p:spPr/>
        <p:txBody>
          <a:bodyPr/>
          <a:lstStyle>
            <a:lvl1pPr>
              <a:defRPr/>
            </a:lvl1pPr>
          </a:lstStyle>
          <a:p>
            <a:pPr>
              <a:defRPr/>
            </a:pPr>
            <a:fld id="{B577B145-9500-4D20-9ECB-37A3A74617D4}" type="slidenum">
              <a:rPr lang="ko-KR" altLang="en-US"/>
              <a:pPr>
                <a:defRPr/>
              </a:pPr>
              <a:t>‹#›</a:t>
            </a:fld>
            <a:endParaRPr lang="ko-KR" altLang="en-US"/>
          </a:p>
        </p:txBody>
      </p:sp>
    </p:spTree>
    <p:extLst>
      <p:ext uri="{BB962C8B-B14F-4D97-AF65-F5344CB8AC3E}">
        <p14:creationId xmlns:p14="http://schemas.microsoft.com/office/powerpoint/2010/main" val="2416914853"/>
      </p:ext>
    </p:extLst>
  </p:cSld>
  <p:clrMapOvr>
    <a:masterClrMapping/>
  </p:clrMapOvr>
</p:sldLayout>
</file>

<file path=ppt/slideLayouts/slideLayout30.xml><?xml version="1.0" encoding="utf-8"?>
<p:sldLayout xmlns:a="http://schemas.openxmlformats.org/drawingml/2006/main" xmlns:r="http://schemas.openxmlformats.org/officeDocument/2006/relationships" xmlns:p="http://schemas.openxmlformats.org/presentationml/2006/main" type="obj" preserve="1">
  <p:cSld name="제목 및 내용">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idx="1"/>
          </p:nvPr>
        </p:nvSpPr>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7A9B5383-FF2E-B2A2-9180-1248EB2A91BF}"/>
              </a:ext>
            </a:extLst>
          </p:cNvPr>
          <p:cNvSpPr>
            <a:spLocks noGrp="1"/>
          </p:cNvSpPr>
          <p:nvPr>
            <p:ph type="dt" sz="half" idx="10"/>
          </p:nvPr>
        </p:nvSpPr>
        <p:spPr/>
        <p:txBody>
          <a:bodyPr/>
          <a:lstStyle>
            <a:lvl1pPr>
              <a:defRPr/>
            </a:lvl1pPr>
          </a:lstStyle>
          <a:p>
            <a:pPr>
              <a:defRPr/>
            </a:pPr>
            <a:fld id="{8F6E24B9-37E7-4E75-9274-43CC2A302F53}"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76BDE9A7-E149-39D2-DEA8-9714CAB9A6D5}"/>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7453D2C8-D4D9-6784-314E-5F663078D7EA}"/>
              </a:ext>
            </a:extLst>
          </p:cNvPr>
          <p:cNvSpPr>
            <a:spLocks noGrp="1"/>
          </p:cNvSpPr>
          <p:nvPr>
            <p:ph type="sldNum" sz="quarter" idx="12"/>
          </p:nvPr>
        </p:nvSpPr>
        <p:spPr/>
        <p:txBody>
          <a:bodyPr/>
          <a:lstStyle>
            <a:lvl1pPr>
              <a:defRPr/>
            </a:lvl1pPr>
          </a:lstStyle>
          <a:p>
            <a:pPr>
              <a:defRPr/>
            </a:pPr>
            <a:fld id="{56417DD6-C41B-4769-9B0A-5409729252D7}" type="slidenum">
              <a:rPr lang="ko-KR" altLang="en-US"/>
              <a:pPr>
                <a:defRPr/>
              </a:pPr>
              <a:t>‹#›</a:t>
            </a:fld>
            <a:endParaRPr lang="ko-KR" altLang="en-US"/>
          </a:p>
        </p:txBody>
      </p:sp>
    </p:spTree>
    <p:extLst>
      <p:ext uri="{BB962C8B-B14F-4D97-AF65-F5344CB8AC3E}">
        <p14:creationId xmlns:p14="http://schemas.microsoft.com/office/powerpoint/2010/main" val="3087243936"/>
      </p:ext>
    </p:extLst>
  </p:cSld>
  <p:clrMapOvr>
    <a:masterClrMapping/>
  </p:clrMapOvr>
</p:sldLayout>
</file>

<file path=ppt/slideLayouts/slideLayout31.xml><?xml version="1.0" encoding="utf-8"?>
<p:sldLayout xmlns:a="http://schemas.openxmlformats.org/drawingml/2006/main" xmlns:r="http://schemas.openxmlformats.org/officeDocument/2006/relationships" xmlns:p="http://schemas.openxmlformats.org/presentationml/2006/main" type="secHead" preserve="1">
  <p:cSld name="구역 머리글">
    <p:spTree>
      <p:nvGrpSpPr>
        <p:cNvPr id="1" name=""/>
        <p:cNvGrpSpPr/>
        <p:nvPr/>
      </p:nvGrpSpPr>
      <p:grpSpPr>
        <a:xfrm>
          <a:off x="0" y="0"/>
          <a:ext cx="0" cy="0"/>
          <a:chOff x="0" y="0"/>
          <a:chExt cx="0" cy="0"/>
        </a:xfrm>
      </p:grpSpPr>
      <p:sp>
        <p:nvSpPr>
          <p:cNvPr id="2" name="제목 1"/>
          <p:cNvSpPr>
            <a:spLocks noGrp="1"/>
          </p:cNvSpPr>
          <p:nvPr>
            <p:ph type="title"/>
          </p:nvPr>
        </p:nvSpPr>
        <p:spPr>
          <a:xfrm>
            <a:off x="676275" y="1709738"/>
            <a:ext cx="8543925" cy="2852737"/>
          </a:xfrm>
        </p:spPr>
        <p:txBody>
          <a:bodyPr anchor="b"/>
          <a:lstStyle>
            <a:lvl1pPr>
              <a:defRPr sz="6000"/>
            </a:lvl1pPr>
          </a:lstStyle>
          <a:p>
            <a:r>
              <a:rPr lang="ko-KR" altLang="en-US"/>
              <a:t>마스터 제목 스타일 편집</a:t>
            </a:r>
          </a:p>
        </p:txBody>
      </p:sp>
      <p:sp>
        <p:nvSpPr>
          <p:cNvPr id="3" name="텍스트 개체 틀 2"/>
          <p:cNvSpPr>
            <a:spLocks noGrp="1"/>
          </p:cNvSpPr>
          <p:nvPr>
            <p:ph type="body" idx="1"/>
          </p:nvPr>
        </p:nvSpPr>
        <p:spPr>
          <a:xfrm>
            <a:off x="676275" y="4589463"/>
            <a:ext cx="8543925"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ko-KR" altLang="en-US"/>
              <a:t>마스터 텍스트 스타일을 편집합니다</a:t>
            </a:r>
          </a:p>
        </p:txBody>
      </p:sp>
      <p:sp>
        <p:nvSpPr>
          <p:cNvPr id="4" name="날짜 개체 틀 3">
            <a:extLst>
              <a:ext uri="{FF2B5EF4-FFF2-40B4-BE49-F238E27FC236}">
                <a16:creationId xmlns:a16="http://schemas.microsoft.com/office/drawing/2014/main" id="{975C1EF9-22AC-F5AF-D29B-5CEBD895DEFE}"/>
              </a:ext>
            </a:extLst>
          </p:cNvPr>
          <p:cNvSpPr>
            <a:spLocks noGrp="1"/>
          </p:cNvSpPr>
          <p:nvPr>
            <p:ph type="dt" sz="half" idx="10"/>
          </p:nvPr>
        </p:nvSpPr>
        <p:spPr/>
        <p:txBody>
          <a:bodyPr/>
          <a:lstStyle>
            <a:lvl1pPr>
              <a:defRPr/>
            </a:lvl1pPr>
          </a:lstStyle>
          <a:p>
            <a:pPr>
              <a:defRPr/>
            </a:pPr>
            <a:fld id="{81C3EA86-AA67-4109-B07A-C9B913485E86}"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0D9E57F-5241-D3B0-855A-E6C51153F826}"/>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F4B94E36-8412-1AF7-891B-3B66D9EC0452}"/>
              </a:ext>
            </a:extLst>
          </p:cNvPr>
          <p:cNvSpPr>
            <a:spLocks noGrp="1"/>
          </p:cNvSpPr>
          <p:nvPr>
            <p:ph type="sldNum" sz="quarter" idx="12"/>
          </p:nvPr>
        </p:nvSpPr>
        <p:spPr/>
        <p:txBody>
          <a:bodyPr/>
          <a:lstStyle>
            <a:lvl1pPr>
              <a:defRPr/>
            </a:lvl1pPr>
          </a:lstStyle>
          <a:p>
            <a:pPr>
              <a:defRPr/>
            </a:pPr>
            <a:fld id="{F84D9E55-EACC-4541-9DD6-B8097490F09C}" type="slidenum">
              <a:rPr lang="ko-KR" altLang="en-US"/>
              <a:pPr>
                <a:defRPr/>
              </a:pPr>
              <a:t>‹#›</a:t>
            </a:fld>
            <a:endParaRPr lang="ko-KR" altLang="en-US"/>
          </a:p>
        </p:txBody>
      </p:sp>
    </p:spTree>
    <p:extLst>
      <p:ext uri="{BB962C8B-B14F-4D97-AF65-F5344CB8AC3E}">
        <p14:creationId xmlns:p14="http://schemas.microsoft.com/office/powerpoint/2010/main" val="2089717381"/>
      </p:ext>
    </p:extLst>
  </p:cSld>
  <p:clrMapOvr>
    <a:masterClrMapping/>
  </p:clrMapOvr>
</p:sldLayout>
</file>

<file path=ppt/slideLayouts/slideLayout32.xml><?xml version="1.0" encoding="utf-8"?>
<p:sldLayout xmlns:a="http://schemas.openxmlformats.org/drawingml/2006/main" xmlns:r="http://schemas.openxmlformats.org/officeDocument/2006/relationships" xmlns:p="http://schemas.openxmlformats.org/presentationml/2006/main" type="twoObj" preserve="1">
  <p:cSld name="콘텐츠 2개">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내용 개체 틀 2"/>
          <p:cNvSpPr>
            <a:spLocks noGrp="1"/>
          </p:cNvSpPr>
          <p:nvPr>
            <p:ph sz="half" idx="1"/>
          </p:nvPr>
        </p:nvSpPr>
        <p:spPr>
          <a:xfrm>
            <a:off x="681038" y="1825625"/>
            <a:ext cx="4195762"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내용 개체 틀 3"/>
          <p:cNvSpPr>
            <a:spLocks noGrp="1"/>
          </p:cNvSpPr>
          <p:nvPr>
            <p:ph sz="half" idx="2"/>
          </p:nvPr>
        </p:nvSpPr>
        <p:spPr>
          <a:xfrm>
            <a:off x="5029200" y="1825625"/>
            <a:ext cx="4195763" cy="435133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날짜 개체 틀 3">
            <a:extLst>
              <a:ext uri="{FF2B5EF4-FFF2-40B4-BE49-F238E27FC236}">
                <a16:creationId xmlns:a16="http://schemas.microsoft.com/office/drawing/2014/main" id="{65451181-4794-75FC-BAE1-1A20337EC81C}"/>
              </a:ext>
            </a:extLst>
          </p:cNvPr>
          <p:cNvSpPr>
            <a:spLocks noGrp="1"/>
          </p:cNvSpPr>
          <p:nvPr>
            <p:ph type="dt" sz="half" idx="10"/>
          </p:nvPr>
        </p:nvSpPr>
        <p:spPr/>
        <p:txBody>
          <a:bodyPr/>
          <a:lstStyle>
            <a:lvl1pPr>
              <a:defRPr/>
            </a:lvl1pPr>
          </a:lstStyle>
          <a:p>
            <a:pPr>
              <a:defRPr/>
            </a:pPr>
            <a:fld id="{F8C051DD-5CB8-4203-A8A0-DFCF8EE2217A}"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678A5EE8-59BD-1C3C-F3A5-173D924C6C79}"/>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025D2B3F-6089-3BA2-4BD5-8D8BBED48A86}"/>
              </a:ext>
            </a:extLst>
          </p:cNvPr>
          <p:cNvSpPr>
            <a:spLocks noGrp="1"/>
          </p:cNvSpPr>
          <p:nvPr>
            <p:ph type="sldNum" sz="quarter" idx="12"/>
          </p:nvPr>
        </p:nvSpPr>
        <p:spPr/>
        <p:txBody>
          <a:bodyPr/>
          <a:lstStyle>
            <a:lvl1pPr>
              <a:defRPr/>
            </a:lvl1pPr>
          </a:lstStyle>
          <a:p>
            <a:pPr>
              <a:defRPr/>
            </a:pPr>
            <a:fld id="{3DA00B08-F166-4EF4-BA6E-981819F0A633}" type="slidenum">
              <a:rPr lang="ko-KR" altLang="en-US"/>
              <a:pPr>
                <a:defRPr/>
              </a:pPr>
              <a:t>‹#›</a:t>
            </a:fld>
            <a:endParaRPr lang="ko-KR" altLang="en-US"/>
          </a:p>
        </p:txBody>
      </p:sp>
    </p:spTree>
    <p:extLst>
      <p:ext uri="{BB962C8B-B14F-4D97-AF65-F5344CB8AC3E}">
        <p14:creationId xmlns:p14="http://schemas.microsoft.com/office/powerpoint/2010/main" val="3409598577"/>
      </p:ext>
    </p:extLst>
  </p:cSld>
  <p:clrMapOvr>
    <a:masterClrMapping/>
  </p:clrMapOvr>
</p:sldLayout>
</file>

<file path=ppt/slideLayouts/slideLayout33.xml><?xml version="1.0" encoding="utf-8"?>
<p:sldLayout xmlns:a="http://schemas.openxmlformats.org/drawingml/2006/main" xmlns:r="http://schemas.openxmlformats.org/officeDocument/2006/relationships" xmlns:p="http://schemas.openxmlformats.org/presentationml/2006/main" type="twoTxTwoObj" preserve="1">
  <p:cSld name="비교">
    <p:spTree>
      <p:nvGrpSpPr>
        <p:cNvPr id="1" name=""/>
        <p:cNvGrpSpPr/>
        <p:nvPr/>
      </p:nvGrpSpPr>
      <p:grpSpPr>
        <a:xfrm>
          <a:off x="0" y="0"/>
          <a:ext cx="0" cy="0"/>
          <a:chOff x="0" y="0"/>
          <a:chExt cx="0" cy="0"/>
        </a:xfrm>
      </p:grpSpPr>
      <p:sp>
        <p:nvSpPr>
          <p:cNvPr id="2" name="제목 1"/>
          <p:cNvSpPr>
            <a:spLocks noGrp="1"/>
          </p:cNvSpPr>
          <p:nvPr>
            <p:ph type="title"/>
          </p:nvPr>
        </p:nvSpPr>
        <p:spPr>
          <a:xfrm>
            <a:off x="682625" y="365125"/>
            <a:ext cx="8543925" cy="1325563"/>
          </a:xfrm>
        </p:spPr>
        <p:txBody>
          <a:bodyPr/>
          <a:lstStyle/>
          <a:p>
            <a:r>
              <a:rPr lang="ko-KR" altLang="en-US"/>
              <a:t>마스터 제목 스타일 편집</a:t>
            </a:r>
          </a:p>
        </p:txBody>
      </p:sp>
      <p:sp>
        <p:nvSpPr>
          <p:cNvPr id="3" name="텍스트 개체 틀 2"/>
          <p:cNvSpPr>
            <a:spLocks noGrp="1"/>
          </p:cNvSpPr>
          <p:nvPr>
            <p:ph type="body" idx="1"/>
          </p:nvPr>
        </p:nvSpPr>
        <p:spPr>
          <a:xfrm>
            <a:off x="682625" y="1681163"/>
            <a:ext cx="4191000"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4" name="내용 개체 틀 3"/>
          <p:cNvSpPr>
            <a:spLocks noGrp="1"/>
          </p:cNvSpPr>
          <p:nvPr>
            <p:ph sz="half" idx="2"/>
          </p:nvPr>
        </p:nvSpPr>
        <p:spPr>
          <a:xfrm>
            <a:off x="682625" y="2505075"/>
            <a:ext cx="4191000"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5" name="텍스트 개체 틀 4"/>
          <p:cNvSpPr>
            <a:spLocks noGrp="1"/>
          </p:cNvSpPr>
          <p:nvPr>
            <p:ph type="body" sz="quarter" idx="3"/>
          </p:nvPr>
        </p:nvSpPr>
        <p:spPr>
          <a:xfrm>
            <a:off x="5014913" y="1681163"/>
            <a:ext cx="421163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ko-KR" altLang="en-US"/>
              <a:t>마스터 텍스트 스타일을 편집합니다</a:t>
            </a:r>
          </a:p>
        </p:txBody>
      </p:sp>
      <p:sp>
        <p:nvSpPr>
          <p:cNvPr id="6" name="내용 개체 틀 5"/>
          <p:cNvSpPr>
            <a:spLocks noGrp="1"/>
          </p:cNvSpPr>
          <p:nvPr>
            <p:ph sz="quarter" idx="4"/>
          </p:nvPr>
        </p:nvSpPr>
        <p:spPr>
          <a:xfrm>
            <a:off x="5014913" y="2505075"/>
            <a:ext cx="4211637" cy="3684588"/>
          </a:xfrm>
        </p:spPr>
        <p:txBody>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7" name="날짜 개체 틀 3">
            <a:extLst>
              <a:ext uri="{FF2B5EF4-FFF2-40B4-BE49-F238E27FC236}">
                <a16:creationId xmlns:a16="http://schemas.microsoft.com/office/drawing/2014/main" id="{67C3DB85-5466-1DE2-2525-499C8244D300}"/>
              </a:ext>
            </a:extLst>
          </p:cNvPr>
          <p:cNvSpPr>
            <a:spLocks noGrp="1"/>
          </p:cNvSpPr>
          <p:nvPr>
            <p:ph type="dt" sz="half" idx="10"/>
          </p:nvPr>
        </p:nvSpPr>
        <p:spPr/>
        <p:txBody>
          <a:bodyPr/>
          <a:lstStyle>
            <a:lvl1pPr>
              <a:defRPr/>
            </a:lvl1pPr>
          </a:lstStyle>
          <a:p>
            <a:pPr>
              <a:defRPr/>
            </a:pPr>
            <a:fld id="{7BB8A35F-9632-47ED-940E-53052BC6CA92}" type="datetimeFigureOut">
              <a:rPr lang="ko-KR" altLang="en-US"/>
              <a:pPr>
                <a:defRPr/>
              </a:pPr>
              <a:t>2026-10-10</a:t>
            </a:fld>
            <a:endParaRPr lang="ko-KR" altLang="en-US" dirty="0"/>
          </a:p>
        </p:txBody>
      </p:sp>
      <p:sp>
        <p:nvSpPr>
          <p:cNvPr id="8" name="바닥글 개체 틀 4">
            <a:extLst>
              <a:ext uri="{FF2B5EF4-FFF2-40B4-BE49-F238E27FC236}">
                <a16:creationId xmlns:a16="http://schemas.microsoft.com/office/drawing/2014/main" id="{141E6CC1-6DDD-C905-3D4F-29562573C883}"/>
              </a:ext>
            </a:extLst>
          </p:cNvPr>
          <p:cNvSpPr>
            <a:spLocks noGrp="1"/>
          </p:cNvSpPr>
          <p:nvPr>
            <p:ph type="ftr" sz="quarter" idx="11"/>
          </p:nvPr>
        </p:nvSpPr>
        <p:spPr/>
        <p:txBody>
          <a:bodyPr/>
          <a:lstStyle>
            <a:lvl1pPr>
              <a:defRPr/>
            </a:lvl1pPr>
          </a:lstStyle>
          <a:p>
            <a:pPr>
              <a:defRPr/>
            </a:pPr>
            <a:endParaRPr lang="ko-KR" altLang="en-US"/>
          </a:p>
        </p:txBody>
      </p:sp>
      <p:sp>
        <p:nvSpPr>
          <p:cNvPr id="9" name="슬라이드 번호 개체 틀 5">
            <a:extLst>
              <a:ext uri="{FF2B5EF4-FFF2-40B4-BE49-F238E27FC236}">
                <a16:creationId xmlns:a16="http://schemas.microsoft.com/office/drawing/2014/main" id="{3BC4B79C-7B55-9A58-DC53-D06103B0A824}"/>
              </a:ext>
            </a:extLst>
          </p:cNvPr>
          <p:cNvSpPr>
            <a:spLocks noGrp="1"/>
          </p:cNvSpPr>
          <p:nvPr>
            <p:ph type="sldNum" sz="quarter" idx="12"/>
          </p:nvPr>
        </p:nvSpPr>
        <p:spPr/>
        <p:txBody>
          <a:bodyPr/>
          <a:lstStyle>
            <a:lvl1pPr>
              <a:defRPr/>
            </a:lvl1pPr>
          </a:lstStyle>
          <a:p>
            <a:pPr>
              <a:defRPr/>
            </a:pPr>
            <a:fld id="{C4122BCE-D71C-490F-8A52-4E3A1BC4C2CE}" type="slidenum">
              <a:rPr lang="ko-KR" altLang="en-US"/>
              <a:pPr>
                <a:defRPr/>
              </a:pPr>
              <a:t>‹#›</a:t>
            </a:fld>
            <a:endParaRPr lang="ko-KR" altLang="en-US"/>
          </a:p>
        </p:txBody>
      </p:sp>
    </p:spTree>
    <p:extLst>
      <p:ext uri="{BB962C8B-B14F-4D97-AF65-F5344CB8AC3E}">
        <p14:creationId xmlns:p14="http://schemas.microsoft.com/office/powerpoint/2010/main" val="438905946"/>
      </p:ext>
    </p:extLst>
  </p:cSld>
  <p:clrMapOvr>
    <a:masterClrMapping/>
  </p:clrMapOvr>
</p:sldLayout>
</file>

<file path=ppt/slideLayouts/slideLayout34.xml><?xml version="1.0" encoding="utf-8"?>
<p:sldLayout xmlns:a="http://schemas.openxmlformats.org/drawingml/2006/main" xmlns:r="http://schemas.openxmlformats.org/officeDocument/2006/relationships" xmlns:p="http://schemas.openxmlformats.org/presentationml/2006/main" type="titleOnly" preserve="1">
  <p:cSld name="제목만">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날짜 개체 틀 3">
            <a:extLst>
              <a:ext uri="{FF2B5EF4-FFF2-40B4-BE49-F238E27FC236}">
                <a16:creationId xmlns:a16="http://schemas.microsoft.com/office/drawing/2014/main" id="{AE66963F-9449-7A35-1896-CF7B50CD3DAB}"/>
              </a:ext>
            </a:extLst>
          </p:cNvPr>
          <p:cNvSpPr>
            <a:spLocks noGrp="1"/>
          </p:cNvSpPr>
          <p:nvPr>
            <p:ph type="dt" sz="half" idx="10"/>
          </p:nvPr>
        </p:nvSpPr>
        <p:spPr/>
        <p:txBody>
          <a:bodyPr/>
          <a:lstStyle>
            <a:lvl1pPr>
              <a:defRPr/>
            </a:lvl1pPr>
          </a:lstStyle>
          <a:p>
            <a:pPr>
              <a:defRPr/>
            </a:pPr>
            <a:fld id="{78838DC4-50A5-4EB2-9518-7B893F592AF7}" type="datetimeFigureOut">
              <a:rPr lang="ko-KR" altLang="en-US"/>
              <a:pPr>
                <a:defRPr/>
              </a:pPr>
              <a:t>2026-10-10</a:t>
            </a:fld>
            <a:endParaRPr lang="ko-KR" altLang="en-US" dirty="0"/>
          </a:p>
        </p:txBody>
      </p:sp>
      <p:sp>
        <p:nvSpPr>
          <p:cNvPr id="4" name="바닥글 개체 틀 4">
            <a:extLst>
              <a:ext uri="{FF2B5EF4-FFF2-40B4-BE49-F238E27FC236}">
                <a16:creationId xmlns:a16="http://schemas.microsoft.com/office/drawing/2014/main" id="{42D2845A-2930-9FF3-76B7-BCBB5596BB9D}"/>
              </a:ext>
            </a:extLst>
          </p:cNvPr>
          <p:cNvSpPr>
            <a:spLocks noGrp="1"/>
          </p:cNvSpPr>
          <p:nvPr>
            <p:ph type="ftr" sz="quarter" idx="11"/>
          </p:nvPr>
        </p:nvSpPr>
        <p:spPr/>
        <p:txBody>
          <a:bodyPr/>
          <a:lstStyle>
            <a:lvl1pPr>
              <a:defRPr/>
            </a:lvl1pPr>
          </a:lstStyle>
          <a:p>
            <a:pPr>
              <a:defRPr/>
            </a:pPr>
            <a:endParaRPr lang="ko-KR" altLang="en-US"/>
          </a:p>
        </p:txBody>
      </p:sp>
      <p:sp>
        <p:nvSpPr>
          <p:cNvPr id="5" name="슬라이드 번호 개체 틀 5">
            <a:extLst>
              <a:ext uri="{FF2B5EF4-FFF2-40B4-BE49-F238E27FC236}">
                <a16:creationId xmlns:a16="http://schemas.microsoft.com/office/drawing/2014/main" id="{B7DD6331-1927-D3A8-F4B4-1C8ED47265BD}"/>
              </a:ext>
            </a:extLst>
          </p:cNvPr>
          <p:cNvSpPr>
            <a:spLocks noGrp="1"/>
          </p:cNvSpPr>
          <p:nvPr>
            <p:ph type="sldNum" sz="quarter" idx="12"/>
          </p:nvPr>
        </p:nvSpPr>
        <p:spPr/>
        <p:txBody>
          <a:bodyPr/>
          <a:lstStyle>
            <a:lvl1pPr>
              <a:defRPr/>
            </a:lvl1pPr>
          </a:lstStyle>
          <a:p>
            <a:pPr>
              <a:defRPr/>
            </a:pPr>
            <a:fld id="{0407C986-CD8C-4382-B977-F50DEE2F8FBA}" type="slidenum">
              <a:rPr lang="ko-KR" altLang="en-US"/>
              <a:pPr>
                <a:defRPr/>
              </a:pPr>
              <a:t>‹#›</a:t>
            </a:fld>
            <a:endParaRPr lang="ko-KR" altLang="en-US"/>
          </a:p>
        </p:txBody>
      </p:sp>
    </p:spTree>
    <p:extLst>
      <p:ext uri="{BB962C8B-B14F-4D97-AF65-F5344CB8AC3E}">
        <p14:creationId xmlns:p14="http://schemas.microsoft.com/office/powerpoint/2010/main" val="3043483558"/>
      </p:ext>
    </p:extLst>
  </p:cSld>
  <p:clrMapOvr>
    <a:masterClrMapping/>
  </p:clrMapOvr>
</p:sldLayout>
</file>

<file path=ppt/slideLayouts/slideLayout35.xml><?xml version="1.0" encoding="utf-8"?>
<p:sldLayout xmlns:a="http://schemas.openxmlformats.org/drawingml/2006/main" xmlns:r="http://schemas.openxmlformats.org/officeDocument/2006/relationships" xmlns:p="http://schemas.openxmlformats.org/presentationml/2006/main" type="blank" preserve="1">
  <p:cSld name="빈 화면">
    <p:spTree>
      <p:nvGrpSpPr>
        <p:cNvPr id="1" name=""/>
        <p:cNvGrpSpPr/>
        <p:nvPr/>
      </p:nvGrpSpPr>
      <p:grpSpPr>
        <a:xfrm>
          <a:off x="0" y="0"/>
          <a:ext cx="0" cy="0"/>
          <a:chOff x="0" y="0"/>
          <a:chExt cx="0" cy="0"/>
        </a:xfrm>
      </p:grpSpPr>
      <p:sp>
        <p:nvSpPr>
          <p:cNvPr id="2" name="날짜 개체 틀 3">
            <a:extLst>
              <a:ext uri="{FF2B5EF4-FFF2-40B4-BE49-F238E27FC236}">
                <a16:creationId xmlns:a16="http://schemas.microsoft.com/office/drawing/2014/main" id="{39B08B29-597E-AE45-7FA5-73850FB2296A}"/>
              </a:ext>
            </a:extLst>
          </p:cNvPr>
          <p:cNvSpPr>
            <a:spLocks noGrp="1"/>
          </p:cNvSpPr>
          <p:nvPr>
            <p:ph type="dt" sz="half" idx="10"/>
          </p:nvPr>
        </p:nvSpPr>
        <p:spPr/>
        <p:txBody>
          <a:bodyPr/>
          <a:lstStyle>
            <a:lvl1pPr>
              <a:defRPr/>
            </a:lvl1pPr>
          </a:lstStyle>
          <a:p>
            <a:pPr>
              <a:defRPr/>
            </a:pPr>
            <a:fld id="{0B317D38-15A6-4CE9-A622-675EC877AA9A}" type="datetimeFigureOut">
              <a:rPr lang="ko-KR" altLang="en-US"/>
              <a:pPr>
                <a:defRPr/>
              </a:pPr>
              <a:t>2026-10-10</a:t>
            </a:fld>
            <a:endParaRPr lang="ko-KR" altLang="en-US" dirty="0"/>
          </a:p>
        </p:txBody>
      </p:sp>
      <p:sp>
        <p:nvSpPr>
          <p:cNvPr id="3" name="바닥글 개체 틀 4">
            <a:extLst>
              <a:ext uri="{FF2B5EF4-FFF2-40B4-BE49-F238E27FC236}">
                <a16:creationId xmlns:a16="http://schemas.microsoft.com/office/drawing/2014/main" id="{38F76DF1-46C2-5976-85FB-DF037C3D648F}"/>
              </a:ext>
            </a:extLst>
          </p:cNvPr>
          <p:cNvSpPr>
            <a:spLocks noGrp="1"/>
          </p:cNvSpPr>
          <p:nvPr>
            <p:ph type="ftr" sz="quarter" idx="11"/>
          </p:nvPr>
        </p:nvSpPr>
        <p:spPr/>
        <p:txBody>
          <a:bodyPr/>
          <a:lstStyle>
            <a:lvl1pPr>
              <a:defRPr/>
            </a:lvl1pPr>
          </a:lstStyle>
          <a:p>
            <a:pPr>
              <a:defRPr/>
            </a:pPr>
            <a:endParaRPr lang="ko-KR" altLang="en-US"/>
          </a:p>
        </p:txBody>
      </p:sp>
      <p:sp>
        <p:nvSpPr>
          <p:cNvPr id="4" name="슬라이드 번호 개체 틀 5">
            <a:extLst>
              <a:ext uri="{FF2B5EF4-FFF2-40B4-BE49-F238E27FC236}">
                <a16:creationId xmlns:a16="http://schemas.microsoft.com/office/drawing/2014/main" id="{974C6CA4-25D1-7593-A458-B57BC7325677}"/>
              </a:ext>
            </a:extLst>
          </p:cNvPr>
          <p:cNvSpPr>
            <a:spLocks noGrp="1"/>
          </p:cNvSpPr>
          <p:nvPr>
            <p:ph type="sldNum" sz="quarter" idx="12"/>
          </p:nvPr>
        </p:nvSpPr>
        <p:spPr/>
        <p:txBody>
          <a:bodyPr/>
          <a:lstStyle>
            <a:lvl1pPr>
              <a:defRPr/>
            </a:lvl1pPr>
          </a:lstStyle>
          <a:p>
            <a:pPr>
              <a:defRPr/>
            </a:pPr>
            <a:fld id="{1045B0CE-8252-412A-A721-77D4321D93B0}" type="slidenum">
              <a:rPr lang="ko-KR" altLang="en-US"/>
              <a:pPr>
                <a:defRPr/>
              </a:pPr>
              <a:t>‹#›</a:t>
            </a:fld>
            <a:endParaRPr lang="ko-KR" altLang="en-US"/>
          </a:p>
        </p:txBody>
      </p:sp>
    </p:spTree>
    <p:extLst>
      <p:ext uri="{BB962C8B-B14F-4D97-AF65-F5344CB8AC3E}">
        <p14:creationId xmlns:p14="http://schemas.microsoft.com/office/powerpoint/2010/main" val="19516353"/>
      </p:ext>
    </p:extLst>
  </p:cSld>
  <p:clrMapOvr>
    <a:masterClrMapping/>
  </p:clrMapOvr>
</p:sldLayout>
</file>

<file path=ppt/slideLayouts/slideLayout36.xml><?xml version="1.0" encoding="utf-8"?>
<p:sldLayout xmlns:a="http://schemas.openxmlformats.org/drawingml/2006/main" xmlns:r="http://schemas.openxmlformats.org/officeDocument/2006/relationships" xmlns:p="http://schemas.openxmlformats.org/presentationml/2006/main" type="objTx" preserve="1">
  <p:cSld name="캡션 있는 콘텐츠">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내용 개체 틀 2"/>
          <p:cNvSpPr>
            <a:spLocks noGrp="1"/>
          </p:cNvSpPr>
          <p:nvPr>
            <p:ph idx="1"/>
          </p:nvPr>
        </p:nvSpPr>
        <p:spPr>
          <a:xfrm>
            <a:off x="4211638" y="987425"/>
            <a:ext cx="5014912"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6B765C91-5CE3-4874-7E81-07F38845C9F7}"/>
              </a:ext>
            </a:extLst>
          </p:cNvPr>
          <p:cNvSpPr>
            <a:spLocks noGrp="1"/>
          </p:cNvSpPr>
          <p:nvPr>
            <p:ph type="dt" sz="half" idx="10"/>
          </p:nvPr>
        </p:nvSpPr>
        <p:spPr/>
        <p:txBody>
          <a:bodyPr/>
          <a:lstStyle>
            <a:lvl1pPr>
              <a:defRPr/>
            </a:lvl1pPr>
          </a:lstStyle>
          <a:p>
            <a:pPr>
              <a:defRPr/>
            </a:pPr>
            <a:fld id="{C3A72357-A147-4F4E-BA5E-9A81BFBCD71E}"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D83D7CD4-AF0B-F991-6C72-43A960C3EEE1}"/>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A5BFDD24-D6A8-F41F-349D-D54645A70DDB}"/>
              </a:ext>
            </a:extLst>
          </p:cNvPr>
          <p:cNvSpPr>
            <a:spLocks noGrp="1"/>
          </p:cNvSpPr>
          <p:nvPr>
            <p:ph type="sldNum" sz="quarter" idx="12"/>
          </p:nvPr>
        </p:nvSpPr>
        <p:spPr/>
        <p:txBody>
          <a:bodyPr/>
          <a:lstStyle>
            <a:lvl1pPr>
              <a:defRPr/>
            </a:lvl1pPr>
          </a:lstStyle>
          <a:p>
            <a:pPr>
              <a:defRPr/>
            </a:pPr>
            <a:fld id="{3A13EE63-37B4-44E3-8FEE-F563338B549E}" type="slidenum">
              <a:rPr lang="ko-KR" altLang="en-US"/>
              <a:pPr>
                <a:defRPr/>
              </a:pPr>
              <a:t>‹#›</a:t>
            </a:fld>
            <a:endParaRPr lang="ko-KR" altLang="en-US"/>
          </a:p>
        </p:txBody>
      </p:sp>
    </p:spTree>
    <p:extLst>
      <p:ext uri="{BB962C8B-B14F-4D97-AF65-F5344CB8AC3E}">
        <p14:creationId xmlns:p14="http://schemas.microsoft.com/office/powerpoint/2010/main" val="384438944"/>
      </p:ext>
    </p:extLst>
  </p:cSld>
  <p:clrMapOvr>
    <a:masterClrMapping/>
  </p:clrMapOvr>
</p:sldLayout>
</file>

<file path=ppt/slideLayouts/slideLayout37.xml><?xml version="1.0" encoding="utf-8"?>
<p:sldLayout xmlns:a="http://schemas.openxmlformats.org/drawingml/2006/main" xmlns:r="http://schemas.openxmlformats.org/officeDocument/2006/relationships" xmlns:p="http://schemas.openxmlformats.org/presentationml/2006/main" type="picTx" preserve="1">
  <p:cSld name="캡션 있는 그림">
    <p:spTree>
      <p:nvGrpSpPr>
        <p:cNvPr id="1" name=""/>
        <p:cNvGrpSpPr/>
        <p:nvPr/>
      </p:nvGrpSpPr>
      <p:grpSpPr>
        <a:xfrm>
          <a:off x="0" y="0"/>
          <a:ext cx="0" cy="0"/>
          <a:chOff x="0" y="0"/>
          <a:chExt cx="0" cy="0"/>
        </a:xfrm>
      </p:grpSpPr>
      <p:sp>
        <p:nvSpPr>
          <p:cNvPr id="2" name="제목 1"/>
          <p:cNvSpPr>
            <a:spLocks noGrp="1"/>
          </p:cNvSpPr>
          <p:nvPr>
            <p:ph type="title"/>
          </p:nvPr>
        </p:nvSpPr>
        <p:spPr>
          <a:xfrm>
            <a:off x="682625" y="457200"/>
            <a:ext cx="3194050" cy="1600200"/>
          </a:xfrm>
        </p:spPr>
        <p:txBody>
          <a:bodyPr anchor="b"/>
          <a:lstStyle>
            <a:lvl1pPr>
              <a:defRPr sz="3200"/>
            </a:lvl1pPr>
          </a:lstStyle>
          <a:p>
            <a:r>
              <a:rPr lang="ko-KR" altLang="en-US"/>
              <a:t>마스터 제목 스타일 편집</a:t>
            </a:r>
          </a:p>
        </p:txBody>
      </p:sp>
      <p:sp>
        <p:nvSpPr>
          <p:cNvPr id="3" name="그림 개체 틀 2"/>
          <p:cNvSpPr>
            <a:spLocks noGrp="1"/>
          </p:cNvSpPr>
          <p:nvPr>
            <p:ph type="pic" idx="1"/>
          </p:nvPr>
        </p:nvSpPr>
        <p:spPr>
          <a:xfrm>
            <a:off x="4211638" y="987425"/>
            <a:ext cx="5014912" cy="4873625"/>
          </a:xfrm>
        </p:spPr>
        <p:txBody>
          <a:bodyPr rtlCol="0">
            <a:normAutofit/>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pPr lvl="0"/>
            <a:endParaRPr lang="ko-KR" altLang="en-US" noProof="0" dirty="0"/>
          </a:p>
        </p:txBody>
      </p:sp>
      <p:sp>
        <p:nvSpPr>
          <p:cNvPr id="4" name="텍스트 개체 틀 3"/>
          <p:cNvSpPr>
            <a:spLocks noGrp="1"/>
          </p:cNvSpPr>
          <p:nvPr>
            <p:ph type="body" sz="half" idx="2"/>
          </p:nvPr>
        </p:nvSpPr>
        <p:spPr>
          <a:xfrm>
            <a:off x="682625" y="2057400"/>
            <a:ext cx="3194050"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ko-KR" altLang="en-US"/>
              <a:t>마스터 텍스트 스타일을 편집합니다</a:t>
            </a:r>
          </a:p>
        </p:txBody>
      </p:sp>
      <p:sp>
        <p:nvSpPr>
          <p:cNvPr id="5" name="날짜 개체 틀 3">
            <a:extLst>
              <a:ext uri="{FF2B5EF4-FFF2-40B4-BE49-F238E27FC236}">
                <a16:creationId xmlns:a16="http://schemas.microsoft.com/office/drawing/2014/main" id="{FB56EDFB-34BB-642E-190A-D41FD145C019}"/>
              </a:ext>
            </a:extLst>
          </p:cNvPr>
          <p:cNvSpPr>
            <a:spLocks noGrp="1"/>
          </p:cNvSpPr>
          <p:nvPr>
            <p:ph type="dt" sz="half" idx="10"/>
          </p:nvPr>
        </p:nvSpPr>
        <p:spPr/>
        <p:txBody>
          <a:bodyPr/>
          <a:lstStyle>
            <a:lvl1pPr>
              <a:defRPr/>
            </a:lvl1pPr>
          </a:lstStyle>
          <a:p>
            <a:pPr>
              <a:defRPr/>
            </a:pPr>
            <a:fld id="{EFA64311-E925-406D-9847-F4758A0670C6}" type="datetimeFigureOut">
              <a:rPr lang="ko-KR" altLang="en-US"/>
              <a:pPr>
                <a:defRPr/>
              </a:pPr>
              <a:t>2026-10-10</a:t>
            </a:fld>
            <a:endParaRPr lang="ko-KR" altLang="en-US" dirty="0"/>
          </a:p>
        </p:txBody>
      </p:sp>
      <p:sp>
        <p:nvSpPr>
          <p:cNvPr id="6" name="바닥글 개체 틀 4">
            <a:extLst>
              <a:ext uri="{FF2B5EF4-FFF2-40B4-BE49-F238E27FC236}">
                <a16:creationId xmlns:a16="http://schemas.microsoft.com/office/drawing/2014/main" id="{11FB9C2D-F5BB-1984-0AE6-650DF4C417EC}"/>
              </a:ext>
            </a:extLst>
          </p:cNvPr>
          <p:cNvSpPr>
            <a:spLocks noGrp="1"/>
          </p:cNvSpPr>
          <p:nvPr>
            <p:ph type="ftr" sz="quarter" idx="11"/>
          </p:nvPr>
        </p:nvSpPr>
        <p:spPr/>
        <p:txBody>
          <a:bodyPr/>
          <a:lstStyle>
            <a:lvl1pPr>
              <a:defRPr/>
            </a:lvl1pPr>
          </a:lstStyle>
          <a:p>
            <a:pPr>
              <a:defRPr/>
            </a:pPr>
            <a:endParaRPr lang="ko-KR" altLang="en-US"/>
          </a:p>
        </p:txBody>
      </p:sp>
      <p:sp>
        <p:nvSpPr>
          <p:cNvPr id="7" name="슬라이드 번호 개체 틀 5">
            <a:extLst>
              <a:ext uri="{FF2B5EF4-FFF2-40B4-BE49-F238E27FC236}">
                <a16:creationId xmlns:a16="http://schemas.microsoft.com/office/drawing/2014/main" id="{BBF19624-FCC6-4079-7C92-904BF7119717}"/>
              </a:ext>
            </a:extLst>
          </p:cNvPr>
          <p:cNvSpPr>
            <a:spLocks noGrp="1"/>
          </p:cNvSpPr>
          <p:nvPr>
            <p:ph type="sldNum" sz="quarter" idx="12"/>
          </p:nvPr>
        </p:nvSpPr>
        <p:spPr/>
        <p:txBody>
          <a:bodyPr/>
          <a:lstStyle>
            <a:lvl1pPr>
              <a:defRPr/>
            </a:lvl1pPr>
          </a:lstStyle>
          <a:p>
            <a:pPr>
              <a:defRPr/>
            </a:pPr>
            <a:fld id="{722BF097-1DDE-4299-8EC9-F15767C7602D}" type="slidenum">
              <a:rPr lang="ko-KR" altLang="en-US"/>
              <a:pPr>
                <a:defRPr/>
              </a:pPr>
              <a:t>‹#›</a:t>
            </a:fld>
            <a:endParaRPr lang="ko-KR" altLang="en-US"/>
          </a:p>
        </p:txBody>
      </p:sp>
    </p:spTree>
    <p:extLst>
      <p:ext uri="{BB962C8B-B14F-4D97-AF65-F5344CB8AC3E}">
        <p14:creationId xmlns:p14="http://schemas.microsoft.com/office/powerpoint/2010/main" val="1699678153"/>
      </p:ext>
    </p:extLst>
  </p:cSld>
  <p:clrMapOvr>
    <a:masterClrMapping/>
  </p:clrMapOvr>
</p:sldLayout>
</file>

<file path=ppt/slideLayouts/slideLayout38.xml><?xml version="1.0" encoding="utf-8"?>
<p:sldLayout xmlns:a="http://schemas.openxmlformats.org/drawingml/2006/main" xmlns:r="http://schemas.openxmlformats.org/officeDocument/2006/relationships" xmlns:p="http://schemas.openxmlformats.org/presentationml/2006/main" type="vertTx" preserve="1">
  <p:cSld name="제목 및 세로 텍스트">
    <p:spTree>
      <p:nvGrpSpPr>
        <p:cNvPr id="1" name=""/>
        <p:cNvGrpSpPr/>
        <p:nvPr/>
      </p:nvGrpSpPr>
      <p:grpSpPr>
        <a:xfrm>
          <a:off x="0" y="0"/>
          <a:ext cx="0" cy="0"/>
          <a:chOff x="0" y="0"/>
          <a:chExt cx="0" cy="0"/>
        </a:xfrm>
      </p:grpSpPr>
      <p:sp>
        <p:nvSpPr>
          <p:cNvPr id="2" name="제목 1"/>
          <p:cNvSpPr>
            <a:spLocks noGrp="1"/>
          </p:cNvSpPr>
          <p:nvPr>
            <p:ph type="title"/>
          </p:nvPr>
        </p:nvSpPr>
        <p:spPr/>
        <p:txBody>
          <a:bodyPr/>
          <a:lstStyle/>
          <a:p>
            <a:r>
              <a:rPr lang="ko-KR" altLang="en-US"/>
              <a:t>마스터 제목 스타일 편집</a:t>
            </a:r>
          </a:p>
        </p:txBody>
      </p:sp>
      <p:sp>
        <p:nvSpPr>
          <p:cNvPr id="3" name="세로 텍스트 개체 틀 2"/>
          <p:cNvSpPr>
            <a:spLocks noGrp="1"/>
          </p:cNvSpPr>
          <p:nvPr>
            <p:ph type="body" orient="vert" idx="1"/>
          </p:nvPr>
        </p:nvSpPr>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82CB29D0-70F8-23F5-1E0E-FB58A80C5DA7}"/>
              </a:ext>
            </a:extLst>
          </p:cNvPr>
          <p:cNvSpPr>
            <a:spLocks noGrp="1"/>
          </p:cNvSpPr>
          <p:nvPr>
            <p:ph type="dt" sz="half" idx="10"/>
          </p:nvPr>
        </p:nvSpPr>
        <p:spPr/>
        <p:txBody>
          <a:bodyPr/>
          <a:lstStyle>
            <a:lvl1pPr>
              <a:defRPr/>
            </a:lvl1pPr>
          </a:lstStyle>
          <a:p>
            <a:pPr>
              <a:defRPr/>
            </a:pPr>
            <a:fld id="{FAF1F0BF-F785-490D-89EC-157C66AB89D4}"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C00B33A7-67DD-0A5C-1835-52F9A8619BB3}"/>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0BA3800B-490B-56DC-86A7-AF7E7FF1A621}"/>
              </a:ext>
            </a:extLst>
          </p:cNvPr>
          <p:cNvSpPr>
            <a:spLocks noGrp="1"/>
          </p:cNvSpPr>
          <p:nvPr>
            <p:ph type="sldNum" sz="quarter" idx="12"/>
          </p:nvPr>
        </p:nvSpPr>
        <p:spPr/>
        <p:txBody>
          <a:bodyPr/>
          <a:lstStyle>
            <a:lvl1pPr>
              <a:defRPr/>
            </a:lvl1pPr>
          </a:lstStyle>
          <a:p>
            <a:pPr>
              <a:defRPr/>
            </a:pPr>
            <a:fld id="{4D441920-8EB5-465A-98C3-49F1BD88265D}" type="slidenum">
              <a:rPr lang="ko-KR" altLang="en-US"/>
              <a:pPr>
                <a:defRPr/>
              </a:pPr>
              <a:t>‹#›</a:t>
            </a:fld>
            <a:endParaRPr lang="ko-KR" altLang="en-US"/>
          </a:p>
        </p:txBody>
      </p:sp>
    </p:spTree>
    <p:extLst>
      <p:ext uri="{BB962C8B-B14F-4D97-AF65-F5344CB8AC3E}">
        <p14:creationId xmlns:p14="http://schemas.microsoft.com/office/powerpoint/2010/main" val="3034148609"/>
      </p:ext>
    </p:extLst>
  </p:cSld>
  <p:clrMapOvr>
    <a:masterClrMapping/>
  </p:clrMapOvr>
</p:sldLayout>
</file>

<file path=ppt/slideLayouts/slideLayout39.xml><?xml version="1.0" encoding="utf-8"?>
<p:sldLayout xmlns:a="http://schemas.openxmlformats.org/drawingml/2006/main" xmlns:r="http://schemas.openxmlformats.org/officeDocument/2006/relationships" xmlns:p="http://schemas.openxmlformats.org/presentationml/2006/main" type="vertTitleAndTx" preserve="1">
  <p:cSld name="세로 제목 및 텍스트">
    <p:spTree>
      <p:nvGrpSpPr>
        <p:cNvPr id="1" name=""/>
        <p:cNvGrpSpPr/>
        <p:nvPr/>
      </p:nvGrpSpPr>
      <p:grpSpPr>
        <a:xfrm>
          <a:off x="0" y="0"/>
          <a:ext cx="0" cy="0"/>
          <a:chOff x="0" y="0"/>
          <a:chExt cx="0" cy="0"/>
        </a:xfrm>
      </p:grpSpPr>
      <p:sp>
        <p:nvSpPr>
          <p:cNvPr id="2" name="세로 제목 1"/>
          <p:cNvSpPr>
            <a:spLocks noGrp="1"/>
          </p:cNvSpPr>
          <p:nvPr>
            <p:ph type="title" orient="vert"/>
          </p:nvPr>
        </p:nvSpPr>
        <p:spPr>
          <a:xfrm>
            <a:off x="7089775" y="365125"/>
            <a:ext cx="2135188" cy="5811838"/>
          </a:xfrm>
        </p:spPr>
        <p:txBody>
          <a:bodyPr vert="eaVert"/>
          <a:lstStyle/>
          <a:p>
            <a:r>
              <a:rPr lang="ko-KR" altLang="en-US"/>
              <a:t>마스터 제목 스타일 편집</a:t>
            </a:r>
          </a:p>
        </p:txBody>
      </p:sp>
      <p:sp>
        <p:nvSpPr>
          <p:cNvPr id="3" name="세로 텍스트 개체 틀 2"/>
          <p:cNvSpPr>
            <a:spLocks noGrp="1"/>
          </p:cNvSpPr>
          <p:nvPr>
            <p:ph type="body" orient="vert" idx="1"/>
          </p:nvPr>
        </p:nvSpPr>
        <p:spPr>
          <a:xfrm>
            <a:off x="681038" y="365125"/>
            <a:ext cx="6256337" cy="5811838"/>
          </a:xfrm>
        </p:spPr>
        <p:txBody>
          <a:bodyPr vert="eaVert"/>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0B77D1A4-97CF-BFA8-FC9B-82A94D19CDB1}"/>
              </a:ext>
            </a:extLst>
          </p:cNvPr>
          <p:cNvSpPr>
            <a:spLocks noGrp="1"/>
          </p:cNvSpPr>
          <p:nvPr>
            <p:ph type="dt" sz="half" idx="10"/>
          </p:nvPr>
        </p:nvSpPr>
        <p:spPr/>
        <p:txBody>
          <a:bodyPr/>
          <a:lstStyle>
            <a:lvl1pPr>
              <a:defRPr/>
            </a:lvl1pPr>
          </a:lstStyle>
          <a:p>
            <a:pPr>
              <a:defRPr/>
            </a:pPr>
            <a:fld id="{FEFCE1A1-8540-4209-8E3F-7408F7561A58}"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2F150E3-03DB-B283-5F16-E1E1EA03C8F9}"/>
              </a:ext>
            </a:extLst>
          </p:cNvPr>
          <p:cNvSpPr>
            <a:spLocks noGrp="1"/>
          </p:cNvSpPr>
          <p:nvPr>
            <p:ph type="ftr" sz="quarter" idx="11"/>
          </p:nvPr>
        </p:nvSpPr>
        <p:spPr/>
        <p:txBody>
          <a:bodyPr/>
          <a:lstStyle>
            <a:lvl1pPr>
              <a:defRPr/>
            </a:lvl1pPr>
          </a:lstStyle>
          <a:p>
            <a:pPr>
              <a:defRPr/>
            </a:pPr>
            <a:endParaRPr lang="ko-KR" altLang="en-US"/>
          </a:p>
        </p:txBody>
      </p:sp>
      <p:sp>
        <p:nvSpPr>
          <p:cNvPr id="6" name="슬라이드 번호 개체 틀 5">
            <a:extLst>
              <a:ext uri="{FF2B5EF4-FFF2-40B4-BE49-F238E27FC236}">
                <a16:creationId xmlns:a16="http://schemas.microsoft.com/office/drawing/2014/main" id="{58A50493-47A2-5B80-C65B-8AA0E3921B6D}"/>
              </a:ext>
            </a:extLst>
          </p:cNvPr>
          <p:cNvSpPr>
            <a:spLocks noGrp="1"/>
          </p:cNvSpPr>
          <p:nvPr>
            <p:ph type="sldNum" sz="quarter" idx="12"/>
          </p:nvPr>
        </p:nvSpPr>
        <p:spPr/>
        <p:txBody>
          <a:bodyPr/>
          <a:lstStyle>
            <a:lvl1pPr>
              <a:defRPr/>
            </a:lvl1pPr>
          </a:lstStyle>
          <a:p>
            <a:pPr>
              <a:defRPr/>
            </a:pPr>
            <a:fld id="{9E3CBDE2-0377-4A01-B48D-25DA8013C21D}" type="slidenum">
              <a:rPr lang="ko-KR" altLang="en-US"/>
              <a:pPr>
                <a:defRPr/>
              </a:pPr>
              <a:t>‹#›</a:t>
            </a:fld>
            <a:endParaRPr lang="ko-KR" altLang="en-US"/>
          </a:p>
        </p:txBody>
      </p:sp>
    </p:spTree>
    <p:extLst>
      <p:ext uri="{BB962C8B-B14F-4D97-AF65-F5344CB8AC3E}">
        <p14:creationId xmlns:p14="http://schemas.microsoft.com/office/powerpoint/2010/main" val="767206663"/>
      </p:ext>
    </p:extLst>
  </p:cSld>
  <p:clrMapOvr>
    <a:masterClrMapping/>
  </p:clrMapOvr>
</p:sldLayout>
</file>

<file path=ppt/slideLayouts/slideLayout40.xml><?xml version="1.0" encoding="utf-8"?>
<p:sldLayout xmlns:a="http://schemas.openxmlformats.org/drawingml/2006/main" xmlns:r="http://schemas.openxmlformats.org/officeDocument/2006/relationships" xmlns:p="http://schemas.openxmlformats.org/presentationml/2006/main" preserve="1" userDrawn="1">
  <p:cSld name="Blank">
    <p:spTree>
      <p:nvGrpSpPr>
        <p:cNvPr id="1" name=""/>
        <p:cNvGrpSpPr/>
        <p:nvPr/>
      </p:nvGrpSpPr>
      <p:grpSpPr>
        <a:xfrm>
          <a:off x="0" y="0"/>
          <a:ext cx="0" cy="0"/>
          <a:chOff x="0" y="0"/>
          <a:chExt cx="0" cy="0"/>
        </a:xfrm>
      </p:grpSpPr>
    </p:spTree>
    <p:extLst>
      <p:ext uri="{BB962C8B-B14F-4D97-AF65-F5344CB8AC3E}">
        <p14:creationId xmlns:p14="http://schemas.microsoft.com/office/powerpoint/2010/main" val="3098395136"/>
      </p:ext>
    </p:extLst>
  </p:cSld>
  <p:clrMapOvr>
    <a:masterClrMapping/>
  </p:clrMapOvr>
</p:sldLayout>
</file>

<file path=ppt/slideLayouts/slideLayout41.xml><?xml version="1.0" encoding="utf-8"?>
<p:sldLayout xmlns:a="http://schemas.openxmlformats.org/drawingml/2006/main" xmlns:r="http://schemas.openxmlformats.org/officeDocument/2006/relationships" xmlns:p="http://schemas.openxmlformats.org/presentationml/2006/main" preserve="1" userDrawn="1">
  <p:cSld name="1_Blank">
    <p:spTree>
      <p:nvGrpSpPr>
        <p:cNvPr id="1" name=""/>
        <p:cNvGrpSpPr/>
        <p:nvPr/>
      </p:nvGrpSpPr>
      <p:grpSpPr>
        <a:xfrm>
          <a:off x="0" y="0"/>
          <a:ext cx="0" cy="0"/>
          <a:chOff x="0" y="0"/>
          <a:chExt cx="0" cy="0"/>
        </a:xfrm>
      </p:grpSpPr>
      <p:sp>
        <p:nvSpPr>
          <p:cNvPr id="2" name="직사각형 1">
            <a:extLst>
              <a:ext uri="{FF2B5EF4-FFF2-40B4-BE49-F238E27FC236}">
                <a16:creationId xmlns:a16="http://schemas.microsoft.com/office/drawing/2014/main" id="{A92FC548-1E50-0768-3CCE-2611A0CA49A1}"/>
              </a:ext>
            </a:extLst>
          </p:cNvPr>
          <p:cNvSpPr/>
          <p:nvPr userDrawn="1"/>
        </p:nvSpPr>
        <p:spPr bwMode="auto">
          <a:xfrm>
            <a:off x="3175" y="1773238"/>
            <a:ext cx="9899650" cy="71437"/>
          </a:xfrm>
          <a:prstGeom prst="rect">
            <a:avLst/>
          </a:prstGeom>
          <a:solidFill>
            <a:schemeClr val="bg1">
              <a:lumMod val="8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sp>
        <p:nvSpPr>
          <p:cNvPr id="3" name="직사각형 2">
            <a:extLst>
              <a:ext uri="{FF2B5EF4-FFF2-40B4-BE49-F238E27FC236}">
                <a16:creationId xmlns:a16="http://schemas.microsoft.com/office/drawing/2014/main" id="{F463DAA1-3EE1-A4E0-F0C4-E7BFD2763BB3}"/>
              </a:ext>
            </a:extLst>
          </p:cNvPr>
          <p:cNvSpPr/>
          <p:nvPr userDrawn="1"/>
        </p:nvSpPr>
        <p:spPr bwMode="auto">
          <a:xfrm>
            <a:off x="3175" y="1844675"/>
            <a:ext cx="9899650" cy="144463"/>
          </a:xfrm>
          <a:prstGeom prst="rect">
            <a:avLst/>
          </a:prstGeom>
          <a:solidFill>
            <a:schemeClr val="bg1">
              <a:lumMod val="75000"/>
            </a:schemeClr>
          </a:solidFill>
          <a:ln w="9525" cap="flat" cmpd="sng" algn="ctr">
            <a:noFill/>
            <a:prstDash val="solid"/>
            <a:round/>
            <a:headEnd type="none" w="med" len="med"/>
            <a:tailEnd type="none" w="med" len="med"/>
          </a:ln>
          <a:effectLst/>
        </p:spPr>
        <p:txBody>
          <a:bodyPr/>
          <a:lstStyle/>
          <a:p>
            <a:pPr>
              <a:defRPr/>
            </a:pPr>
            <a:endParaRPr lang="ko-KR" altLang="en-US" dirty="0">
              <a:ea typeface="굴림" panose="020B0600000101010101" pitchFamily="50" charset="-127"/>
              <a:cs typeface="Arial" charset="0"/>
            </a:endParaRPr>
          </a:p>
        </p:txBody>
      </p:sp>
      <p:pic>
        <p:nvPicPr>
          <p:cNvPr id="4" name="그림 3">
            <a:extLst>
              <a:ext uri="{FF2B5EF4-FFF2-40B4-BE49-F238E27FC236}">
                <a16:creationId xmlns:a16="http://schemas.microsoft.com/office/drawing/2014/main" id="{F48D1F64-301E-FF9B-4DFE-8A8824B91D67}"/>
              </a:ext>
            </a:extLst>
          </p:cNvPr>
          <p:cNvPicPr>
            <a:picLocks noChangeAspect="1" noChangeArrowheads="1"/>
          </p:cNvPicPr>
          <p:nvPr userDrawn="1"/>
        </p:nvPicPr>
        <p:blipFill>
          <a:blip r:embed="rId2">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19" name="텍스트 개체 틀 18"/>
          <p:cNvSpPr>
            <a:spLocks noGrp="1"/>
          </p:cNvSpPr>
          <p:nvPr>
            <p:ph type="body" sz="quarter" idx="13"/>
          </p:nvPr>
        </p:nvSpPr>
        <p:spPr>
          <a:xfrm>
            <a:off x="0" y="1052736"/>
            <a:ext cx="9906000" cy="720155"/>
          </a:xfrm>
          <a:prstGeom prst="rect">
            <a:avLst/>
          </a:prstGeom>
        </p:spPr>
        <p:txBody>
          <a:bodyPr anchor="ctr" anchorCtr="0"/>
          <a:lstStyle>
            <a:lvl1pPr algn="ctr">
              <a:buNone/>
              <a:defRPr sz="2800" b="1"/>
            </a:lvl1pPr>
          </a:lstStyle>
          <a:p>
            <a:pPr lvl="0"/>
            <a:endParaRPr lang="ko-KR" altLang="en-US" dirty="0"/>
          </a:p>
        </p:txBody>
      </p:sp>
    </p:spTree>
    <p:extLst>
      <p:ext uri="{BB962C8B-B14F-4D97-AF65-F5344CB8AC3E}">
        <p14:creationId xmlns:p14="http://schemas.microsoft.com/office/powerpoint/2010/main" val="1988499708"/>
      </p:ext>
    </p:extLst>
  </p:cSld>
  <p:clrMapOvr>
    <a:masterClrMapping/>
  </p:clrMapOvr>
</p:sldLayout>
</file>

<file path=ppt/slideLayouts/slideLayout42.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E0CE1F1D-27FF-DC89-31C6-3C8F5171B9A0}"/>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9BC4C3F2-5756-4B4C-ACE5-D527430F9AA7}"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564428936"/>
      </p:ext>
    </p:extLst>
  </p:cSld>
  <p:clrMapOvr>
    <a:masterClrMapping/>
  </p:clrMapOvr>
</p:sldLayout>
</file>

<file path=ppt/slideLayouts/slideLayout43.xml><?xml version="1.0" encoding="utf-8"?>
<p:sldLayout xmlns:a="http://schemas.openxmlformats.org/drawingml/2006/main" xmlns:r="http://schemas.openxmlformats.org/officeDocument/2006/relationships" xmlns:p="http://schemas.openxmlformats.org/presentationml/2006/main" preserve="1" userDrawn="1">
  <p:cSld name="Blank / #">
    <p:spTree>
      <p:nvGrpSpPr>
        <p:cNvPr id="1" name=""/>
        <p:cNvGrpSpPr/>
        <p:nvPr/>
      </p:nvGrpSpPr>
      <p:grpSpPr>
        <a:xfrm>
          <a:off x="0" y="0"/>
          <a:ext cx="0" cy="0"/>
          <a:chOff x="0" y="0"/>
          <a:chExt cx="0" cy="0"/>
        </a:xfrm>
      </p:grpSpPr>
      <p:sp>
        <p:nvSpPr>
          <p:cNvPr id="2" name="Rectangle 6">
            <a:extLst>
              <a:ext uri="{FF2B5EF4-FFF2-40B4-BE49-F238E27FC236}">
                <a16:creationId xmlns:a16="http://schemas.microsoft.com/office/drawing/2014/main" id="{A4D8202D-4215-3AB7-C0C3-E9C85AA1C2D0}"/>
              </a:ext>
            </a:extLst>
          </p:cNvPr>
          <p:cNvSpPr txBox="1">
            <a:spLocks noChangeArrowheads="1"/>
          </p:cNvSpPr>
          <p:nvPr userDrawn="1"/>
        </p:nvSpPr>
        <p:spPr>
          <a:xfrm>
            <a:off x="4449763" y="6524625"/>
            <a:ext cx="1006475" cy="204788"/>
          </a:xfrm>
          <a:prstGeom prst="rect">
            <a:avLst/>
          </a:prstGeom>
          <a:ln/>
        </p:spPr>
        <p:txBody>
          <a:bodyPr anchor="ctr"/>
          <a:lstStyle>
            <a:lvl1pPr>
              <a:defRPr>
                <a:solidFill>
                  <a:schemeClr val="tx1"/>
                </a:solidFill>
                <a:latin typeface="Wingdings 2" panose="05020102010507070707" pitchFamily="18" charset="2"/>
                <a:ea typeface="굴림" panose="020B0600000101010101" pitchFamily="50" charset="-127"/>
              </a:defRPr>
            </a:lvl1pPr>
            <a:lvl2pPr marL="742950" indent="-285750">
              <a:defRPr>
                <a:solidFill>
                  <a:schemeClr val="tx1"/>
                </a:solidFill>
                <a:latin typeface="Wingdings 2" panose="05020102010507070707" pitchFamily="18" charset="2"/>
                <a:ea typeface="굴림" panose="020B0600000101010101" pitchFamily="50" charset="-127"/>
              </a:defRPr>
            </a:lvl2pPr>
            <a:lvl3pPr marL="1143000" indent="-228600">
              <a:defRPr>
                <a:solidFill>
                  <a:schemeClr val="tx1"/>
                </a:solidFill>
                <a:latin typeface="Wingdings 2" panose="05020102010507070707" pitchFamily="18" charset="2"/>
                <a:ea typeface="굴림" panose="020B0600000101010101" pitchFamily="50" charset="-127"/>
              </a:defRPr>
            </a:lvl3pPr>
            <a:lvl4pPr marL="1600200" indent="-228600">
              <a:defRPr>
                <a:solidFill>
                  <a:schemeClr val="tx1"/>
                </a:solidFill>
                <a:latin typeface="Wingdings 2" panose="05020102010507070707" pitchFamily="18" charset="2"/>
                <a:ea typeface="굴림" panose="020B0600000101010101" pitchFamily="50" charset="-127"/>
              </a:defRPr>
            </a:lvl4pPr>
            <a:lvl5pPr marL="2057400" indent="-228600">
              <a:defRPr>
                <a:solidFill>
                  <a:schemeClr val="tx1"/>
                </a:solidFill>
                <a:latin typeface="Wingdings 2" panose="05020102010507070707" pitchFamily="18" charset="2"/>
                <a:ea typeface="굴림" panose="020B0600000101010101" pitchFamily="50"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50" charset="-127"/>
              </a:defRPr>
            </a:lvl9pPr>
          </a:lstStyle>
          <a:p>
            <a:pPr algn="ctr">
              <a:lnSpc>
                <a:spcPct val="110000"/>
              </a:lnSpc>
              <a:spcBef>
                <a:spcPct val="25000"/>
              </a:spcBef>
              <a:buFont typeface="Wingdings" panose="05000000000000000000" pitchFamily="2" charset="2"/>
              <a:buNone/>
              <a:defRPr/>
            </a:pPr>
            <a:fld id="{15B02AE9-68A2-46F5-AFA0-AD0562CB71B6}" type="slidenum">
              <a:rPr lang="ko-KR" altLang="en-US" sz="1000" smtClean="0">
                <a:solidFill>
                  <a:srgbClr val="7F7F7F"/>
                </a:solidFill>
                <a:latin typeface="맑은 고딕" panose="020B0503020000020004" pitchFamily="50" charset="-127"/>
                <a:ea typeface="맑은 고딕" panose="020B0503020000020004" pitchFamily="50" charset="-127"/>
              </a:rPr>
              <a:pPr algn="ctr">
                <a:lnSpc>
                  <a:spcPct val="110000"/>
                </a:lnSpc>
                <a:spcBef>
                  <a:spcPct val="25000"/>
                </a:spcBef>
                <a:buFont typeface="Wingdings" panose="05000000000000000000" pitchFamily="2" charset="2"/>
                <a:buNone/>
                <a:defRPr/>
              </a:pPr>
              <a:t>‹#›</a:t>
            </a:fld>
            <a:endParaRPr lang="en-US" altLang="ko-KR" sz="1000">
              <a:solidFill>
                <a:srgbClr val="7F7F7F"/>
              </a:solidFill>
              <a:latin typeface="맑은 고딕" panose="020B0503020000020004" pitchFamily="50" charset="-127"/>
              <a:ea typeface="맑은 고딕" panose="020B0503020000020004" pitchFamily="50" charset="-127"/>
            </a:endParaRPr>
          </a:p>
        </p:txBody>
      </p:sp>
    </p:spTree>
    <p:extLst>
      <p:ext uri="{BB962C8B-B14F-4D97-AF65-F5344CB8AC3E}">
        <p14:creationId xmlns:p14="http://schemas.microsoft.com/office/powerpoint/2010/main" val="2979606164"/>
      </p:ext>
    </p:extLst>
  </p:cSld>
  <p:clrMapOvr>
    <a:masterClrMapping/>
  </p:clrMapOvr>
</p:sldLayout>
</file>

<file path=ppt/slideMasters/_rels/slideMaster1.xml.rels><?xml version="1.0" encoding="UTF-8" standalone="yes"?>
<Relationships xmlns="http://schemas.openxmlformats.org/package/2006/relationships"><Relationship Id="rId3" Type="http://schemas.openxmlformats.org/officeDocument/2006/relationships/slideLayout" Target="../slideLayouts/slideLayout3.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image" Target="../media/image1.png"/><Relationship Id="rId5" Type="http://schemas.openxmlformats.org/officeDocument/2006/relationships/theme" Target="../theme/theme1.xml"/><Relationship Id="rId4" Type="http://schemas.openxmlformats.org/officeDocument/2006/relationships/slideLayout" Target="../slideLayouts/slideLayout4.xml"/></Relationships>
</file>

<file path=ppt/slideMasters/_rels/slideMaster2.xml.rels><?xml version="1.0" encoding="UTF-8" standalone="yes"?>
<Relationships xmlns="http://schemas.openxmlformats.org/package/2006/relationships"><Relationship Id="rId8" Type="http://schemas.openxmlformats.org/officeDocument/2006/relationships/slideLayout" Target="../slideLayouts/slideLayout12.xml"/><Relationship Id="rId13" Type="http://schemas.openxmlformats.org/officeDocument/2006/relationships/slideLayout" Target="../slideLayouts/slideLayout17.xml"/><Relationship Id="rId3" Type="http://schemas.openxmlformats.org/officeDocument/2006/relationships/slideLayout" Target="../slideLayouts/slideLayout7.xml"/><Relationship Id="rId7" Type="http://schemas.openxmlformats.org/officeDocument/2006/relationships/slideLayout" Target="../slideLayouts/slideLayout11.xml"/><Relationship Id="rId12" Type="http://schemas.openxmlformats.org/officeDocument/2006/relationships/slideLayout" Target="../slideLayouts/slideLayout16.xml"/><Relationship Id="rId2" Type="http://schemas.openxmlformats.org/officeDocument/2006/relationships/slideLayout" Target="../slideLayouts/slideLayout6.xml"/><Relationship Id="rId1" Type="http://schemas.openxmlformats.org/officeDocument/2006/relationships/slideLayout" Target="../slideLayouts/slideLayout5.xml"/><Relationship Id="rId6" Type="http://schemas.openxmlformats.org/officeDocument/2006/relationships/slideLayout" Target="../slideLayouts/slideLayout10.xml"/><Relationship Id="rId11" Type="http://schemas.openxmlformats.org/officeDocument/2006/relationships/slideLayout" Target="../slideLayouts/slideLayout15.xml"/><Relationship Id="rId5" Type="http://schemas.openxmlformats.org/officeDocument/2006/relationships/slideLayout" Target="../slideLayouts/slideLayout9.xml"/><Relationship Id="rId10" Type="http://schemas.openxmlformats.org/officeDocument/2006/relationships/slideLayout" Target="../slideLayouts/slideLayout14.xml"/><Relationship Id="rId4" Type="http://schemas.openxmlformats.org/officeDocument/2006/relationships/slideLayout" Target="../slideLayouts/slideLayout8.xml"/><Relationship Id="rId9" Type="http://schemas.openxmlformats.org/officeDocument/2006/relationships/slideLayout" Target="../slideLayouts/slideLayout13.xml"/><Relationship Id="rId14" Type="http://schemas.openxmlformats.org/officeDocument/2006/relationships/theme" Target="../theme/theme2.xml"/></Relationships>
</file>

<file path=ppt/slideMasters/_rels/slideMaster3.xml.rels><?xml version="1.0" encoding="UTF-8" standalone="yes"?>
<Relationships xmlns="http://schemas.openxmlformats.org/package/2006/relationships"><Relationship Id="rId8" Type="http://schemas.openxmlformats.org/officeDocument/2006/relationships/slideLayout" Target="../slideLayouts/slideLayout25.xml"/><Relationship Id="rId3" Type="http://schemas.openxmlformats.org/officeDocument/2006/relationships/slideLayout" Target="../slideLayouts/slideLayout20.xml"/><Relationship Id="rId7" Type="http://schemas.openxmlformats.org/officeDocument/2006/relationships/slideLayout" Target="../slideLayouts/slideLayout24.xml"/><Relationship Id="rId12" Type="http://schemas.openxmlformats.org/officeDocument/2006/relationships/theme" Target="../theme/theme3.xml"/><Relationship Id="rId2" Type="http://schemas.openxmlformats.org/officeDocument/2006/relationships/slideLayout" Target="../slideLayouts/slideLayout19.xml"/><Relationship Id="rId1" Type="http://schemas.openxmlformats.org/officeDocument/2006/relationships/slideLayout" Target="../slideLayouts/slideLayout18.xml"/><Relationship Id="rId6" Type="http://schemas.openxmlformats.org/officeDocument/2006/relationships/slideLayout" Target="../slideLayouts/slideLayout23.xml"/><Relationship Id="rId11" Type="http://schemas.openxmlformats.org/officeDocument/2006/relationships/slideLayout" Target="../slideLayouts/slideLayout28.xml"/><Relationship Id="rId5" Type="http://schemas.openxmlformats.org/officeDocument/2006/relationships/slideLayout" Target="../slideLayouts/slideLayout22.xml"/><Relationship Id="rId10" Type="http://schemas.openxmlformats.org/officeDocument/2006/relationships/slideLayout" Target="../slideLayouts/slideLayout27.xml"/><Relationship Id="rId4" Type="http://schemas.openxmlformats.org/officeDocument/2006/relationships/slideLayout" Target="../slideLayouts/slideLayout21.xml"/><Relationship Id="rId9" Type="http://schemas.openxmlformats.org/officeDocument/2006/relationships/slideLayout" Target="../slideLayouts/slideLayout26.xml"/></Relationships>
</file>

<file path=ppt/slideMasters/_rels/slideMaster4.xml.rels><?xml version="1.0" encoding="UTF-8" standalone="yes"?>
<Relationships xmlns="http://schemas.openxmlformats.org/package/2006/relationships"><Relationship Id="rId8" Type="http://schemas.openxmlformats.org/officeDocument/2006/relationships/slideLayout" Target="../slideLayouts/slideLayout36.xml"/><Relationship Id="rId3" Type="http://schemas.openxmlformats.org/officeDocument/2006/relationships/slideLayout" Target="../slideLayouts/slideLayout31.xml"/><Relationship Id="rId7" Type="http://schemas.openxmlformats.org/officeDocument/2006/relationships/slideLayout" Target="../slideLayouts/slideLayout35.xml"/><Relationship Id="rId12" Type="http://schemas.openxmlformats.org/officeDocument/2006/relationships/theme" Target="../theme/theme4.xml"/><Relationship Id="rId2" Type="http://schemas.openxmlformats.org/officeDocument/2006/relationships/slideLayout" Target="../slideLayouts/slideLayout30.xml"/><Relationship Id="rId1" Type="http://schemas.openxmlformats.org/officeDocument/2006/relationships/slideLayout" Target="../slideLayouts/slideLayout29.xml"/><Relationship Id="rId6" Type="http://schemas.openxmlformats.org/officeDocument/2006/relationships/slideLayout" Target="../slideLayouts/slideLayout34.xml"/><Relationship Id="rId11" Type="http://schemas.openxmlformats.org/officeDocument/2006/relationships/slideLayout" Target="../slideLayouts/slideLayout39.xml"/><Relationship Id="rId5" Type="http://schemas.openxmlformats.org/officeDocument/2006/relationships/slideLayout" Target="../slideLayouts/slideLayout33.xml"/><Relationship Id="rId10" Type="http://schemas.openxmlformats.org/officeDocument/2006/relationships/slideLayout" Target="../slideLayouts/slideLayout38.xml"/><Relationship Id="rId4" Type="http://schemas.openxmlformats.org/officeDocument/2006/relationships/slideLayout" Target="../slideLayouts/slideLayout32.xml"/><Relationship Id="rId9" Type="http://schemas.openxmlformats.org/officeDocument/2006/relationships/slideLayout" Target="../slideLayouts/slideLayout37.xml"/></Relationships>
</file>

<file path=ppt/slideMasters/_rels/slideMaster5.xml.rels><?xml version="1.0" encoding="UTF-8" standalone="yes"?>
<Relationships xmlns="http://schemas.openxmlformats.org/package/2006/relationships"><Relationship Id="rId3" Type="http://schemas.openxmlformats.org/officeDocument/2006/relationships/slideLayout" Target="../slideLayouts/slideLayout42.xml"/><Relationship Id="rId2" Type="http://schemas.openxmlformats.org/officeDocument/2006/relationships/slideLayout" Target="../slideLayouts/slideLayout41.xml"/><Relationship Id="rId1" Type="http://schemas.openxmlformats.org/officeDocument/2006/relationships/slideLayout" Target="../slideLayouts/slideLayout40.xml"/><Relationship Id="rId4" Type="http://schemas.openxmlformats.org/officeDocument/2006/relationships/theme" Target="../theme/theme5.xml"/></Relationships>
</file>

<file path=ppt/slideMasters/_rels/slideMaster6.xml.rels><?xml version="1.0" encoding="UTF-8" standalone="yes"?>
<Relationships xmlns="http://schemas.openxmlformats.org/package/2006/relationships"><Relationship Id="rId2" Type="http://schemas.openxmlformats.org/officeDocument/2006/relationships/theme" Target="../theme/theme6.xml"/><Relationship Id="rId1" Type="http://schemas.openxmlformats.org/officeDocument/2006/relationships/slideLayout" Target="../slideLayouts/slideLayout43.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pic>
        <p:nvPicPr>
          <p:cNvPr id="1026" name="그림 6">
            <a:extLst>
              <a:ext uri="{FF2B5EF4-FFF2-40B4-BE49-F238E27FC236}">
                <a16:creationId xmlns:a16="http://schemas.microsoft.com/office/drawing/2014/main" id="{9E486120-27D2-00E8-E6BA-95AF85D80CCA}"/>
              </a:ext>
            </a:extLst>
          </p:cNvPr>
          <p:cNvPicPr>
            <a:picLocks noChangeAspect="1" noChangeArrowheads="1"/>
          </p:cNvPicPr>
          <p:nvPr userDrawn="1"/>
        </p:nvPicPr>
        <p:blipFill>
          <a:blip r:embed="rId6">
            <a:extLst>
              <a:ext uri="{28A0092B-C50C-407E-A947-70E740481C1C}">
                <a14:useLocalDpi xmlns:a14="http://schemas.microsoft.com/office/drawing/2010/main" val="0"/>
              </a:ext>
            </a:extLst>
          </a:blip>
          <a:srcRect/>
          <a:stretch>
            <a:fillRect/>
          </a:stretch>
        </p:blipFill>
        <p:spPr bwMode="auto">
          <a:xfrm>
            <a:off x="7977188" y="77788"/>
            <a:ext cx="1889125" cy="4603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pic>
      <p:sp>
        <p:nvSpPr>
          <p:cNvPr id="328709" name="Line 5">
            <a:extLst>
              <a:ext uri="{FF2B5EF4-FFF2-40B4-BE49-F238E27FC236}">
                <a16:creationId xmlns:a16="http://schemas.microsoft.com/office/drawing/2014/main" id="{41C9448D-D5B1-4F68-EAF8-63351D4E3AD1}"/>
              </a:ext>
            </a:extLst>
          </p:cNvPr>
          <p:cNvSpPr>
            <a:spLocks noChangeShapeType="1"/>
          </p:cNvSpPr>
          <p:nvPr userDrawn="1"/>
        </p:nvSpPr>
        <p:spPr bwMode="auto">
          <a:xfrm>
            <a:off x="3175" y="625475"/>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328710" name="Line 6">
            <a:extLst>
              <a:ext uri="{FF2B5EF4-FFF2-40B4-BE49-F238E27FC236}">
                <a16:creationId xmlns:a16="http://schemas.microsoft.com/office/drawing/2014/main" id="{859411AA-6558-55A0-48B4-91D2DBFCEC4B}"/>
              </a:ext>
            </a:extLst>
          </p:cNvPr>
          <p:cNvSpPr>
            <a:spLocks noChangeShapeType="1"/>
          </p:cNvSpPr>
          <p:nvPr userDrawn="1"/>
        </p:nvSpPr>
        <p:spPr bwMode="auto">
          <a:xfrm>
            <a:off x="3175" y="6332538"/>
            <a:ext cx="9899650" cy="0"/>
          </a:xfrm>
          <a:prstGeom prst="line">
            <a:avLst/>
          </a:prstGeom>
          <a:noFill/>
          <a:ln w="9525">
            <a:solidFill>
              <a:schemeClr val="tx1">
                <a:lumMod val="75000"/>
                <a:lumOff val="2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0" name="Line 5">
            <a:extLst>
              <a:ext uri="{FF2B5EF4-FFF2-40B4-BE49-F238E27FC236}">
                <a16:creationId xmlns:a16="http://schemas.microsoft.com/office/drawing/2014/main" id="{C6349444-2F6E-B290-38D4-7B610219BEDF}"/>
              </a:ext>
            </a:extLst>
          </p:cNvPr>
          <p:cNvSpPr>
            <a:spLocks noChangeShapeType="1"/>
          </p:cNvSpPr>
          <p:nvPr userDrawn="1"/>
        </p:nvSpPr>
        <p:spPr bwMode="auto">
          <a:xfrm>
            <a:off x="3175" y="612775"/>
            <a:ext cx="9899650"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
        <p:nvSpPr>
          <p:cNvPr id="11" name="Line 6">
            <a:extLst>
              <a:ext uri="{FF2B5EF4-FFF2-40B4-BE49-F238E27FC236}">
                <a16:creationId xmlns:a16="http://schemas.microsoft.com/office/drawing/2014/main" id="{03840FBB-1B00-9220-E940-234F2378B221}"/>
              </a:ext>
            </a:extLst>
          </p:cNvPr>
          <p:cNvSpPr>
            <a:spLocks noChangeShapeType="1"/>
          </p:cNvSpPr>
          <p:nvPr userDrawn="1"/>
        </p:nvSpPr>
        <p:spPr bwMode="auto">
          <a:xfrm>
            <a:off x="1588" y="6343650"/>
            <a:ext cx="9901237" cy="0"/>
          </a:xfrm>
          <a:prstGeom prst="line">
            <a:avLst/>
          </a:prstGeom>
          <a:noFill/>
          <a:ln w="9525">
            <a:solidFill>
              <a:schemeClr val="bg1">
                <a:lumMod val="75000"/>
              </a:schemeClr>
            </a:solidFill>
            <a:round/>
            <a:headEnd/>
            <a:tailEnd/>
          </a:ln>
          <a:effectLst/>
        </p:spPr>
        <p:txBody>
          <a:bodyPr/>
          <a:lstStyle/>
          <a:p>
            <a:pPr>
              <a:defRPr/>
            </a:pPr>
            <a:endParaRPr lang="ko-KR" altLang="en-US" dirty="0">
              <a:ea typeface="굴림" panose="020B0600000101010101" pitchFamily="50" charset="-127"/>
              <a:cs typeface="Arial" charset="0"/>
            </a:endParaRPr>
          </a:p>
        </p:txBody>
      </p:sp>
    </p:spTree>
  </p:cSld>
  <p:clrMap bg1="lt1" tx1="dk1" bg2="lt2" tx2="dk2" accent1="accent1" accent2="accent2" accent3="accent3" accent4="accent4" accent5="accent5" accent6="accent6" hlink="hlink" folHlink="folHlink"/>
  <p:sldLayoutIdLst>
    <p:sldLayoutId id="2147486406" r:id="rId1"/>
    <p:sldLayoutId id="2147486407" r:id="rId2"/>
    <p:sldLayoutId id="2147486408" r:id="rId3"/>
    <p:sldLayoutId id="2147486409" r:id="rId4"/>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2050" name="제목 개체 틀 1">
            <a:extLst>
              <a:ext uri="{FF2B5EF4-FFF2-40B4-BE49-F238E27FC236}">
                <a16:creationId xmlns:a16="http://schemas.microsoft.com/office/drawing/2014/main" id="{1C6CF322-82AF-C4C4-DD02-A5F941319008}"/>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2051" name="텍스트 개체 틀 2">
            <a:extLst>
              <a:ext uri="{FF2B5EF4-FFF2-40B4-BE49-F238E27FC236}">
                <a16:creationId xmlns:a16="http://schemas.microsoft.com/office/drawing/2014/main" id="{B33C485B-B42A-C2C4-861F-2B16D1BADAF7}"/>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B7290590-D0C1-47E8-516E-C25B5F6AADB1}"/>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FC58B20D-0539-48F2-9475-8BF8EE661CC8}"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6AC7B197-2CE1-6EE1-0F82-1C64263EB6E1}"/>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85E0C5C1-B082-83F5-B369-2C06A4DC32F1}"/>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6833B1D1-1528-42DE-BF1B-1FACDB51C918}"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70" r:id="rId1"/>
    <p:sldLayoutId id="2147486371" r:id="rId2"/>
    <p:sldLayoutId id="2147486372" r:id="rId3"/>
    <p:sldLayoutId id="2147486373" r:id="rId4"/>
    <p:sldLayoutId id="2147486374" r:id="rId5"/>
    <p:sldLayoutId id="2147486375" r:id="rId6"/>
    <p:sldLayoutId id="2147486376" r:id="rId7"/>
    <p:sldLayoutId id="2147486377" r:id="rId8"/>
    <p:sldLayoutId id="2147486378" r:id="rId9"/>
    <p:sldLayoutId id="2147486379" r:id="rId10"/>
    <p:sldLayoutId id="2147486380" r:id="rId11"/>
    <p:sldLayoutId id="2147486381" r:id="rId12"/>
    <p:sldLayoutId id="2147486382" r:id="rId13"/>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3.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3074" name="제목 개체 틀 1">
            <a:extLst>
              <a:ext uri="{FF2B5EF4-FFF2-40B4-BE49-F238E27FC236}">
                <a16:creationId xmlns:a16="http://schemas.microsoft.com/office/drawing/2014/main" id="{F75ED08B-AF57-FBEE-AA96-FDC38BB0ABF2}"/>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3075" name="텍스트 개체 틀 2">
            <a:extLst>
              <a:ext uri="{FF2B5EF4-FFF2-40B4-BE49-F238E27FC236}">
                <a16:creationId xmlns:a16="http://schemas.microsoft.com/office/drawing/2014/main" id="{01CCE968-AA6D-15DD-40CE-930D05ECB7AD}"/>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D1324C36-35C7-559A-B492-0FDA86D6B62F}"/>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E35D567A-E9A5-4ED6-85C1-98F59CD7C4F4}"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46952D37-84DB-D52C-D00A-8981451374E1}"/>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169A072D-EE5B-D9C8-0C10-A2920A5B3620}"/>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720A1243-2FAB-4219-8C1D-934F6C8339F4}"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83" r:id="rId1"/>
    <p:sldLayoutId id="2147486384" r:id="rId2"/>
    <p:sldLayoutId id="2147486385" r:id="rId3"/>
    <p:sldLayoutId id="2147486386" r:id="rId4"/>
    <p:sldLayoutId id="2147486387" r:id="rId5"/>
    <p:sldLayoutId id="2147486388" r:id="rId6"/>
    <p:sldLayoutId id="2147486389" r:id="rId7"/>
    <p:sldLayoutId id="2147486390" r:id="rId8"/>
    <p:sldLayoutId id="2147486391" r:id="rId9"/>
    <p:sldLayoutId id="2147486392" r:id="rId10"/>
    <p:sldLayoutId id="2147486393"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4.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
        <p:nvSpPr>
          <p:cNvPr id="4098" name="제목 개체 틀 1">
            <a:extLst>
              <a:ext uri="{FF2B5EF4-FFF2-40B4-BE49-F238E27FC236}">
                <a16:creationId xmlns:a16="http://schemas.microsoft.com/office/drawing/2014/main" id="{C00A7620-9C7A-83E1-2CA2-1696C45D2EFB}"/>
              </a:ext>
            </a:extLst>
          </p:cNvPr>
          <p:cNvSpPr>
            <a:spLocks noGrp="1"/>
          </p:cNvSpPr>
          <p:nvPr>
            <p:ph type="title"/>
          </p:nvPr>
        </p:nvSpPr>
        <p:spPr bwMode="auto">
          <a:xfrm>
            <a:off x="681038" y="365125"/>
            <a:ext cx="8543925" cy="1325563"/>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ctr" anchorCtr="0" compatLnSpc="1">
            <a:prstTxWarp prst="textNoShape">
              <a:avLst/>
            </a:prstTxWarp>
          </a:bodyPr>
          <a:lstStyle/>
          <a:p>
            <a:pPr lvl="0"/>
            <a:r>
              <a:rPr lang="ko-KR" altLang="en-US"/>
              <a:t>마스터 제목 스타일 편집</a:t>
            </a:r>
          </a:p>
        </p:txBody>
      </p:sp>
      <p:sp>
        <p:nvSpPr>
          <p:cNvPr id="4099" name="텍스트 개체 틀 2">
            <a:extLst>
              <a:ext uri="{FF2B5EF4-FFF2-40B4-BE49-F238E27FC236}">
                <a16:creationId xmlns:a16="http://schemas.microsoft.com/office/drawing/2014/main" id="{97BBAAC1-CF15-A5A6-384A-DC7C5F44EEB3}"/>
              </a:ext>
            </a:extLst>
          </p:cNvPr>
          <p:cNvSpPr>
            <a:spLocks noGrp="1"/>
          </p:cNvSpPr>
          <p:nvPr>
            <p:ph type="body" idx="1"/>
          </p:nvPr>
        </p:nvSpPr>
        <p:spPr bwMode="auto">
          <a:xfrm>
            <a:off x="681038" y="1825625"/>
            <a:ext cx="8543925" cy="4351338"/>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anchor="t" anchorCtr="0" compatLnSpc="1">
            <a:prstTxWarp prst="textNoShape">
              <a:avLst/>
            </a:prstTxWarp>
          </a:bodyPr>
          <a:lstStyle/>
          <a:p>
            <a:pPr lvl="0"/>
            <a:r>
              <a:rPr lang="ko-KR" altLang="en-US"/>
              <a:t>마스터 텍스트 스타일을 편집합니다</a:t>
            </a:r>
          </a:p>
          <a:p>
            <a:pPr lvl="1"/>
            <a:r>
              <a:rPr lang="ko-KR" altLang="en-US"/>
              <a:t>둘째 수준</a:t>
            </a:r>
          </a:p>
          <a:p>
            <a:pPr lvl="2"/>
            <a:r>
              <a:rPr lang="ko-KR" altLang="en-US"/>
              <a:t>셋째 수준</a:t>
            </a:r>
          </a:p>
          <a:p>
            <a:pPr lvl="3"/>
            <a:r>
              <a:rPr lang="ko-KR" altLang="en-US"/>
              <a:t>넷째 수준</a:t>
            </a:r>
          </a:p>
          <a:p>
            <a:pPr lvl="4"/>
            <a:r>
              <a:rPr lang="ko-KR" altLang="en-US"/>
              <a:t>다섯째 수준</a:t>
            </a:r>
          </a:p>
        </p:txBody>
      </p:sp>
      <p:sp>
        <p:nvSpPr>
          <p:cNvPr id="4" name="날짜 개체 틀 3">
            <a:extLst>
              <a:ext uri="{FF2B5EF4-FFF2-40B4-BE49-F238E27FC236}">
                <a16:creationId xmlns:a16="http://schemas.microsoft.com/office/drawing/2014/main" id="{D6DF0613-F8D5-713B-2E16-53B0B4A11AF9}"/>
              </a:ext>
            </a:extLst>
          </p:cNvPr>
          <p:cNvSpPr>
            <a:spLocks noGrp="1"/>
          </p:cNvSpPr>
          <p:nvPr>
            <p:ph type="dt" sz="half" idx="2"/>
          </p:nvPr>
        </p:nvSpPr>
        <p:spPr>
          <a:xfrm>
            <a:off x="681038" y="6356350"/>
            <a:ext cx="2228850" cy="365125"/>
          </a:xfrm>
          <a:prstGeom prst="rect">
            <a:avLst/>
          </a:prstGeom>
        </p:spPr>
        <p:txBody>
          <a:bodyPr vert="horz" lIns="91440" tIns="45720" rIns="91440" bIns="45720" rtlCol="0" anchor="ctr"/>
          <a:lstStyle>
            <a:lvl1pPr algn="l">
              <a:defRPr sz="1200">
                <a:solidFill>
                  <a:schemeClr val="tx1">
                    <a:tint val="75000"/>
                  </a:schemeClr>
                </a:solidFill>
                <a:ea typeface="굴림" panose="020B0600000101010101" pitchFamily="50" charset="-127"/>
              </a:defRPr>
            </a:lvl1pPr>
          </a:lstStyle>
          <a:p>
            <a:pPr>
              <a:defRPr/>
            </a:pPr>
            <a:fld id="{969AE672-0C7D-4737-9CD4-155310320EC0}" type="datetimeFigureOut">
              <a:rPr lang="ko-KR" altLang="en-US"/>
              <a:pPr>
                <a:defRPr/>
              </a:pPr>
              <a:t>2026-10-10</a:t>
            </a:fld>
            <a:endParaRPr lang="ko-KR" altLang="en-US" dirty="0"/>
          </a:p>
        </p:txBody>
      </p:sp>
      <p:sp>
        <p:nvSpPr>
          <p:cNvPr id="5" name="바닥글 개체 틀 4">
            <a:extLst>
              <a:ext uri="{FF2B5EF4-FFF2-40B4-BE49-F238E27FC236}">
                <a16:creationId xmlns:a16="http://schemas.microsoft.com/office/drawing/2014/main" id="{197478BA-8260-3B7E-83F6-B9DDF3E1323D}"/>
              </a:ext>
            </a:extLst>
          </p:cNvPr>
          <p:cNvSpPr>
            <a:spLocks noGrp="1"/>
          </p:cNvSpPr>
          <p:nvPr>
            <p:ph type="ftr" sz="quarter" idx="3"/>
          </p:nvPr>
        </p:nvSpPr>
        <p:spPr>
          <a:xfrm>
            <a:off x="3281363" y="6356350"/>
            <a:ext cx="3343275" cy="365125"/>
          </a:xfrm>
          <a:prstGeom prst="rect">
            <a:avLst/>
          </a:prstGeom>
        </p:spPr>
        <p:txBody>
          <a:bodyPr vert="horz" lIns="91440" tIns="45720" rIns="91440" bIns="45720" rtlCol="0" anchor="ctr"/>
          <a:lstStyle>
            <a:lvl1pPr algn="ctr">
              <a:defRPr sz="1200">
                <a:solidFill>
                  <a:schemeClr val="tx1">
                    <a:tint val="75000"/>
                  </a:schemeClr>
                </a:solidFill>
                <a:ea typeface="굴림" panose="020B0600000101010101" pitchFamily="50" charset="-127"/>
              </a:defRPr>
            </a:lvl1pPr>
          </a:lstStyle>
          <a:p>
            <a:pPr>
              <a:defRPr/>
            </a:pPr>
            <a:endParaRPr lang="ko-KR" altLang="en-US"/>
          </a:p>
        </p:txBody>
      </p:sp>
      <p:sp>
        <p:nvSpPr>
          <p:cNvPr id="6" name="슬라이드 번호 개체 틀 5">
            <a:extLst>
              <a:ext uri="{FF2B5EF4-FFF2-40B4-BE49-F238E27FC236}">
                <a16:creationId xmlns:a16="http://schemas.microsoft.com/office/drawing/2014/main" id="{188200E7-1335-1CA6-1757-70B6E4165C75}"/>
              </a:ext>
            </a:extLst>
          </p:cNvPr>
          <p:cNvSpPr>
            <a:spLocks noGrp="1"/>
          </p:cNvSpPr>
          <p:nvPr>
            <p:ph type="sldNum" sz="quarter" idx="4"/>
          </p:nvPr>
        </p:nvSpPr>
        <p:spPr>
          <a:xfrm>
            <a:off x="6996113" y="6356350"/>
            <a:ext cx="2228850" cy="365125"/>
          </a:xfrm>
          <a:prstGeom prst="rect">
            <a:avLst/>
          </a:prstGeom>
        </p:spPr>
        <p:txBody>
          <a:bodyPr vert="horz" wrap="square" lIns="91440" tIns="45720" rIns="91440" bIns="45720" numCol="1" anchor="ctr" anchorCtr="0" compatLnSpc="1">
            <a:prstTxWarp prst="textNoShape">
              <a:avLst/>
            </a:prstTxWarp>
          </a:bodyPr>
          <a:lstStyle>
            <a:lvl1pPr algn="r">
              <a:defRPr sz="1200">
                <a:solidFill>
                  <a:srgbClr val="898989"/>
                </a:solidFill>
                <a:ea typeface="굴림" panose="020B0600000101010101" pitchFamily="50" charset="-127"/>
              </a:defRPr>
            </a:lvl1pPr>
          </a:lstStyle>
          <a:p>
            <a:pPr>
              <a:defRPr/>
            </a:pPr>
            <a:fld id="{03897B5E-C194-4395-A012-A3FF041B3F2E}" type="slidenum">
              <a:rPr lang="ko-KR" altLang="en-US"/>
              <a:pPr>
                <a:defRPr/>
              </a:pPr>
              <a:t>‹#›</a:t>
            </a:fld>
            <a:endParaRPr lang="ko-KR" altLang="en-US"/>
          </a:p>
        </p:txBody>
      </p:sp>
    </p:spTree>
  </p:cSld>
  <p:clrMap bg1="lt1" tx1="dk1" bg2="lt2" tx2="dk2" accent1="accent1" accent2="accent2" accent3="accent3" accent4="accent4" accent5="accent5" accent6="accent6" hlink="hlink" folHlink="folHlink"/>
  <p:sldLayoutIdLst>
    <p:sldLayoutId id="2147486394" r:id="rId1"/>
    <p:sldLayoutId id="2147486395" r:id="rId2"/>
    <p:sldLayoutId id="2147486396" r:id="rId3"/>
    <p:sldLayoutId id="2147486397" r:id="rId4"/>
    <p:sldLayoutId id="2147486398" r:id="rId5"/>
    <p:sldLayoutId id="2147486399" r:id="rId6"/>
    <p:sldLayoutId id="2147486400" r:id="rId7"/>
    <p:sldLayoutId id="2147486401" r:id="rId8"/>
    <p:sldLayoutId id="2147486402" r:id="rId9"/>
    <p:sldLayoutId id="2147486403" r:id="rId10"/>
    <p:sldLayoutId id="2147486404" r:id="rId11"/>
  </p:sldLayoutIdLst>
  <p:txStyles>
    <p:titleStyle>
      <a:lvl1pPr algn="l" rtl="0" eaLnBrk="0" fontAlgn="base" latinLnBrk="1" hangingPunct="0">
        <a:lnSpc>
          <a:spcPct val="90000"/>
        </a:lnSpc>
        <a:spcBef>
          <a:spcPct val="0"/>
        </a:spcBef>
        <a:spcAft>
          <a:spcPct val="0"/>
        </a:spcAft>
        <a:defRPr sz="4400" kern="1200">
          <a:solidFill>
            <a:schemeClr val="tx1"/>
          </a:solidFill>
          <a:latin typeface="+mj-lt"/>
          <a:ea typeface="+mj-ea"/>
          <a:cs typeface="+mj-cs"/>
        </a:defRPr>
      </a:lvl1pPr>
      <a:lvl2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2pPr>
      <a:lvl3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3pPr>
      <a:lvl4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4pPr>
      <a:lvl5pPr algn="l" rtl="0" eaLnBrk="0" fontAlgn="base" latinLnBrk="1" hangingPunct="0">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5pPr>
      <a:lvl6pPr marL="4572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6pPr>
      <a:lvl7pPr marL="9144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7pPr>
      <a:lvl8pPr marL="13716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8pPr>
      <a:lvl9pPr marL="1828800" algn="l" rtl="0" fontAlgn="base" latinLnBrk="1">
        <a:lnSpc>
          <a:spcPct val="90000"/>
        </a:lnSpc>
        <a:spcBef>
          <a:spcPct val="0"/>
        </a:spcBef>
        <a:spcAft>
          <a:spcPct val="0"/>
        </a:spcAft>
        <a:defRPr sz="4400">
          <a:solidFill>
            <a:schemeClr val="tx1"/>
          </a:solidFill>
          <a:latin typeface="맑은 고딕" panose="020B0503020000020004" pitchFamily="50" charset="-127"/>
          <a:ea typeface="맑은 고딕" panose="020B0503020000020004" pitchFamily="50" charset="-127"/>
        </a:defRPr>
      </a:lvl9pPr>
    </p:titleStyle>
    <p:bodyStyle>
      <a:lvl1pPr marL="228600" indent="-228600" algn="l" rtl="0" eaLnBrk="0" fontAlgn="base" latinLnBrk="1" hangingPunct="0">
        <a:lnSpc>
          <a:spcPct val="90000"/>
        </a:lnSpc>
        <a:spcBef>
          <a:spcPts val="1000"/>
        </a:spcBef>
        <a:spcAft>
          <a:spcPct val="0"/>
        </a:spcAft>
        <a:buFont typeface="Arial" panose="020B0604020202020204" pitchFamily="34" charset="0"/>
        <a:buChar char="•"/>
        <a:defRPr sz="2800" kern="1200">
          <a:solidFill>
            <a:schemeClr val="tx1"/>
          </a:solidFill>
          <a:latin typeface="+mn-lt"/>
          <a:ea typeface="+mn-ea"/>
          <a:cs typeface="+mn-cs"/>
        </a:defRPr>
      </a:lvl1pPr>
      <a:lvl2pPr marL="685800" indent="-228600" algn="l" rtl="0" eaLnBrk="0" fontAlgn="base" latinLnBrk="1" hangingPunct="0">
        <a:lnSpc>
          <a:spcPct val="90000"/>
        </a:lnSpc>
        <a:spcBef>
          <a:spcPts val="500"/>
        </a:spcBef>
        <a:spcAft>
          <a:spcPct val="0"/>
        </a:spcAft>
        <a:buFont typeface="Arial" panose="020B0604020202020204" pitchFamily="34" charset="0"/>
        <a:buChar char="•"/>
        <a:defRPr sz="2400" kern="1200">
          <a:solidFill>
            <a:schemeClr val="tx1"/>
          </a:solidFill>
          <a:latin typeface="+mn-lt"/>
          <a:ea typeface="+mn-ea"/>
          <a:cs typeface="+mn-cs"/>
        </a:defRPr>
      </a:lvl2pPr>
      <a:lvl3pPr marL="1143000" indent="-228600" algn="l" rtl="0" eaLnBrk="0" fontAlgn="base" latinLnBrk="1" hangingPunct="0">
        <a:lnSpc>
          <a:spcPct val="90000"/>
        </a:lnSpc>
        <a:spcBef>
          <a:spcPts val="500"/>
        </a:spcBef>
        <a:spcAft>
          <a:spcPct val="0"/>
        </a:spcAft>
        <a:buFont typeface="Arial" panose="020B0604020202020204" pitchFamily="34" charset="0"/>
        <a:buChar char="•"/>
        <a:defRPr sz="2000" kern="1200">
          <a:solidFill>
            <a:schemeClr val="tx1"/>
          </a:solidFill>
          <a:latin typeface="+mn-lt"/>
          <a:ea typeface="+mn-ea"/>
          <a:cs typeface="+mn-cs"/>
        </a:defRPr>
      </a:lvl3pPr>
      <a:lvl4pPr marL="16002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4pPr>
      <a:lvl5pPr marL="2057400" indent="-228600" algn="l" rtl="0" eaLnBrk="0" fontAlgn="base" latinLnBrk="1" hangingPunct="0">
        <a:lnSpc>
          <a:spcPct val="90000"/>
        </a:lnSpc>
        <a:spcBef>
          <a:spcPts val="500"/>
        </a:spcBef>
        <a:spcAft>
          <a:spcPct val="0"/>
        </a:spcAft>
        <a:buFont typeface="Arial" panose="020B0604020202020204" pitchFamily="34" charset="0"/>
        <a:buChar char="•"/>
        <a:defRPr kern="1200">
          <a:solidFill>
            <a:schemeClr val="tx1"/>
          </a:solidFill>
          <a:latin typeface="+mn-lt"/>
          <a:ea typeface="+mn-ea"/>
          <a:cs typeface="+mn-cs"/>
        </a:defRPr>
      </a:lvl5pPr>
      <a:lvl6pPr marL="25146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1"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5.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05" r:id="rId1"/>
    <p:sldLayoutId id="2147486410" r:id="rId2"/>
    <p:sldLayoutId id="2147486411" r:id="rId3"/>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Masters/slideMaster6.xml><?xml version="1.0" encoding="utf-8"?>
<p:sldMaster xmlns:a="http://schemas.openxmlformats.org/drawingml/2006/main" xmlns:r="http://schemas.openxmlformats.org/officeDocument/2006/relationships" xmlns:p="http://schemas.openxmlformats.org/presentationml/2006/main" preserve="1">
  <p:cSld>
    <p:bg>
      <p:bgPr>
        <a:solidFill>
          <a:schemeClr val="bg1"/>
        </a:solidFill>
        <a:effectLst/>
      </p:bgPr>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6412" r:id="rId1"/>
  </p:sldLayoutIdLst>
  <p:hf hdr="0" ftr="0" dt="0"/>
  <p:txStyles>
    <p:titleStyle>
      <a:lvl1pPr algn="ctr" rtl="0" eaLnBrk="0" fontAlgn="base" latinLnBrk="1" hangingPunct="0">
        <a:spcBef>
          <a:spcPct val="0"/>
        </a:spcBef>
        <a:spcAft>
          <a:spcPct val="0"/>
        </a:spcAft>
        <a:defRPr kumimoji="1" sz="4400">
          <a:solidFill>
            <a:schemeClr val="tx2"/>
          </a:solidFill>
          <a:latin typeface="+mj-lt"/>
          <a:ea typeface="+mj-ea"/>
          <a:cs typeface="+mj-cs"/>
        </a:defRPr>
      </a:lvl1pPr>
      <a:lvl2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2pPr>
      <a:lvl3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3pPr>
      <a:lvl4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4pPr>
      <a:lvl5pPr algn="ctr" rtl="0" eaLnBrk="0" fontAlgn="base" latinLnBrk="1" hangingPunct="0">
        <a:spcBef>
          <a:spcPct val="0"/>
        </a:spcBef>
        <a:spcAft>
          <a:spcPct val="0"/>
        </a:spcAft>
        <a:defRPr kumimoji="1" sz="4400">
          <a:solidFill>
            <a:schemeClr val="tx2"/>
          </a:solidFill>
          <a:latin typeface="굴림" pitchFamily="50" charset="-127"/>
          <a:ea typeface="굴림" pitchFamily="50" charset="-127"/>
        </a:defRPr>
      </a:lvl5pPr>
      <a:lvl6pPr marL="457200" algn="ctr" rtl="0" fontAlgn="base" latinLnBrk="1">
        <a:spcBef>
          <a:spcPct val="0"/>
        </a:spcBef>
        <a:spcAft>
          <a:spcPct val="0"/>
        </a:spcAft>
        <a:defRPr kumimoji="1" sz="4400">
          <a:solidFill>
            <a:schemeClr val="tx2"/>
          </a:solidFill>
          <a:latin typeface="굴림" pitchFamily="50" charset="-127"/>
          <a:ea typeface="굴림" pitchFamily="50" charset="-127"/>
        </a:defRPr>
      </a:lvl6pPr>
      <a:lvl7pPr marL="914400" algn="ctr" rtl="0" fontAlgn="base" latinLnBrk="1">
        <a:spcBef>
          <a:spcPct val="0"/>
        </a:spcBef>
        <a:spcAft>
          <a:spcPct val="0"/>
        </a:spcAft>
        <a:defRPr kumimoji="1" sz="4400">
          <a:solidFill>
            <a:schemeClr val="tx2"/>
          </a:solidFill>
          <a:latin typeface="굴림" pitchFamily="50" charset="-127"/>
          <a:ea typeface="굴림" pitchFamily="50" charset="-127"/>
        </a:defRPr>
      </a:lvl7pPr>
      <a:lvl8pPr marL="1371600" algn="ctr" rtl="0" fontAlgn="base" latinLnBrk="1">
        <a:spcBef>
          <a:spcPct val="0"/>
        </a:spcBef>
        <a:spcAft>
          <a:spcPct val="0"/>
        </a:spcAft>
        <a:defRPr kumimoji="1" sz="4400">
          <a:solidFill>
            <a:schemeClr val="tx2"/>
          </a:solidFill>
          <a:latin typeface="굴림" pitchFamily="50" charset="-127"/>
          <a:ea typeface="굴림" pitchFamily="50" charset="-127"/>
        </a:defRPr>
      </a:lvl8pPr>
      <a:lvl9pPr marL="1828800" algn="ctr" rtl="0" fontAlgn="base" latinLnBrk="1">
        <a:spcBef>
          <a:spcPct val="0"/>
        </a:spcBef>
        <a:spcAft>
          <a:spcPct val="0"/>
        </a:spcAft>
        <a:defRPr kumimoji="1" sz="4400">
          <a:solidFill>
            <a:schemeClr val="tx2"/>
          </a:solidFill>
          <a:latin typeface="굴림" pitchFamily="50" charset="-127"/>
          <a:ea typeface="굴림" pitchFamily="50" charset="-127"/>
        </a:defRPr>
      </a:lvl9pPr>
    </p:titleStyle>
    <p:bodyStyle>
      <a:lvl1pPr marL="342900" indent="-342900" algn="l" rtl="0" eaLnBrk="0" fontAlgn="base" latinLnBrk="1" hangingPunct="0">
        <a:spcBef>
          <a:spcPct val="20000"/>
        </a:spcBef>
        <a:spcAft>
          <a:spcPct val="0"/>
        </a:spcAft>
        <a:buChar char="•"/>
        <a:defRPr kumimoji="1" sz="3200">
          <a:solidFill>
            <a:schemeClr val="tx1"/>
          </a:solidFill>
          <a:latin typeface="+mn-lt"/>
          <a:ea typeface="+mn-ea"/>
          <a:cs typeface="+mn-cs"/>
        </a:defRPr>
      </a:lvl1pPr>
      <a:lvl2pPr marL="742950" indent="-285750" algn="l" rtl="0" eaLnBrk="0" fontAlgn="base" latinLnBrk="1" hangingPunct="0">
        <a:spcBef>
          <a:spcPct val="20000"/>
        </a:spcBef>
        <a:spcAft>
          <a:spcPct val="0"/>
        </a:spcAft>
        <a:buChar char="–"/>
        <a:defRPr kumimoji="1" sz="2800">
          <a:solidFill>
            <a:schemeClr val="tx1"/>
          </a:solidFill>
          <a:latin typeface="+mn-lt"/>
          <a:ea typeface="+mn-ea"/>
        </a:defRPr>
      </a:lvl2pPr>
      <a:lvl3pPr marL="1143000" indent="-228600" algn="l" rtl="0" eaLnBrk="0" fontAlgn="base" latinLnBrk="1" hangingPunct="0">
        <a:spcBef>
          <a:spcPct val="20000"/>
        </a:spcBef>
        <a:spcAft>
          <a:spcPct val="0"/>
        </a:spcAft>
        <a:buChar char="•"/>
        <a:defRPr kumimoji="1" sz="2400">
          <a:solidFill>
            <a:schemeClr val="tx1"/>
          </a:solidFill>
          <a:latin typeface="+mn-lt"/>
          <a:ea typeface="+mn-ea"/>
        </a:defRPr>
      </a:lvl3pPr>
      <a:lvl4pPr marL="1600200" indent="-228600" algn="l" rtl="0" eaLnBrk="0" fontAlgn="base" latinLnBrk="1" hangingPunct="0">
        <a:spcBef>
          <a:spcPct val="20000"/>
        </a:spcBef>
        <a:spcAft>
          <a:spcPct val="0"/>
        </a:spcAft>
        <a:buChar char="–"/>
        <a:defRPr kumimoji="1" sz="2000">
          <a:solidFill>
            <a:schemeClr val="tx1"/>
          </a:solidFill>
          <a:latin typeface="+mn-lt"/>
          <a:ea typeface="+mn-ea"/>
        </a:defRPr>
      </a:lvl4pPr>
      <a:lvl5pPr marL="2057400" indent="-228600" algn="l" rtl="0" eaLnBrk="0" fontAlgn="base" latinLnBrk="1" hangingPunct="0">
        <a:spcBef>
          <a:spcPct val="20000"/>
        </a:spcBef>
        <a:spcAft>
          <a:spcPct val="0"/>
        </a:spcAft>
        <a:buChar char="»"/>
        <a:defRPr kumimoji="1" sz="2000">
          <a:solidFill>
            <a:schemeClr val="tx1"/>
          </a:solidFill>
          <a:latin typeface="+mn-lt"/>
          <a:ea typeface="+mn-ea"/>
        </a:defRPr>
      </a:lvl5pPr>
      <a:lvl6pPr marL="2514600" indent="-228600" algn="l" rtl="0" fontAlgn="base" latinLnBrk="1">
        <a:spcBef>
          <a:spcPct val="20000"/>
        </a:spcBef>
        <a:spcAft>
          <a:spcPct val="0"/>
        </a:spcAft>
        <a:buChar char="»"/>
        <a:defRPr kumimoji="1" sz="2000">
          <a:solidFill>
            <a:schemeClr val="tx1"/>
          </a:solidFill>
          <a:latin typeface="+mn-lt"/>
          <a:ea typeface="+mn-ea"/>
        </a:defRPr>
      </a:lvl6pPr>
      <a:lvl7pPr marL="2971800" indent="-228600" algn="l" rtl="0" fontAlgn="base" latinLnBrk="1">
        <a:spcBef>
          <a:spcPct val="20000"/>
        </a:spcBef>
        <a:spcAft>
          <a:spcPct val="0"/>
        </a:spcAft>
        <a:buChar char="»"/>
        <a:defRPr kumimoji="1" sz="2000">
          <a:solidFill>
            <a:schemeClr val="tx1"/>
          </a:solidFill>
          <a:latin typeface="+mn-lt"/>
          <a:ea typeface="+mn-ea"/>
        </a:defRPr>
      </a:lvl7pPr>
      <a:lvl8pPr marL="3429000" indent="-228600" algn="l" rtl="0" fontAlgn="base" latinLnBrk="1">
        <a:spcBef>
          <a:spcPct val="20000"/>
        </a:spcBef>
        <a:spcAft>
          <a:spcPct val="0"/>
        </a:spcAft>
        <a:buChar char="»"/>
        <a:defRPr kumimoji="1" sz="2000">
          <a:solidFill>
            <a:schemeClr val="tx1"/>
          </a:solidFill>
          <a:latin typeface="+mn-lt"/>
          <a:ea typeface="+mn-ea"/>
        </a:defRPr>
      </a:lvl8pPr>
      <a:lvl9pPr marL="3886200" indent="-228600" algn="l" rtl="0" fontAlgn="base" latinLnBrk="1">
        <a:spcBef>
          <a:spcPct val="20000"/>
        </a:spcBef>
        <a:spcAft>
          <a:spcPct val="0"/>
        </a:spcAft>
        <a:buChar char="»"/>
        <a:defRPr kumimoji="1" sz="2000">
          <a:solidFill>
            <a:schemeClr val="tx1"/>
          </a:solidFill>
          <a:latin typeface="+mn-lt"/>
          <a:ea typeface="+mn-ea"/>
        </a:defRPr>
      </a:lvl9pPr>
    </p:bodyStyle>
    <p:otherStyle>
      <a:defPPr>
        <a:defRPr lang="ko-KR"/>
      </a:defPPr>
      <a:lvl1pPr marL="0" algn="l" defTabSz="914400" rtl="0" eaLnBrk="1" latinLnBrk="1" hangingPunct="1">
        <a:defRPr sz="1800" kern="1200">
          <a:solidFill>
            <a:schemeClr val="tx1"/>
          </a:solidFill>
          <a:latin typeface="+mn-lt"/>
          <a:ea typeface="+mn-ea"/>
          <a:cs typeface="+mn-cs"/>
        </a:defRPr>
      </a:lvl1pPr>
      <a:lvl2pPr marL="457200" algn="l" defTabSz="914400" rtl="0" eaLnBrk="1" latinLnBrk="1" hangingPunct="1">
        <a:defRPr sz="1800" kern="1200">
          <a:solidFill>
            <a:schemeClr val="tx1"/>
          </a:solidFill>
          <a:latin typeface="+mn-lt"/>
          <a:ea typeface="+mn-ea"/>
          <a:cs typeface="+mn-cs"/>
        </a:defRPr>
      </a:lvl2pPr>
      <a:lvl3pPr marL="914400" algn="l" defTabSz="914400" rtl="0" eaLnBrk="1" latinLnBrk="1" hangingPunct="1">
        <a:defRPr sz="1800" kern="1200">
          <a:solidFill>
            <a:schemeClr val="tx1"/>
          </a:solidFill>
          <a:latin typeface="+mn-lt"/>
          <a:ea typeface="+mn-ea"/>
          <a:cs typeface="+mn-cs"/>
        </a:defRPr>
      </a:lvl3pPr>
      <a:lvl4pPr marL="1371600" algn="l" defTabSz="914400" rtl="0" eaLnBrk="1" latinLnBrk="1" hangingPunct="1">
        <a:defRPr sz="1800" kern="1200">
          <a:solidFill>
            <a:schemeClr val="tx1"/>
          </a:solidFill>
          <a:latin typeface="+mn-lt"/>
          <a:ea typeface="+mn-ea"/>
          <a:cs typeface="+mn-cs"/>
        </a:defRPr>
      </a:lvl4pPr>
      <a:lvl5pPr marL="1828800" algn="l" defTabSz="914400" rtl="0" eaLnBrk="1" latinLnBrk="1" hangingPunct="1">
        <a:defRPr sz="1800" kern="1200">
          <a:solidFill>
            <a:schemeClr val="tx1"/>
          </a:solidFill>
          <a:latin typeface="+mn-lt"/>
          <a:ea typeface="+mn-ea"/>
          <a:cs typeface="+mn-cs"/>
        </a:defRPr>
      </a:lvl5pPr>
      <a:lvl6pPr marL="2286000" algn="l" defTabSz="914400" rtl="0" eaLnBrk="1" latinLnBrk="1" hangingPunct="1">
        <a:defRPr sz="1800" kern="1200">
          <a:solidFill>
            <a:schemeClr val="tx1"/>
          </a:solidFill>
          <a:latin typeface="+mn-lt"/>
          <a:ea typeface="+mn-ea"/>
          <a:cs typeface="+mn-cs"/>
        </a:defRPr>
      </a:lvl6pPr>
      <a:lvl7pPr marL="2743200" algn="l" defTabSz="914400" rtl="0" eaLnBrk="1" latinLnBrk="1" hangingPunct="1">
        <a:defRPr sz="1800" kern="1200">
          <a:solidFill>
            <a:schemeClr val="tx1"/>
          </a:solidFill>
          <a:latin typeface="+mn-lt"/>
          <a:ea typeface="+mn-ea"/>
          <a:cs typeface="+mn-cs"/>
        </a:defRPr>
      </a:lvl7pPr>
      <a:lvl8pPr marL="3200400" algn="l" defTabSz="914400" rtl="0" eaLnBrk="1" latinLnBrk="1" hangingPunct="1">
        <a:defRPr sz="1800" kern="1200">
          <a:solidFill>
            <a:schemeClr val="tx1"/>
          </a:solidFill>
          <a:latin typeface="+mn-lt"/>
          <a:ea typeface="+mn-ea"/>
          <a:cs typeface="+mn-cs"/>
        </a:defRPr>
      </a:lvl8pPr>
      <a:lvl9pPr marL="3657600" algn="l" defTabSz="914400" rtl="0" eaLnBrk="1" latinLnBrk="1"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4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4.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notesSlide" Target="../notesSlides/notesSlide6.xml"/><Relationship Id="rId1" Type="http://schemas.openxmlformats.org/officeDocument/2006/relationships/slideLayout" Target="../slideLayouts/slideLayout4.xml"/></Relationships>
</file>

<file path=ppt/slides/_rels/slide7.xml.rels><?xml version="1.0" encoding="UTF-8" standalone="yes"?>
<Relationships xmlns="http://schemas.openxmlformats.org/package/2006/relationships"><Relationship Id="rId3" Type="http://schemas.openxmlformats.org/officeDocument/2006/relationships/image" Target="../media/image4.png"/><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3" Type="http://schemas.openxmlformats.org/officeDocument/2006/relationships/image" Target="../media/image5.png"/><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3" Type="http://schemas.openxmlformats.org/officeDocument/2006/relationships/image" Target="../media/image6.png"/><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3" Type="http://schemas.openxmlformats.org/officeDocument/2006/relationships/image" Target="../media/image7.png"/><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3" Type="http://schemas.openxmlformats.org/officeDocument/2006/relationships/image" Target="../media/image9.png"/><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3" Type="http://schemas.openxmlformats.org/officeDocument/2006/relationships/image" Target="../media/image11.png"/><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3" Type="http://schemas.openxmlformats.org/officeDocument/2006/relationships/image" Target="../media/image12.png"/><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4338" name="텍스트 개체 틀 10">
            <a:extLst>
              <a:ext uri="{FF2B5EF4-FFF2-40B4-BE49-F238E27FC236}">
                <a16:creationId xmlns:a16="http://schemas.microsoft.com/office/drawing/2014/main" id="{5A82ABE6-D439-0B00-F095-3079D19EFA4E}"/>
              </a:ext>
            </a:extLst>
          </p:cNvPr>
          <p:cNvSpPr>
            <a:spLocks noGrp="1"/>
          </p:cNvSpPr>
          <p:nvPr>
            <p:ph type="body" sz="quarter" idx="13"/>
          </p:nvPr>
        </p:nvSpPr>
        <p:spPr bwMode="auto">
          <a:xfrm>
            <a:off x="0" y="1052513"/>
            <a:ext cx="9906000" cy="720725"/>
          </a:xfr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vert="horz" wrap="square" lIns="91440" tIns="45720" rIns="91440" bIns="45720" numCol="1" compatLnSpc="1">
            <a:prstTxWarp prst="textNoShape">
              <a:avLst/>
            </a:prstTxWarp>
          </a:bodyPr>
          <a:lstStyle/>
          <a:p>
            <a:pPr latinLnBrk="0" marL="0" indent="0" eaLnBrk="1" hangingPunct="1">
              <a:spcBef>
                <a:spcPct val="0"/>
              </a:spcBef>
            </a:pPr>
            <a:r>
              <a:rPr lang="en-US" altLang="ko-KR">
                <a:solidFill>
                  <a:schemeClr val="tx2"/>
                </a:solidFill>
                <a:latin typeface="Arial" panose="020B0604020202020204" pitchFamily="34" charset="0"/>
                <a:ea typeface="맑은 고딕" panose="020B0503020000020004" pitchFamily="34" charset="-127"/>
                <a:cs typeface="Arial" panose="020B0604020202020204" pitchFamily="34" charset="0"/>
              </a:rPr>
              <a:t>Zaplist</a:t>
            </a:r>
            <a:endParaRPr lang="ko-KR" altLang="en-US">
              <a:solidFill>
                <a:schemeClr val="tx2"/>
              </a:solidFill>
              <a:latin typeface="Arial" panose="020B0604020202020204" pitchFamily="34" charset="0"/>
              <a:ea typeface="맑은 고딕" panose="020B0503020000020004" pitchFamily="34" charset="-127"/>
              <a:cs typeface="Arial" panose="020B0604020202020204" pitchFamily="34" charset="0"/>
            </a:endParaRPr>
          </a:p>
        </p:txBody>
      </p:sp>
      <p:sp>
        <p:nvSpPr>
          <p:cNvPr id="14339" name="텍스트 개체 틀 7">
            <a:extLst>
              <a:ext uri="{FF2B5EF4-FFF2-40B4-BE49-F238E27FC236}">
                <a16:creationId xmlns:a16="http://schemas.microsoft.com/office/drawing/2014/main" id="{A22C1104-5374-AC21-86FE-B1D890AE6336}"/>
              </a:ext>
            </a:extLst>
          </p:cNvPr>
          <p:cNvSpPr txBox="1">
            <a:spLocks/>
          </p:cNvSpPr>
          <p:nvPr/>
        </p:nvSpPr>
        <p:spPr bwMode="auto">
          <a:xfrm>
            <a:off x="273050" y="188913"/>
            <a:ext cx="4464050" cy="287337"/>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lIns="36000" rIns="0" anchor="ct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20000"/>
              </a:spcBef>
            </a:pPr>
            <a:r>
              <a:rPr kumimoji="1" lang="en-US" altLang="ko-KR" sz="1500">
                <a:latin typeface="Arial" panose="020B0604020202020204" pitchFamily="34" charset="0"/>
                <a:ea typeface="맑은 고딕" panose="020B0503020000020004" pitchFamily="34" charset="-127"/>
                <a:cs typeface="Arial" panose="020B0604020202020204" pitchFamily="34" charset="0"/>
              </a:rPr>
              <a:t>UX Scenario Document File Version 4.3</a:t>
            </a:r>
            <a:endParaRPr kumimoji="1" lang="ko-KR" altLang="en-US" sz="1500">
              <a:latin typeface="Arial" panose="020B0604020202020204" pitchFamily="34" charset="0"/>
              <a:ea typeface="맑은 고딕" panose="020B0503020000020004" pitchFamily="34" charset="-127"/>
              <a:cs typeface="Arial" panose="020B0604020202020204" pitchFamily="34" charset="0"/>
            </a:endParaRPr>
          </a:p>
        </p:txBody>
      </p:sp>
      <p:graphicFrame>
        <p:nvGraphicFramePr>
          <p:cNvPr id="13" name="표 12">
            <a:extLst>
              <a:ext uri="{FF2B5EF4-FFF2-40B4-BE49-F238E27FC236}">
                <a16:creationId xmlns:a16="http://schemas.microsoft.com/office/drawing/2014/main" id="{A862395B-6554-2DF3-41A8-48967F0F3345}"/>
              </a:ext>
            </a:extLst>
          </p:cNvPr>
          <p:cNvGraphicFramePr>
            <a:graphicFrameLocks noGrp="1"/>
          </p:cNvGraphicFramePr>
          <p:nvPr>
            <p:extLst>
              <p:ext uri="{D42A27DB-BD31-4B8C-83A1-F6EECF244321}">
                <p14:modId xmlns:p14="http://schemas.microsoft.com/office/powerpoint/2010/main" val="1505165589"/>
              </p:ext>
            </p:extLst>
          </p:nvPr>
        </p:nvGraphicFramePr>
        <p:xfrm>
          <a:off x="4521200" y="4797425"/>
          <a:ext cx="4932363" cy="1493838"/>
        </p:xfrm>
        <a:graphic>
          <a:graphicData uri="http://schemas.openxmlformats.org/drawingml/2006/table">
            <a:tbl>
              <a:tblPr firstRow="1" bandRow="1">
                <a:tableStyleId>{5C22544A-7EE6-4342-B048-85BDC9FD1C3A}</a:tableStyleId>
              </a:tblPr>
              <a:tblGrid>
                <a:gridCol w="1836135">
                  <a:extLst>
                    <a:ext uri="{9D8B030D-6E8A-4147-A177-3AD203B41FA5}">
                      <a16:colId xmlns:a16="http://schemas.microsoft.com/office/drawing/2014/main" val="20000"/>
                    </a:ext>
                  </a:extLst>
                </a:gridCol>
                <a:gridCol w="3096228">
                  <a:extLst>
                    <a:ext uri="{9D8B030D-6E8A-4147-A177-3AD203B41FA5}">
                      <a16:colId xmlns:a16="http://schemas.microsoft.com/office/drawing/2014/main" val="20001"/>
                    </a:ext>
                  </a:extLst>
                </a:gridCol>
              </a:tblGrid>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Submission Date</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2026 / 10 / 10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0"/>
                  </a:ext>
                </a:extLst>
              </a:tr>
              <a:tr h="335351">
                <a:tc>
                  <a:txBody>
                    <a:bodyPr/>
                    <a:lstStyle/>
                    <a:p>
                      <a:pPr algn="r" latinLnBrk="0"/>
                      <a:r>
                        <a:rPr lang="en-US" altLang="ko-KR" sz="1600" b="1" dirty="0">
                          <a:solidFill>
                            <a:schemeClr val="tx1"/>
                          </a:solidFill>
                          <a:latin typeface="Arial" pitchFamily="34" charset="0"/>
                          <a:ea typeface="맑은 고딕" pitchFamily="50" charset="-127"/>
                          <a:cs typeface="Arial" pitchFamily="34" charset="0"/>
                        </a:rPr>
                        <a:t>App Ver.</a:t>
                      </a:r>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solidFill>
                            <a:schemeClr val="tx1"/>
                          </a:solidFill>
                          <a:latin typeface="Arial" pitchFamily="34" charset="0"/>
                          <a:cs typeface="Arial" pitchFamily="34" charset="0"/>
                        </a:rPr>
                        <a:t>1.0.0</a:t>
                      </a:r>
                      <a:endParaRPr lang="ko-KR" altLang="en-US" sz="1600" b="0" i="0" dirty="0">
                        <a:solidFill>
                          <a:schemeClr val="tx1"/>
                        </a:solidFill>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1"/>
                  </a:ext>
                </a:extLst>
              </a:tr>
              <a:tr h="823136">
                <a:tc>
                  <a:txBody>
                    <a:bodyPr/>
                    <a:lstStyle/>
                    <a:p>
                      <a:pPr marL="0" marR="0" indent="0" algn="r" defTabSz="914400" rtl="0" eaLnBrk="1" fontAlgn="auto" latinLnBrk="0" hangingPunct="1">
                        <a:lnSpc>
                          <a:spcPct val="100000"/>
                        </a:lnSpc>
                        <a:spcBef>
                          <a:spcPts val="0"/>
                        </a:spcBef>
                        <a:spcAft>
                          <a:spcPts val="0"/>
                        </a:spcAft>
                        <a:buClrTx/>
                        <a:buSzTx/>
                        <a:buFontTx/>
                        <a:buNone/>
                        <a:tabLst/>
                        <a:defRPr/>
                      </a:pPr>
                      <a:r>
                        <a:rPr lang="en-US" altLang="ko-KR" sz="1600" b="1" dirty="0">
                          <a:solidFill>
                            <a:schemeClr val="tx1"/>
                          </a:solidFill>
                          <a:latin typeface="Arial" pitchFamily="34" charset="0"/>
                          <a:ea typeface="맑은 고딕" pitchFamily="50" charset="-127"/>
                          <a:cs typeface="Arial" pitchFamily="34" charset="0"/>
                        </a:rPr>
                        <a:t>App Developer</a:t>
                      </a:r>
                      <a:endParaRPr lang="ko-KR" altLang="en-US" sz="1600" b="1" dirty="0">
                        <a:solidFill>
                          <a:schemeClr val="tx1"/>
                        </a:solidFill>
                        <a:latin typeface="Arial" pitchFamily="34" charset="0"/>
                        <a:ea typeface="맑은 고딕" pitchFamily="50" charset="-127"/>
                        <a:cs typeface="Arial" pitchFamily="34" charset="0"/>
                      </a:endParaRPr>
                    </a:p>
                    <a:p>
                      <a:pPr algn="r" latinLnBrk="0"/>
                      <a:endParaRPr lang="ko-KR" altLang="en-US" sz="1600" b="1" dirty="0">
                        <a:solidFill>
                          <a:schemeClr val="tx1"/>
                        </a:solidFill>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lnTlToBr w="12700" cmpd="sng">
                      <a:noFill/>
                      <a:prstDash val="solid"/>
                    </a:lnTlToBr>
                    <a:lnBlToTr w="12700" cmpd="sng">
                      <a:noFill/>
                      <a:prstDash val="solid"/>
                    </a:lnBlToTr>
                    <a:solidFill>
                      <a:schemeClr val="bg1">
                        <a:lumMod val="85000"/>
                      </a:schemeClr>
                    </a:solidFill>
                  </a:tcPr>
                </a:tc>
                <a:tc>
                  <a:txBody>
                    <a:bodyPr/>
                    <a:lstStyle/>
                    <a:p>
                      <a:pPr latinLnBrk="0"/>
                      <a:r>
                        <a:rPr lang="en-US" altLang="ko-KR" sz="1600" b="0" i="0">
                          <a:latin typeface="Arial" pitchFamily="34" charset="0"/>
                          <a:cs typeface="Arial" pitchFamily="34" charset="0"/>
                        </a:rPr>
                        <a:t>Name: Zaplist</a:t>
                      </a:r>
                    </a:p>
                    <a:p>
                      <a:pPr latinLnBrk="0"/>
                      <a:r>
                        <a:rPr lang="en-US" altLang="ko-KR" sz="1600" b="0" i="0">
                          <a:latin typeface="Arial" pitchFamily="34" charset="0"/>
                          <a:cs typeface="Arial" pitchFamily="34" charset="0"/>
                        </a:rPr>
                        <a:t>E-mail address: nomoredazzling@gmail.com</a:t>
                      </a:r>
                      <a:endParaRPr lang="ko-KR" altLang="en-US" sz="1600" b="0" i="0" dirty="0">
                        <a:latin typeface="Arial" pitchFamily="34" charset="0"/>
                        <a:cs typeface="Arial" pitchFamily="34" charset="0"/>
                      </a:endParaRPr>
                    </a:p>
                  </a:txBody>
                  <a:tcPr marL="91447" marR="91447" marT="45730" marB="45730">
                    <a:lnL w="12700" cap="flat" cmpd="sng" algn="ctr">
                      <a:solidFill>
                        <a:schemeClr val="bg1">
                          <a:lumMod val="75000"/>
                        </a:schemeClr>
                      </a:solidFill>
                      <a:prstDash val="solid"/>
                      <a:round/>
                      <a:headEnd type="none" w="med" len="med"/>
                      <a:tailEnd type="none" w="med" len="med"/>
                    </a:lnL>
                    <a:lnR w="12700" cap="flat" cmpd="sng" algn="ctr">
                      <a:solidFill>
                        <a:schemeClr val="bg1">
                          <a:lumMod val="75000"/>
                        </a:schemeClr>
                      </a:solidFill>
                      <a:prstDash val="solid"/>
                      <a:round/>
                      <a:headEnd type="none" w="med" len="med"/>
                      <a:tailEnd type="none" w="med" len="med"/>
                    </a:lnR>
                    <a:lnT w="12700" cap="flat" cmpd="sng" algn="ctr">
                      <a:solidFill>
                        <a:schemeClr val="bg1">
                          <a:lumMod val="75000"/>
                        </a:schemeClr>
                      </a:solidFill>
                      <a:prstDash val="solid"/>
                      <a:round/>
                      <a:headEnd type="none" w="med" len="med"/>
                      <a:tailEnd type="none" w="med" len="med"/>
                    </a:lnT>
                    <a:lnB w="12700" cap="flat" cmpd="sng" algn="ctr">
                      <a:solidFill>
                        <a:schemeClr val="bg1">
                          <a:lumMod val="75000"/>
                        </a:schemeClr>
                      </a:solidFill>
                      <a:prstDash val="solid"/>
                      <a:round/>
                      <a:headEnd type="none" w="med" len="med"/>
                      <a:tailEnd type="none" w="med" len="med"/>
                    </a:lnB>
                    <a:noFill/>
                  </a:tcPr>
                </a:tc>
                <a:extLst>
                  <a:ext uri="{0D108BD9-81ED-4DB2-BD59-A6C34878D82A}">
                    <a16:rowId xmlns:a16="http://schemas.microsoft.com/office/drawing/2014/main" val="10002"/>
                  </a:ext>
                </a:extLst>
              </a:tr>
            </a:tbl>
          </a:graphicData>
        </a:graphic>
      </p:graphicFrame>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386" name="Rectangle 39">
            <a:extLst>
              <a:ext uri="{FF2B5EF4-FFF2-40B4-BE49-F238E27FC236}">
                <a16:creationId xmlns:a16="http://schemas.microsoft.com/office/drawing/2014/main" id="{63AAFABF-CA75-3B6A-7A25-D5B72BB072B8}"/>
              </a:ext>
            </a:extLst>
          </p:cNvPr>
          <p:cNvSpPr>
            <a:spLocks noChangeArrowheads="1"/>
          </p:cNvSpPr>
          <p:nvPr/>
        </p:nvSpPr>
        <p:spPr bwMode="auto">
          <a:xfrm>
            <a:off x="2289175" y="2409825"/>
            <a:ext cx="4895850" cy="2879725"/>
          </a:xfrm>
          <a:prstGeom prst="rect">
            <a:avLst/>
          </a:prstGeom>
          <a:noFill/>
          <a:ln w="12700" algn="ctr">
            <a:solidFill>
              <a:schemeClr val="tx1"/>
            </a:solidFill>
            <a:miter lim="800000"/>
            <a:headEnd/>
            <a:tailEnd/>
          </a:ln>
          <a:extLst>
            <a:ext uri="{909E8E84-426E-40DD-AFC4-6F175D3DCCD1}">
              <a14:hiddenFill xmlns:a14="http://schemas.microsoft.com/office/drawing/2010/main">
                <a:solidFill>
                  <a:srgbClr val="FFFFFF"/>
                </a:solidFill>
              </a14:hiddenFill>
            </a:ext>
          </a:extLst>
        </p:spPr>
        <p:txBody>
          <a:bodyPr wrap="none" anchor="ct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endParaRPr lang="ko-KR" altLang="en-US">
              <a:latin typeface="Arial" panose="020B0604020202020204" pitchFamily="34" charset="0"/>
              <a:cs typeface="Arial" panose="020B0604020202020204" pitchFamily="34" charset="0"/>
            </a:endParaRPr>
          </a:p>
        </p:txBody>
      </p:sp>
      <p:sp>
        <p:nvSpPr>
          <p:cNvPr id="17" name="텍스트 개체 틀 16">
            <a:extLst>
              <a:ext uri="{FF2B5EF4-FFF2-40B4-BE49-F238E27FC236}">
                <a16:creationId xmlns:a16="http://schemas.microsoft.com/office/drawing/2014/main" id="{827291DA-394B-0BEF-560E-8E69CA28C421}"/>
              </a:ext>
            </a:extLst>
          </p:cNvPr>
          <p:cNvSpPr>
            <a:spLocks noGrp="1"/>
          </p:cNvSpPr>
          <p:nvPr>
            <p:ph type="body" sz="quarter" idx="13"/>
          </p:nvPr>
        </p:nvSpPr>
        <p:spPr>
          <a:xfrm>
            <a:off x="3008313" y="1484313"/>
            <a:ext cx="4032250" cy="523875"/>
          </a:xfrm>
        </p:spPr>
        <p:txBody>
          <a:bodyPr/>
          <a:lstStyle/>
          <a:p>
            <a:pPr latinLnBrk="0">
              <a:defRPr/>
            </a:pPr>
            <a:r>
              <a:rPr lang="en-US" altLang="ko-KR" sz="2800">
                <a:latin typeface="Arial" pitchFamily="34" charset="0"/>
                <a:ea typeface="돋움" pitchFamily="50" charset="-127"/>
                <a:cs typeface="Arial" pitchFamily="34" charset="0"/>
              </a:rPr>
              <a:t>Table of Contents</a:t>
            </a:r>
            <a:endParaRPr sz="2800">
              <a:latin typeface="Arial" pitchFamily="34" charset="0"/>
              <a:cs typeface="Arial" pitchFamily="34" charset="0"/>
            </a:endParaRPr>
          </a:p>
        </p:txBody>
      </p:sp>
      <p:sp>
        <p:nvSpPr>
          <p:cNvPr id="16388" name="텍스트 개체 틀 16">
            <a:extLst>
              <a:ext uri="{FF2B5EF4-FFF2-40B4-BE49-F238E27FC236}">
                <a16:creationId xmlns:a16="http://schemas.microsoft.com/office/drawing/2014/main" id="{2E41A1D8-52B9-DB00-B89C-9E0858B961C9}"/>
              </a:ext>
            </a:extLst>
          </p:cNvPr>
          <p:cNvSpPr txBox="1">
            <a:spLocks noChangeArrowheads="1"/>
          </p:cNvSpPr>
          <p:nvPr/>
        </p:nvSpPr>
        <p:spPr bwMode="auto">
          <a:xfrm>
            <a:off x="3584575" y="2563813"/>
            <a:ext cx="3816350" cy="2570162"/>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lvl1pPr marL="342900" indent="-342900">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1. Basic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2. Document History</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3. Remote Control Keys</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4. Detailed Login Information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5. Main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6. Sub Page Description</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7. Paid Content (not applicable)</a:t>
            </a:r>
          </a:p>
          <a:p>
            <a:pPr latinLnBrk="0">
              <a:spcBef>
                <a:spcPct val="50000"/>
              </a:spcBef>
            </a:pPr>
            <a:r>
              <a:rPr kumimoji="1" lang="en-US" altLang="ko-KR" sz="1400">
                <a:latin typeface="Arial" panose="020B0604020202020204" pitchFamily="34" charset="0"/>
                <a:ea typeface="돋움" panose="020B0600000101010101" pitchFamily="34" charset="-127"/>
                <a:cs typeface="Arial" panose="020B0604020202020204" pitchFamily="34" charset="0"/>
              </a:rPr>
              <a:t>8. In-App Ad (not applicable)</a:t>
            </a:r>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5" name="표 4">
            <a:extLst>
              <a:ext uri="{FF2B5EF4-FFF2-40B4-BE49-F238E27FC236}">
                <a16:creationId xmlns:a16="http://schemas.microsoft.com/office/drawing/2014/main" id="{368AE22D-587B-586A-376A-282F37E85810}"/>
              </a:ext>
            </a:extLst>
          </p:cNvPr>
          <p:cNvGraphicFramePr>
            <a:graphicFrameLocks noGrp="1"/>
          </p:cNvGraphicFramePr>
          <p:nvPr>
            <p:extLst>
              <p:ext uri="{D42A27DB-BD31-4B8C-83A1-F6EECF244321}">
                <p14:modId xmlns:p14="http://schemas.microsoft.com/office/powerpoint/2010/main" val="305143021"/>
              </p:ext>
            </p:extLst>
          </p:nvPr>
        </p:nvGraphicFramePr>
        <p:xfrm>
          <a:off x="200025" y="668281"/>
          <a:ext cx="9577388" cy="5613040"/>
        </p:xfrm>
        <a:graphic>
          <a:graphicData uri="http://schemas.openxmlformats.org/drawingml/2006/table">
            <a:tbl>
              <a:tblPr firstRow="1" bandRow="1">
                <a:tableStyleId>{5C22544A-7EE6-4342-B048-85BDC9FD1C3A}</a:tableStyleId>
              </a:tblPr>
              <a:tblGrid>
                <a:gridCol w="1296188">
                  <a:extLst>
                    <a:ext uri="{9D8B030D-6E8A-4147-A177-3AD203B41FA5}">
                      <a16:colId xmlns:a16="http://schemas.microsoft.com/office/drawing/2014/main" val="20000"/>
                    </a:ext>
                  </a:extLst>
                </a:gridCol>
                <a:gridCol w="2232651">
                  <a:extLst>
                    <a:ext uri="{9D8B030D-6E8A-4147-A177-3AD203B41FA5}">
                      <a16:colId xmlns:a16="http://schemas.microsoft.com/office/drawing/2014/main" val="20001"/>
                    </a:ext>
                  </a:extLst>
                </a:gridCol>
                <a:gridCol w="2967170">
                  <a:extLst>
                    <a:ext uri="{9D8B030D-6E8A-4147-A177-3AD203B41FA5}">
                      <a16:colId xmlns:a16="http://schemas.microsoft.com/office/drawing/2014/main" val="20002"/>
                    </a:ext>
                  </a:extLst>
                </a:gridCol>
                <a:gridCol w="3081379">
                  <a:extLst>
                    <a:ext uri="{9D8B030D-6E8A-4147-A177-3AD203B41FA5}">
                      <a16:colId xmlns:a16="http://schemas.microsoft.com/office/drawing/2014/main" val="20003"/>
                    </a:ext>
                  </a:extLst>
                </a:gridCol>
              </a:tblGrid>
              <a:tr h="307695">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Category</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228600" marR="0" indent="-228600" algn="ctr" defTabSz="914400" rtl="0" eaLnBrk="1" fontAlgn="auto" latinLnBrk="0" hangingPunct="1">
                        <a:lnSpc>
                          <a:spcPct val="100000"/>
                        </a:lnSpc>
                        <a:spcBef>
                          <a:spcPts val="0"/>
                        </a:spcBef>
                        <a:spcAft>
                          <a:spcPts val="0"/>
                        </a:spcAft>
                        <a:buClrTx/>
                        <a:buSzTx/>
                        <a:buFont typeface="+mj-lt"/>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Items</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Input (By Developer)</a:t>
                      </a:r>
                      <a:endParaRPr lang="ko-KR" altLang="en-US" sz="1200" b="1" i="0" kern="1200" baseline="0"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tc>
                  <a:txBody>
                    <a:bodyPr/>
                    <a:lstStyle/>
                    <a:p>
                      <a:pPr marL="0" marR="0" indent="0" algn="ctr" defTabSz="914400" rtl="0" eaLnBrk="1" fontAlgn="auto" latinLnBrk="0" hangingPunct="1">
                        <a:lnSpc>
                          <a:spcPct val="100000"/>
                        </a:lnSpc>
                        <a:spcBef>
                          <a:spcPts val="0"/>
                        </a:spcBef>
                        <a:spcAft>
                          <a:spcPts val="0"/>
                        </a:spcAft>
                        <a:buClrTx/>
                        <a:buSzTx/>
                        <a:buFontTx/>
                        <a:buNone/>
                        <a:tabLst/>
                        <a:defRPr/>
                      </a:pPr>
                      <a:r>
                        <a:rPr lang="en-US" altLang="ko-KR"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rPr>
                        <a:t>Example</a:t>
                      </a:r>
                      <a:endParaRPr lang="ko-KR" altLang="en-US" sz="1200" b="1" dirty="0">
                        <a:solidFill>
                          <a:schemeClr val="bg1"/>
                        </a:solidFill>
                        <a:effectLst>
                          <a:outerShdw blurRad="38100" dist="38100" dir="2700000" algn="tl">
                            <a:srgbClr val="000000">
                              <a:alpha val="43137"/>
                            </a:srgbClr>
                          </a:outerShdw>
                        </a:effectLst>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3175" cap="flat" cmpd="sng" algn="ctr">
                      <a:solidFill>
                        <a:schemeClr val="tx1"/>
                      </a:solidFill>
                      <a:prstDash val="solid"/>
                      <a:round/>
                      <a:headEnd type="none" w="med" len="med"/>
                      <a:tailEnd type="none" w="med" len="med"/>
                    </a:lnT>
                    <a:lnB w="12700" cap="flat" cmpd="sng" algn="ctr">
                      <a:solidFill>
                        <a:schemeClr val="tx1"/>
                      </a:solidFill>
                      <a:prstDash val="sysDot"/>
                      <a:round/>
                      <a:headEnd type="none" w="med" len="med"/>
                      <a:tailEnd type="none" w="med" len="med"/>
                    </a:lnB>
                    <a:solidFill>
                      <a:schemeClr val="tx1">
                        <a:lumMod val="75000"/>
                        <a:lumOff val="25000"/>
                      </a:schemeClr>
                    </a:solidFill>
                  </a:tcPr>
                </a:tc>
                <a:extLst>
                  <a:ext uri="{0D108BD9-81ED-4DB2-BD59-A6C34878D82A}">
                    <a16:rowId xmlns:a16="http://schemas.microsoft.com/office/drawing/2014/main" val="10000"/>
                  </a:ext>
                </a:extLst>
              </a:tr>
              <a:tr h="237905">
                <a:tc rowSpan="1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1" dirty="0">
                          <a:solidFill>
                            <a:schemeClr val="tx1"/>
                          </a:solidFill>
                          <a:latin typeface="Arial" pitchFamily="34" charset="0"/>
                          <a:ea typeface="맑은 고딕" pitchFamily="50" charset="-127"/>
                          <a:cs typeface="Arial" pitchFamily="34" charset="0"/>
                        </a:rPr>
                        <a:t>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App Title</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Zaplist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1"/>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Category</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Entertainment</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Entertainment</a:t>
                      </a:r>
                      <a:r>
                        <a:rPr lang="en-US" altLang="ko-KR" sz="1000" b="0" baseline="0" dirty="0">
                          <a:solidFill>
                            <a:schemeClr val="tx1"/>
                          </a:solidFill>
                          <a:latin typeface="Arial" pitchFamily="34" charset="0"/>
                          <a:ea typeface="맑은 고딕" pitchFamily="50" charset="-127"/>
                          <a:cs typeface="Arial" pitchFamily="34" charset="0"/>
                        </a:rPr>
                        <a:t> / Game / Life</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2"/>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File Type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 (packaged </a:t>
                      </a:r>
                      <a:r>
                        <a:rPr lang="en-US" altLang="ko-KR" sz="900" b="1" i="0" kern="1200" baseline="0">
                          <a:solidFill>
                            <a:schemeClr val="tx1"/>
                          </a:solidFill>
                          <a:latin typeface="Arial" pitchFamily="34" charset="0"/>
                          <a:ea typeface="맑은 고딕" pitchFamily="50" charset="-127"/>
                          <a:cs typeface="Arial" pitchFamily="34" charset="0"/>
                        </a:rPr>
                        <a:t>IPK)</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Web / Adobe Flash /</a:t>
                      </a:r>
                      <a:r>
                        <a:rPr lang="en-US" altLang="ko-KR" sz="1000" b="0" baseline="0" dirty="0">
                          <a:solidFill>
                            <a:schemeClr val="tx1"/>
                          </a:solidFill>
                          <a:latin typeface="Arial" pitchFamily="34" charset="0"/>
                          <a:ea typeface="맑은 고딕" pitchFamily="50" charset="-127"/>
                          <a:cs typeface="Arial" pitchFamily="34" charset="0"/>
                        </a:rPr>
                        <a:t> Native</a:t>
                      </a:r>
                      <a:r>
                        <a:rPr lang="en-US" altLang="ko-KR" sz="1000" b="0" kern="1200" baseline="0" dirty="0">
                          <a:solidFill>
                            <a:schemeClr val="tx1"/>
                          </a:solidFill>
                          <a:latin typeface="Arial" pitchFamily="34" charset="0"/>
                          <a:ea typeface="맑은 고딕" pitchFamily="50" charset="-127"/>
                          <a:cs typeface="Arial" pitchFamily="34" charset="0"/>
                        </a:rPr>
                        <a:t> App</a:t>
                      </a:r>
                      <a:endParaRPr lang="ko-KR" altLang="en-US" sz="1000" b="0" i="1" u="sng">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3"/>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Optimized Resolution</a:t>
                      </a:r>
                      <a:endParaRPr lang="ko-KR" altLang="en-US" sz="1000" b="1">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1920*1080</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1280*720 / 1910*1080</a:t>
                      </a:r>
                      <a:endParaRPr lang="ko-KR" altLang="en-US" sz="1000" b="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4"/>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en-US" altLang="ko-KR" sz="1000" b="1" dirty="0">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r>
                        <a:rPr lang="en-US" altLang="ko-KR" sz="1000" b="1" dirty="0">
                          <a:solidFill>
                            <a:schemeClr val="tx1"/>
                          </a:solidFill>
                          <a:latin typeface="Arial" pitchFamily="34" charset="0"/>
                          <a:ea typeface="맑은 고딕" pitchFamily="50" charset="-127"/>
                          <a:cs typeface="Arial" pitchFamily="34" charset="0"/>
                        </a:rPr>
                        <a:t>Service</a:t>
                      </a:r>
                      <a:r>
                        <a:rPr lang="en-US" altLang="ko-KR" sz="1000" b="1" baseline="0" dirty="0">
                          <a:solidFill>
                            <a:schemeClr val="tx1"/>
                          </a:solidFill>
                          <a:latin typeface="Arial" pitchFamily="34" charset="0"/>
                          <a:ea typeface="맑은 고딕" pitchFamily="50" charset="-127"/>
                          <a:cs typeface="Arial" pitchFamily="34" charset="0"/>
                        </a:rPr>
                        <a:t> Area Information</a:t>
                      </a:r>
                      <a:endParaRPr lang="en-US" altLang="ko-KR"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Global</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Global</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dirty="0">
                          <a:solidFill>
                            <a:schemeClr val="tx1"/>
                          </a:solidFill>
                          <a:latin typeface="Arial" pitchFamily="34" charset="0"/>
                          <a:ea typeface="맑은 고딕" pitchFamily="50" charset="-127"/>
                          <a:cs typeface="Arial" pitchFamily="34" charset="0"/>
                        </a:rPr>
                        <a:t>KR,</a:t>
                      </a:r>
                      <a:r>
                        <a:rPr lang="en-US" altLang="ko-KR" sz="1000" b="0" baseline="0" dirty="0">
                          <a:solidFill>
                            <a:schemeClr val="tx1"/>
                          </a:solidFill>
                          <a:latin typeface="Arial" pitchFamily="34" charset="0"/>
                          <a:ea typeface="맑은 고딕" pitchFamily="50" charset="-127"/>
                          <a:cs typeface="Arial" pitchFamily="34" charset="0"/>
                        </a:rPr>
                        <a:t> US</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5"/>
                  </a:ext>
                </a:extLst>
              </a:tr>
              <a:tr h="237905">
                <a:tc vMerge="1">
                  <a:txBody>
                    <a:bodyPr/>
                    <a:lstStyle/>
                    <a:p>
                      <a:pPr marL="228600" indent="-228600" algn="l" latinLnBrk="0">
                        <a:buFont typeface="+mj-lt"/>
                        <a:buNone/>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App Service Language</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English</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English,</a:t>
                      </a:r>
                      <a:r>
                        <a:rPr lang="en-US" altLang="ko-KR" sz="1000" b="0" baseline="0" dirty="0">
                          <a:solidFill>
                            <a:schemeClr val="tx1"/>
                          </a:solidFill>
                          <a:latin typeface="Arial" pitchFamily="34" charset="0"/>
                          <a:ea typeface="맑은 고딕" pitchFamily="50" charset="-127"/>
                          <a:cs typeface="Arial" pitchFamily="34" charset="0"/>
                        </a:rPr>
                        <a:t> Spanish</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6"/>
                  </a:ext>
                </a:extLst>
              </a:tr>
              <a:tr h="237905">
                <a:tc vMerge="1">
                  <a:txBody>
                    <a:bodyPr/>
                    <a:lstStyle/>
                    <a:p>
                      <a:pPr marL="228600" indent="-228600" algn="l" latinLnBrk="0">
                        <a:buFont typeface="+mj-lt"/>
                        <a:buNone/>
                      </a:pPr>
                      <a:endParaRPr lang="ko-KR" altLang="en-US" sz="1000" b="1"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kern="0" dirty="0">
                          <a:solidFill>
                            <a:schemeClr val="tx1"/>
                          </a:solidFill>
                          <a:latin typeface="Arial" pitchFamily="34" charset="0"/>
                          <a:ea typeface="+mn-ea"/>
                          <a:cs typeface="Arial" pitchFamily="34" charset="0"/>
                        </a:rPr>
                        <a:t>Geo-IP Block</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a:solidFill>
                            <a:schemeClr val="tx1"/>
                          </a:solidFill>
                          <a:latin typeface="Arial" pitchFamily="34" charset="0"/>
                          <a:ea typeface="맑은 고딕" pitchFamily="50" charset="-127"/>
                          <a:cs typeface="Arial" pitchFamily="34" charset="0"/>
                        </a:rPr>
                        <a:t>No</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7"/>
                  </a:ext>
                </a:extLst>
              </a:tr>
              <a:tr h="237905">
                <a:tc vMerge="1">
                  <a:txBody>
                    <a:bodyPr/>
                    <a:lstStyle/>
                    <a:p>
                      <a:pPr marL="228600" indent="-228600" algn="l" latinLnBrk="0">
                        <a:buFont typeface="+mj-lt"/>
                        <a:buNone/>
                      </a:pPr>
                      <a:endParaRPr lang="ko-KR" altLang="en-US" sz="1000" b="1" i="1" u="sng" dirty="0">
                        <a:solidFill>
                          <a:srgbClr val="FF0000"/>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228600" indent="-228600" algn="l" latinLnBrk="0">
                        <a:buFont typeface="+mj-lt"/>
                        <a:buNone/>
                      </a:pPr>
                      <a:r>
                        <a:rPr lang="en-US" altLang="ko-KR" sz="1000" b="1" i="0" u="none" dirty="0">
                          <a:solidFill>
                            <a:schemeClr val="tx1"/>
                          </a:solidFill>
                          <a:latin typeface="Arial" pitchFamily="34" charset="0"/>
                          <a:ea typeface="맑은 고딕" pitchFamily="50" charset="-127"/>
                          <a:cs typeface="Arial" pitchFamily="34" charset="0"/>
                        </a:rPr>
                        <a:t>SDK</a:t>
                      </a:r>
                      <a:r>
                        <a:rPr lang="en-US" altLang="ko-KR" sz="1000" b="1" i="0" u="none" baseline="0" dirty="0">
                          <a:solidFill>
                            <a:schemeClr val="tx1"/>
                          </a:solidFill>
                          <a:latin typeface="Arial" pitchFamily="34" charset="0"/>
                          <a:ea typeface="맑은 고딕" pitchFamily="50" charset="-127"/>
                          <a:cs typeface="Arial" pitchFamily="34" charset="0"/>
                        </a:rPr>
                        <a:t> Version</a:t>
                      </a:r>
                      <a:endParaRPr lang="ko-KR" altLang="en-US" sz="1000" b="1" i="0" u="none"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 (webOS TV 4.0 and </a:t>
                      </a:r>
                      <a:r>
                        <a:rPr lang="en-US" altLang="ko-KR" sz="900" b="1" i="0" kern="1200" baseline="0">
                          <a:solidFill>
                            <a:schemeClr val="tx1"/>
                          </a:solidFill>
                          <a:latin typeface="Arial" pitchFamily="34" charset="0"/>
                          <a:ea typeface="맑은 고딕" pitchFamily="50" charset="-127"/>
                          <a:cs typeface="Arial" pitchFamily="34" charset="0"/>
                        </a:rPr>
                        <a:t>later)</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NetCast (XX. XX. XXX)</a:t>
                      </a:r>
                      <a:r>
                        <a:rPr lang="en-US" altLang="ko-KR" sz="1000" b="0" baseline="0" dirty="0">
                          <a:solidFill>
                            <a:schemeClr val="tx1"/>
                          </a:solidFill>
                          <a:latin typeface="Arial" pitchFamily="34" charset="0"/>
                          <a:ea typeface="맑은 고딕" pitchFamily="50" charset="-127"/>
                          <a:cs typeface="Arial" pitchFamily="34" charset="0"/>
                        </a:rPr>
                        <a:t> / </a:t>
                      </a:r>
                      <a:r>
                        <a:rPr lang="en-US" altLang="ko-KR" sz="1000" b="0" baseline="0" dirty="0" err="1">
                          <a:solidFill>
                            <a:schemeClr val="tx1"/>
                          </a:solidFill>
                          <a:latin typeface="Arial" pitchFamily="34" charset="0"/>
                          <a:ea typeface="맑은 고딕" pitchFamily="50" charset="-127"/>
                          <a:cs typeface="Arial" pitchFamily="34" charset="0"/>
                        </a:rPr>
                        <a:t>webOS</a:t>
                      </a:r>
                      <a:r>
                        <a:rPr lang="en-US" altLang="ko-KR" sz="1000" b="0" baseline="0" dirty="0">
                          <a:solidFill>
                            <a:schemeClr val="tx1"/>
                          </a:solidFill>
                          <a:latin typeface="Arial" pitchFamily="34" charset="0"/>
                          <a:ea typeface="맑은 고딕" pitchFamily="50" charset="-127"/>
                          <a:cs typeface="Arial" pitchFamily="34" charset="0"/>
                        </a:rPr>
                        <a:t> (X. X. X)</a:t>
                      </a:r>
                      <a:endParaRPr lang="ko-KR" altLang="en-US" sz="1000" b="0" i="1" u="sng"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8"/>
                  </a:ext>
                </a:extLst>
              </a:tr>
              <a:tr h="237905">
                <a:tc vMerge="1">
                  <a:txBody>
                    <a:bodyPr/>
                    <a:lstStyle/>
                    <a:p>
                      <a:pPr algn="l" latinLnBrk="0"/>
                      <a:endParaRPr lang="ko-KR" altLang="en-US" sz="1000" b="0"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baseline="0" dirty="0">
                          <a:solidFill>
                            <a:schemeClr val="tx1"/>
                          </a:solidFill>
                          <a:latin typeface="Arial" pitchFamily="34" charset="0"/>
                          <a:ea typeface="맑은 고딕" pitchFamily="50" charset="-127"/>
                          <a:cs typeface="Arial" pitchFamily="34" charset="0"/>
                        </a:rPr>
                        <a:t>In-App Ad</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Banner AD / AVOD / Not Applicable</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09"/>
                  </a:ext>
                </a:extLst>
              </a:tr>
              <a:tr h="237905">
                <a:tc vMerge="1">
                  <a:txBody>
                    <a:bodyPr/>
                    <a:lstStyle/>
                    <a:p>
                      <a:pPr marL="228600" marR="0" indent="-228600" algn="l" defTabSz="914400" rtl="0" eaLnBrk="1" fontAlgn="auto" latinLnBrk="0" hangingPunct="1">
                        <a:lnSpc>
                          <a:spcPct val="100000"/>
                        </a:lnSpc>
                        <a:spcBef>
                          <a:spcPts val="0"/>
                        </a:spcBef>
                        <a:spcAft>
                          <a:spcPts val="0"/>
                        </a:spcAft>
                        <a:buClrTx/>
                        <a:buSzTx/>
                        <a:buFont typeface="+mj-lt"/>
                        <a:buNone/>
                        <a:tabLst/>
                        <a:defRPr/>
                      </a:pPr>
                      <a:endParaRPr lang="ko-KR" altLang="en-US" sz="1000" b="1" dirty="0">
                        <a:solidFill>
                          <a:schemeClr val="tx1"/>
                        </a:solidFill>
                        <a:latin typeface="Arial" pitchFamily="34" charset="0"/>
                        <a:ea typeface="맑은 고딕" pitchFamily="50" charset="-127"/>
                        <a:cs typeface="Arial" pitchFamily="34" charset="0"/>
                      </a:endParaRPr>
                    </a:p>
                  </a:txBody>
                  <a:tcPr marL="91442" marR="91442"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Paid Content</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latinLnBrk="0"/>
                      <a:r>
                        <a:rPr lang="en-US" altLang="ko-KR" sz="900">
                          <a:solidFill>
                            <a:schemeClr val="tx1"/>
                          </a:solidFill>
                        </a:rPr>
                        <a:t>Not Applicable</a:t>
                      </a:r>
                      <a:endParaRPr lang="en-US" altLang="ko-KR" sz="900" dirty="0">
                        <a:solidFill>
                          <a:schemeClr val="tx1"/>
                        </a:solidFill>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Transaction / Subscription / Not Applicable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0"/>
                  </a:ext>
                </a:extLst>
              </a:tr>
              <a:tr h="237905">
                <a:tc vMerge="1">
                  <a:txBody>
                    <a:bodyPr/>
                    <a:lstStyle/>
                    <a:p>
                      <a:pPr latinLnBrk="0"/>
                      <a:endParaRPr lang="ko-KR" altLang="en-US"/>
                    </a:p>
                  </a:txBody>
                  <a:tcPr/>
                </a:tc>
                <a:tc>
                  <a:txBody>
                    <a:bodyPr/>
                    <a:lstStyle/>
                    <a:p>
                      <a:pPr marL="228600" indent="-228600" algn="l" latinLnBrk="0">
                        <a:buFont typeface="+mj-lt"/>
                        <a:buNone/>
                      </a:pPr>
                      <a:r>
                        <a:rPr lang="en-US" altLang="ko-KR" sz="1000" b="1" dirty="0">
                          <a:solidFill>
                            <a:schemeClr val="tx1"/>
                          </a:solidFill>
                          <a:latin typeface="Arial" pitchFamily="34" charset="0"/>
                          <a:ea typeface="맑은 고딕" pitchFamily="50" charset="-127"/>
                          <a:cs typeface="Arial" pitchFamily="34" charset="0"/>
                        </a:rPr>
                        <a:t>Sound </a:t>
                      </a:r>
                      <a:r>
                        <a:rPr lang="en-US" altLang="ko-KR" sz="1000" b="0" dirty="0">
                          <a:solidFill>
                            <a:schemeClr val="tx1"/>
                          </a:solidFill>
                          <a:latin typeface="Arial" pitchFamily="34" charset="0"/>
                          <a:ea typeface="맑은 고딕" pitchFamily="50" charset="-127"/>
                          <a:cs typeface="Arial" pitchFamily="34" charset="0"/>
                        </a:rPr>
                        <a:t>(For</a:t>
                      </a:r>
                      <a:r>
                        <a:rPr lang="en-US" altLang="ko-KR" sz="1000" b="0" baseline="0" dirty="0">
                          <a:solidFill>
                            <a:schemeClr val="tx1"/>
                          </a:solidFill>
                          <a:latin typeface="Arial" pitchFamily="34" charset="0"/>
                          <a:ea typeface="맑은 고딕" pitchFamily="50" charset="-127"/>
                          <a:cs typeface="Arial" pitchFamily="34" charset="0"/>
                        </a:rPr>
                        <a:t> Game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(not a game; no BGM or sound </a:t>
                      </a:r>
                      <a:r>
                        <a:rPr lang="en-US" altLang="ko-KR" sz="900" b="1" i="0" kern="1200" baseline="0">
                          <a:solidFill>
                            <a:schemeClr val="tx1"/>
                          </a:solidFill>
                          <a:latin typeface="Arial" pitchFamily="34" charset="0"/>
                          <a:ea typeface="맑은 고딕" pitchFamily="50" charset="-127"/>
                          <a:cs typeface="Arial" pitchFamily="34" charset="0"/>
                        </a:rPr>
                        <a:t>effects)</a:t>
                      </a:r>
                      <a:endParaRPr lang="en-US" altLang="ko-KR" sz="900" b="1" i="0" kern="1200" baseline="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0" dirty="0">
                          <a:solidFill>
                            <a:schemeClr val="tx1"/>
                          </a:solidFill>
                          <a:latin typeface="Arial" pitchFamily="34" charset="0"/>
                          <a:ea typeface="맑은 고딕" pitchFamily="50" charset="-127"/>
                          <a:cs typeface="Arial" pitchFamily="34" charset="0"/>
                        </a:rPr>
                        <a:t>BGM (Yes / No), Sound Effect (Yes / No)</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1"/>
                  </a:ext>
                </a:extLst>
              </a:tr>
              <a:tr h="237905">
                <a:tc rowSpan="3">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dirty="0">
                          <a:solidFill>
                            <a:schemeClr val="tx1"/>
                          </a:solidFill>
                          <a:latin typeface="Arial" pitchFamily="34" charset="0"/>
                          <a:ea typeface="맑은 고딕" pitchFamily="50" charset="-127"/>
                          <a:cs typeface="Arial" pitchFamily="34" charset="0"/>
                        </a:rPr>
                        <a:t>Test</a:t>
                      </a:r>
                      <a:r>
                        <a:rPr lang="en-US" altLang="ko-KR" sz="1000" b="1" baseline="0" dirty="0">
                          <a:solidFill>
                            <a:schemeClr val="tx1"/>
                          </a:solidFill>
                          <a:latin typeface="Arial" pitchFamily="34" charset="0"/>
                          <a:ea typeface="맑은 고딕" pitchFamily="50" charset="-127"/>
                          <a:cs typeface="Arial" pitchFamily="34" charset="0"/>
                        </a:rPr>
                        <a:t> Information</a:t>
                      </a:r>
                      <a:endParaRPr lang="ko-KR" altLang="en-US" sz="1000" b="1"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Service URL</a:t>
                      </a:r>
                      <a:r>
                        <a:rPr lang="en-US" altLang="ko-KR" sz="1000" b="1" baseline="0" dirty="0">
                          <a:solidFill>
                            <a:schemeClr val="tx1"/>
                          </a:solidFill>
                          <a:latin typeface="Arial" pitchFamily="34" charset="0"/>
                          <a:ea typeface="맑은 고딕" pitchFamily="50" charset="-127"/>
                          <a:cs typeface="Arial" pitchFamily="34" charset="0"/>
                        </a:rPr>
                        <a:t>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(packaged app)</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for LG Smart World/</a:t>
                      </a:r>
                      <a:r>
                        <a:rPr lang="en-US" altLang="ko-KR" sz="1000" b="0" dirty="0">
                          <a:solidFill>
                            <a:schemeClr val="tx1"/>
                          </a:solidFill>
                          <a:latin typeface="Arial" pitchFamily="34" charset="0"/>
                          <a:ea typeface="맑은 고딕" pitchFamily="50" charset="-127"/>
                          <a:cs typeface="Arial" pitchFamily="34" charset="0"/>
                        </a:rPr>
                        <a:t>LG</a:t>
                      </a:r>
                      <a:r>
                        <a:rPr lang="en-US" altLang="ko-KR" sz="1000" b="0" baseline="0" dirty="0">
                          <a:solidFill>
                            <a:schemeClr val="tx1"/>
                          </a:solidFill>
                          <a:latin typeface="Arial" pitchFamily="34" charset="0"/>
                          <a:ea typeface="맑은 고딕" pitchFamily="50" charset="-127"/>
                          <a:cs typeface="Arial" pitchFamily="34" charset="0"/>
                        </a:rPr>
                        <a:t> Content Store</a:t>
                      </a:r>
                      <a:endParaRPr lang="en-US" altLang="ko-KR"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2"/>
                  </a:ext>
                </a:extLst>
              </a:tr>
              <a:tr h="535281">
                <a:tc vMerge="1">
                  <a:txBody>
                    <a:bodyPr/>
                    <a:lstStyle/>
                    <a:p>
                      <a:pPr algn="l" latinLnBrk="0"/>
                      <a:endParaRPr lang="ko-KR" altLang="en-US" sz="1000" b="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algn="l" latinLnBrk="0"/>
                      <a:r>
                        <a:rPr lang="en-US" altLang="ko-KR" sz="1000" b="1" dirty="0">
                          <a:solidFill>
                            <a:schemeClr val="tx1"/>
                          </a:solidFill>
                          <a:latin typeface="Arial" pitchFamily="34" charset="0"/>
                          <a:ea typeface="맑은 고딕" pitchFamily="50" charset="-127"/>
                          <a:cs typeface="Arial" pitchFamily="34" charset="0"/>
                        </a:rPr>
                        <a:t>Test URL </a:t>
                      </a:r>
                      <a:r>
                        <a:rPr lang="en-US" altLang="ko-KR" sz="1000" b="0" dirty="0">
                          <a:solidFill>
                            <a:schemeClr val="tx1"/>
                          </a:solidFill>
                          <a:latin typeface="Arial" pitchFamily="34" charset="0"/>
                          <a:ea typeface="맑은 고딕" pitchFamily="50" charset="-127"/>
                          <a:cs typeface="Arial" pitchFamily="34" charset="0"/>
                        </a:rPr>
                        <a:t>(For Web</a:t>
                      </a:r>
                      <a:r>
                        <a:rPr lang="en-US" altLang="ko-KR" sz="1000" b="0" baseline="0" dirty="0">
                          <a:solidFill>
                            <a:schemeClr val="tx1"/>
                          </a:solidFill>
                          <a:latin typeface="Arial" pitchFamily="34" charset="0"/>
                          <a:ea typeface="맑은 고딕" pitchFamily="50" charset="-127"/>
                          <a:cs typeface="Arial" pitchFamily="34" charset="0"/>
                        </a:rPr>
                        <a:t> Type)</a:t>
                      </a:r>
                      <a:endParaRPr lang="ko-KR" altLang="en-US" sz="10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Not applicable (the IPK is attached)</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baseline="0" dirty="0">
                          <a:solidFill>
                            <a:schemeClr val="tx1"/>
                          </a:solidFill>
                          <a:latin typeface="Arial" pitchFamily="34" charset="0"/>
                          <a:ea typeface="맑은 고딕" pitchFamily="50" charset="-127"/>
                          <a:cs typeface="Arial" pitchFamily="34" charset="0"/>
                        </a:rPr>
                        <a:t>URL only for QA</a:t>
                      </a:r>
                    </a:p>
                    <a:p>
                      <a:pPr marL="0" marR="0" lvl="0" indent="0" algn="l" defTabSz="914400" rtl="0" eaLnBrk="1" fontAlgn="auto" latinLnBrk="0" hangingPunct="1">
                        <a:lnSpc>
                          <a:spcPct val="100000"/>
                        </a:lnSpc>
                        <a:spcBef>
                          <a:spcPts val="0"/>
                        </a:spcBef>
                        <a:spcAft>
                          <a:spcPts val="0"/>
                        </a:spcAft>
                        <a:buClrTx/>
                        <a:buSzTx/>
                        <a:buFontTx/>
                        <a:buNone/>
                        <a:tabLst/>
                        <a:defRPr/>
                      </a:pPr>
                      <a:r>
                        <a:rPr lang="en-US" altLang="ko-KR" sz="900" b="0" baseline="0" dirty="0">
                          <a:solidFill>
                            <a:schemeClr val="tx1"/>
                          </a:solidFill>
                          <a:latin typeface="Arial" pitchFamily="34" charset="0"/>
                          <a:ea typeface="맑은 고딕" pitchFamily="50" charset="-127"/>
                          <a:cs typeface="Arial" pitchFamily="34" charset="0"/>
                        </a:rPr>
                        <a:t>(If necessary, please attach </a:t>
                      </a:r>
                      <a:r>
                        <a:rPr lang="en-US" altLang="ko-KR" sz="900" b="1" baseline="0" dirty="0">
                          <a:solidFill>
                            <a:schemeClr val="tx1"/>
                          </a:solidFill>
                          <a:latin typeface="Arial" pitchFamily="34" charset="0"/>
                          <a:ea typeface="맑은 고딕" pitchFamily="50" charset="-127"/>
                          <a:cs typeface="Arial" pitchFamily="34" charset="0"/>
                        </a:rPr>
                        <a:t>a test .</a:t>
                      </a:r>
                      <a:r>
                        <a:rPr lang="en-US" altLang="ko-KR" sz="900" b="1" baseline="0" dirty="0" err="1">
                          <a:solidFill>
                            <a:schemeClr val="tx1"/>
                          </a:solidFill>
                          <a:latin typeface="Arial" pitchFamily="34" charset="0"/>
                          <a:ea typeface="맑은 고딕" pitchFamily="50" charset="-127"/>
                          <a:cs typeface="Arial" pitchFamily="34" charset="0"/>
                        </a:rPr>
                        <a:t>ipk</a:t>
                      </a:r>
                      <a:r>
                        <a:rPr lang="en-US" altLang="ko-KR" sz="900" b="1" baseline="0" dirty="0">
                          <a:solidFill>
                            <a:schemeClr val="tx1"/>
                          </a:solidFill>
                          <a:latin typeface="Arial" pitchFamily="34" charset="0"/>
                          <a:ea typeface="맑은 고딕" pitchFamily="50" charset="-127"/>
                          <a:cs typeface="Arial" pitchFamily="34" charset="0"/>
                        </a:rPr>
                        <a:t> file </a:t>
                      </a:r>
                      <a:r>
                        <a:rPr lang="en-US" altLang="ko-KR" sz="900" b="0" baseline="0" dirty="0">
                          <a:solidFill>
                            <a:schemeClr val="tx1"/>
                          </a:solidFill>
                          <a:latin typeface="Arial" pitchFamily="34" charset="0"/>
                          <a:ea typeface="맑은 고딕" pitchFamily="50" charset="-127"/>
                          <a:cs typeface="Arial" pitchFamily="34" charset="0"/>
                        </a:rPr>
                        <a:t>to </a:t>
                      </a:r>
                      <a:r>
                        <a:rPr lang="en-US" altLang="ko-KR" sz="900" b="1" i="1" baseline="0" dirty="0">
                          <a:solidFill>
                            <a:srgbClr val="FF0000"/>
                          </a:solidFill>
                          <a:latin typeface="Arial" pitchFamily="34" charset="0"/>
                          <a:ea typeface="맑은 고딕" pitchFamily="50" charset="-127"/>
                          <a:cs typeface="Arial" pitchFamily="34" charset="0"/>
                        </a:rPr>
                        <a:t>Test IPK File or Test URL </a:t>
                      </a:r>
                      <a:r>
                        <a:rPr lang="en-US" altLang="ko-KR" sz="900" b="0" baseline="0" dirty="0">
                          <a:solidFill>
                            <a:schemeClr val="tx1"/>
                          </a:solidFill>
                          <a:latin typeface="Arial" pitchFamily="34" charset="0"/>
                          <a:ea typeface="맑은 고딕" pitchFamily="50" charset="-127"/>
                          <a:cs typeface="Arial" pitchFamily="34" charset="0"/>
                        </a:rPr>
                        <a:t>section at LG </a:t>
                      </a:r>
                      <a:r>
                        <a:rPr lang="en-US" altLang="ko-KR" sz="900" b="0" i="0" baseline="0" dirty="0">
                          <a:solidFill>
                            <a:schemeClr val="tx1"/>
                          </a:solidFill>
                          <a:latin typeface="Arial" pitchFamily="34" charset="0"/>
                          <a:ea typeface="맑은 고딕" pitchFamily="50" charset="-127"/>
                          <a:cs typeface="Arial" pitchFamily="34" charset="0"/>
                        </a:rPr>
                        <a:t>Seller Lounge</a:t>
                      </a:r>
                      <a:r>
                        <a:rPr lang="en-US" altLang="ko-KR" sz="900" b="0" baseline="0" dirty="0">
                          <a:solidFill>
                            <a:schemeClr val="tx1"/>
                          </a:solidFill>
                          <a:latin typeface="Arial" pitchFamily="34" charset="0"/>
                          <a:ea typeface="맑은 고딕" pitchFamily="50" charset="-127"/>
                          <a:cs typeface="Arial" pitchFamily="34" charset="0"/>
                        </a:rPr>
                        <a:t>)</a:t>
                      </a:r>
                      <a:endParaRPr lang="en-US" altLang="ko-KR" sz="900" b="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3"/>
                  </a:ext>
                </a:extLst>
              </a:tr>
              <a:tr h="237905">
                <a:tc vMerge="1">
                  <a:txBody>
                    <a:bodyPr/>
                    <a:lstStyle/>
                    <a:p>
                      <a:pPr marL="0" marR="0" indent="0" algn="l" defTabSz="914400" rtl="0" eaLnBrk="1" fontAlgn="auto" latinLnBrk="0" hangingPunct="1">
                        <a:lnSpc>
                          <a:spcPct val="100000"/>
                        </a:lnSpc>
                        <a:spcBef>
                          <a:spcPts val="0"/>
                        </a:spcBef>
                        <a:spcAft>
                          <a:spcPts val="0"/>
                        </a:spcAft>
                        <a:buClrTx/>
                        <a:buSzTx/>
                        <a:buFontTx/>
                        <a:buNone/>
                        <a:tabLst/>
                        <a:defRPr/>
                      </a:pPr>
                      <a:endParaRPr lang="ko-KR" altLang="en-US" sz="1000" b="0" i="0" dirty="0">
                        <a:solidFill>
                          <a:srgbClr val="FF0000"/>
                        </a:solidFill>
                        <a:latin typeface="Arial" pitchFamily="34" charset="0"/>
                        <a:ea typeface="맑은 고딕" pitchFamily="50" charset="-127"/>
                        <a:cs typeface="Arial" pitchFamily="34" charset="0"/>
                      </a:endParaRPr>
                    </a:p>
                  </a:txBody>
                  <a:tcPr marL="91439" marR="91439" marT="45717" marB="45717" anchor="ctr">
                    <a:lnL w="12700" cap="flat" cmpd="sng" algn="ctr">
                      <a:noFill/>
                      <a:prstDash val="solid"/>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1000" b="1" i="0" baseline="0" dirty="0">
                          <a:solidFill>
                            <a:schemeClr val="tx1"/>
                          </a:solidFill>
                          <a:latin typeface="Arial" pitchFamily="34" charset="0"/>
                          <a:ea typeface="맑은 고딕" pitchFamily="50" charset="-127"/>
                          <a:cs typeface="Arial" pitchFamily="34" charset="0"/>
                        </a:rPr>
                        <a:t>Service Platform</a:t>
                      </a:r>
                      <a:endParaRPr lang="ko-KR" altLang="en-US" sz="1000" b="0" i="0" dirty="0">
                        <a:solidFill>
                          <a:schemeClr val="tx1"/>
                        </a:solidFill>
                        <a:latin typeface="Arial" pitchFamily="34" charset="0"/>
                        <a:ea typeface="맑은 고딕" pitchFamily="50" charset="-127"/>
                        <a:cs typeface="Arial" pitchFamily="34" charset="0"/>
                      </a:endParaRP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accent3">
                        <a:lumMod val="85000"/>
                      </a:schemeClr>
                    </a:solidFill>
                  </a:tcPr>
                </a:tc>
                <a:tc>
                  <a:txBody>
                    <a:bodyPr/>
                    <a:lstStyle/>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b="1" i="0" kern="1200" baseline="0" dirty="0">
                          <a:solidFill>
                            <a:schemeClr val="tx1"/>
                          </a:solidFill>
                          <a:latin typeface="Arial" pitchFamily="34" charset="0"/>
                          <a:ea typeface="맑은 고딕" pitchFamily="50" charset="-127"/>
                          <a:cs typeface="Arial" pitchFamily="34" charset="0"/>
                        </a:rPr>
                        <a:t>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tc>
                  <a:txBody>
                    <a:bodyPr/>
                    <a:lstStyle/>
                    <a:p>
                      <a:pPr latinLnBrk="0"/>
                      <a:r>
                        <a:rPr lang="en-US" altLang="ko-KR" sz="1000" b="0" dirty="0">
                          <a:solidFill>
                            <a:schemeClr val="tx1"/>
                          </a:solidFill>
                          <a:latin typeface="Arial" pitchFamily="34" charset="0"/>
                          <a:ea typeface="맑은 고딕" pitchFamily="50" charset="-127"/>
                          <a:cs typeface="Arial" pitchFamily="34" charset="0"/>
                        </a:rPr>
                        <a:t>NetCast / webOS</a:t>
                      </a:r>
                    </a:p>
                  </a:txBody>
                  <a:tcPr marL="91442" marR="91442" marT="45718" marB="45718"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solidFill>
                      <a:schemeClr val="bg1"/>
                    </a:solidFill>
                  </a:tcPr>
                </a:tc>
                <a:extLst>
                  <a:ext uri="{0D108BD9-81ED-4DB2-BD59-A6C34878D82A}">
                    <a16:rowId xmlns:a16="http://schemas.microsoft.com/office/drawing/2014/main" val="10014"/>
                  </a:ext>
                </a:extLst>
              </a:tr>
              <a:tr h="1561276">
                <a:tc gridSpan="4">
                  <a:txBody>
                    <a:bodyPr/>
                    <a:lstStyle/>
                    <a:p>
                      <a:pPr latinLnBrk="0"/>
                      <a:r>
                        <a:rPr lang="en-US" altLang="ko-KR" sz="900" b="1" kern="1200" dirty="0">
                          <a:solidFill>
                            <a:schemeClr val="tx1"/>
                          </a:solidFill>
                          <a:latin typeface="Arial" pitchFamily="34" charset="0"/>
                          <a:ea typeface="돋움체" pitchFamily="49" charset="-127"/>
                          <a:cs typeface="Arial" pitchFamily="34" charset="0"/>
                        </a:rPr>
                        <a:t>Notes</a:t>
                      </a:r>
                    </a:p>
                    <a:p>
                      <a:pPr latinLnBrk="0"/>
                      <a:r>
                        <a:rPr lang="en-US" altLang="ko-KR" sz="900" kern="1200" dirty="0">
                          <a:solidFill>
                            <a:schemeClr val="tx1"/>
                          </a:solidFill>
                          <a:latin typeface="Arial" pitchFamily="34" charset="0"/>
                          <a:ea typeface="돋움체" pitchFamily="49" charset="-127"/>
                          <a:cs typeface="Arial" pitchFamily="34" charset="0"/>
                        </a:rPr>
                        <a:t>    1. Correct</a:t>
                      </a:r>
                      <a:r>
                        <a:rPr lang="en-US" altLang="ko-KR" sz="900" kern="1200" baseline="0" dirty="0">
                          <a:solidFill>
                            <a:schemeClr val="tx1"/>
                          </a:solidFill>
                          <a:latin typeface="Arial" pitchFamily="34" charset="0"/>
                          <a:ea typeface="돋움체" pitchFamily="49" charset="-127"/>
                          <a:cs typeface="Arial" pitchFamily="34" charset="0"/>
                        </a:rPr>
                        <a:t> and detailed </a:t>
                      </a:r>
                      <a:r>
                        <a:rPr lang="en-US" altLang="ko-KR" sz="900" kern="1200" dirty="0">
                          <a:solidFill>
                            <a:schemeClr val="tx1"/>
                          </a:solidFill>
                          <a:latin typeface="Arial" pitchFamily="34" charset="0"/>
                          <a:ea typeface="돋움체" pitchFamily="49" charset="-127"/>
                          <a:cs typeface="Arial" pitchFamily="34" charset="0"/>
                        </a:rPr>
                        <a:t>Basic</a:t>
                      </a:r>
                      <a:r>
                        <a:rPr lang="en-US" altLang="ko-KR" sz="900" kern="1200" baseline="0" dirty="0">
                          <a:solidFill>
                            <a:schemeClr val="tx1"/>
                          </a:solidFill>
                          <a:latin typeface="Arial" pitchFamily="34" charset="0"/>
                          <a:ea typeface="돋움체" pitchFamily="49" charset="-127"/>
                          <a:cs typeface="Arial" pitchFamily="34" charset="0"/>
                        </a:rPr>
                        <a:t> Information</a:t>
                      </a:r>
                      <a:r>
                        <a:rPr lang="ko-KR" altLang="en-US" sz="900" kern="1200" dirty="0">
                          <a:solidFill>
                            <a:schemeClr val="tx1"/>
                          </a:solidFill>
                          <a:latin typeface="Arial" pitchFamily="34" charset="0"/>
                          <a:ea typeface="돋움체" pitchFamily="49" charset="-127"/>
                          <a:cs typeface="Arial" pitchFamily="34" charset="0"/>
                        </a:rPr>
                        <a:t> </a:t>
                      </a:r>
                      <a:r>
                        <a:rPr lang="en-US" altLang="ko-KR" sz="900" kern="1200" dirty="0">
                          <a:solidFill>
                            <a:schemeClr val="tx1"/>
                          </a:solidFill>
                          <a:latin typeface="Arial" pitchFamily="34" charset="0"/>
                          <a:ea typeface="돋움체" pitchFamily="49" charset="-127"/>
                          <a:cs typeface="Arial" pitchFamily="34" charset="0"/>
                        </a:rPr>
                        <a:t>required for </a:t>
                      </a:r>
                      <a:r>
                        <a:rPr lang="en-US" altLang="ko-KR" sz="900" kern="1200" baseline="0" dirty="0">
                          <a:solidFill>
                            <a:schemeClr val="tx1"/>
                          </a:solidFill>
                          <a:latin typeface="Arial" pitchFamily="34" charset="0"/>
                          <a:ea typeface="돋움체" pitchFamily="49" charset="-127"/>
                          <a:cs typeface="Arial" pitchFamily="34" charset="0"/>
                        </a:rPr>
                        <a:t>App QA.</a:t>
                      </a:r>
                      <a:endParaRPr lang="en-US" altLang="ko-KR" sz="900" kern="1200" dirty="0">
                        <a:solidFill>
                          <a:schemeClr val="tx1"/>
                        </a:solidFill>
                        <a:latin typeface="Arial" pitchFamily="34" charset="0"/>
                        <a:ea typeface="돋움체" pitchFamily="49" charset="-127"/>
                        <a:cs typeface="Arial" pitchFamily="34" charset="0"/>
                      </a:endParaRPr>
                    </a:p>
                    <a:p>
                      <a:pPr latinLnBrk="0"/>
                      <a:r>
                        <a:rPr lang="en-US" altLang="ko-KR" sz="900" b="0" i="0" dirty="0">
                          <a:solidFill>
                            <a:schemeClr val="tx1"/>
                          </a:solidFill>
                          <a:latin typeface="Arial" pitchFamily="34" charset="0"/>
                          <a:ea typeface="맑은 고딕" pitchFamily="50" charset="-127"/>
                          <a:cs typeface="Arial" pitchFamily="34" charset="0"/>
                        </a:rPr>
                        <a:t>    2. </a:t>
                      </a:r>
                      <a:r>
                        <a:rPr lang="en-US" sz="900" kern="1200" dirty="0">
                          <a:solidFill>
                            <a:schemeClr val="tx1"/>
                          </a:solidFill>
                          <a:latin typeface="Arial" pitchFamily="34" charset="0"/>
                          <a:ea typeface="Arial Unicode MS" pitchFamily="50" charset="-127"/>
                          <a:cs typeface="Arial" pitchFamily="34" charset="0"/>
                        </a:rPr>
                        <a:t>If you indicate Geo-IP Blocking as “Yes” you must white list the range of IPs required by the QA Team for testing. </a:t>
                      </a:r>
                      <a:r>
                        <a:rPr lang="en-US" sz="900" i="0" kern="1200" dirty="0">
                          <a:solidFill>
                            <a:schemeClr val="tx1"/>
                          </a:solidFill>
                          <a:latin typeface="Arial" pitchFamily="34" charset="0"/>
                          <a:ea typeface="Arial Unicode MS" pitchFamily="50" charset="-127"/>
                          <a:cs typeface="Arial" pitchFamily="34" charset="0"/>
                        </a:rPr>
                        <a:t>Please request the range of IPs to white list through the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LG</a:t>
                      </a:r>
                      <a:r>
                        <a:rPr lang="ko-KR" altLang="en-US" sz="900" i="0" kern="120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Lounge 1:1 Inquiry.</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3. You can use a 3rd party billing system for Paid Content. You shall be aware that you are liable for all claims arising from the use of a 3rd party billing system.</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4. You can monetize your application with in-app advertising services with a 3rd party ad platform. </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baseline="0" dirty="0">
                          <a:solidFill>
                            <a:schemeClr val="tx1"/>
                          </a:solidFill>
                          <a:latin typeface="Arial" pitchFamily="34" charset="0"/>
                          <a:ea typeface="Arial Unicode MS" pitchFamily="50" charset="-127"/>
                          <a:cs typeface="Arial" pitchFamily="34" charset="0"/>
                        </a:rPr>
                        <a:t>        </a:t>
                      </a:r>
                      <a:r>
                        <a:rPr lang="en-US" sz="900" i="0" kern="1200" dirty="0">
                          <a:solidFill>
                            <a:schemeClr val="tx1"/>
                          </a:solidFill>
                          <a:latin typeface="Arial" pitchFamily="34" charset="0"/>
                          <a:ea typeface="Arial Unicode MS" pitchFamily="50" charset="-127"/>
                          <a:cs typeface="Arial" pitchFamily="34" charset="0"/>
                        </a:rPr>
                        <a:t>Seller shall not violate LG’s content guideline and will be solely responsible for any claims from violation of the content guideline.</a:t>
                      </a:r>
                    </a:p>
                    <a:p>
                      <a:pPr marL="0" marR="0" indent="0" algn="l" defTabSz="914400" rtl="0" eaLnBrk="1" fontAlgn="auto" latinLnBrk="0" hangingPunct="1">
                        <a:lnSpc>
                          <a:spcPct val="100000"/>
                        </a:lnSpc>
                        <a:spcBef>
                          <a:spcPts val="0"/>
                        </a:spcBef>
                        <a:spcAft>
                          <a:spcPts val="0"/>
                        </a:spcAft>
                        <a:buClrTx/>
                        <a:buSzTx/>
                        <a:buFontTx/>
                        <a:buNone/>
                        <a:tabLst/>
                        <a:defRPr/>
                      </a:pPr>
                      <a:r>
                        <a:rPr lang="en-US" sz="900" i="0" kern="1200" dirty="0">
                          <a:solidFill>
                            <a:schemeClr val="tx1"/>
                          </a:solidFill>
                          <a:latin typeface="Arial" pitchFamily="34" charset="0"/>
                          <a:ea typeface="Arial Unicode MS" pitchFamily="50" charset="-127"/>
                          <a:cs typeface="Arial" pitchFamily="34" charset="0"/>
                        </a:rPr>
                        <a:t>    5. </a:t>
                      </a:r>
                      <a:r>
                        <a:rPr lang="en-US" altLang="ko-KR" sz="900" i="0" kern="1200" dirty="0">
                          <a:solidFill>
                            <a:schemeClr val="tx1"/>
                          </a:solidFill>
                          <a:latin typeface="Arial" pitchFamily="34" charset="0"/>
                          <a:ea typeface="돋움체" pitchFamily="49" charset="-127"/>
                          <a:cs typeface="Arial" pitchFamily="34" charset="0"/>
                        </a:rPr>
                        <a:t>Game</a:t>
                      </a:r>
                      <a:r>
                        <a:rPr lang="en-US" altLang="ko-KR" sz="900" i="0" kern="1200" baseline="0" dirty="0">
                          <a:solidFill>
                            <a:schemeClr val="tx1"/>
                          </a:solidFill>
                          <a:latin typeface="Arial" pitchFamily="34" charset="0"/>
                          <a:ea typeface="돋움체" pitchFamily="49" charset="-127"/>
                          <a:cs typeface="Arial" pitchFamily="34" charset="0"/>
                        </a:rPr>
                        <a:t> apps: If there is sound, detailed description of the BGM / Sound Effects, etc. is required.</a:t>
                      </a:r>
                      <a:endParaRPr lang="en-US" altLang="ko-KR" sz="900" i="0" kern="1200" baseline="0" dirty="0">
                        <a:solidFill>
                          <a:schemeClr val="tx1"/>
                        </a:solidFill>
                        <a:latin typeface="Arial" pitchFamily="34" charset="0"/>
                        <a:ea typeface="Arial Unicode MS" pitchFamily="50" charset="-127"/>
                        <a:cs typeface="Arial" pitchFamily="34" charset="0"/>
                      </a:endParaRPr>
                    </a:p>
                    <a:p>
                      <a:pPr marL="0" marR="0" indent="0" algn="l" defTabSz="914400" rtl="0" eaLnBrk="1" fontAlgn="auto" latinLnBrk="0" hangingPunct="1">
                        <a:lnSpc>
                          <a:spcPct val="100000"/>
                        </a:lnSpc>
                        <a:spcBef>
                          <a:spcPts val="0"/>
                        </a:spcBef>
                        <a:spcAft>
                          <a:spcPts val="0"/>
                        </a:spcAft>
                        <a:buClrTx/>
                        <a:buSzTx/>
                        <a:buFontTx/>
                        <a:buNone/>
                        <a:tabLst/>
                        <a:defRPr/>
                      </a:pPr>
                      <a:r>
                        <a:rPr lang="en-US" altLang="ko-KR" sz="900" i="0" kern="1200" baseline="0" dirty="0">
                          <a:solidFill>
                            <a:schemeClr val="tx1"/>
                          </a:solidFill>
                          <a:latin typeface="Arial" pitchFamily="34" charset="0"/>
                          <a:ea typeface="Arial Unicode MS" pitchFamily="50" charset="-127"/>
                          <a:cs typeface="Arial" pitchFamily="34" charset="0"/>
                        </a:rPr>
                        <a:t>    6. </a:t>
                      </a:r>
                      <a:r>
                        <a:rPr lang="en-US" altLang="ko-KR" sz="900" i="0" kern="1200" dirty="0">
                          <a:solidFill>
                            <a:schemeClr val="tx1"/>
                          </a:solidFill>
                          <a:latin typeface="Arial" pitchFamily="34" charset="0"/>
                          <a:ea typeface="Arial Unicode MS" pitchFamily="50" charset="-127"/>
                          <a:cs typeface="Arial" pitchFamily="34" charset="0"/>
                        </a:rPr>
                        <a:t>Even though there may be no payment process within the app itself, having any related payment process outside the app such as paying on the app’s website, converting to a paid account, etc., will categorize the app as having Paid Content. If this is the case for your app, add detailed guidelines regarding the app’s paid content on the UX Scenario document, and mark the Paid Content option as “Transaction” or “Subscription” on the LG Seller Lounge. You can also mark the both options together.</a:t>
                      </a:r>
                      <a:endParaRPr lang="ko-KR" altLang="ko-KR" sz="900" i="0" kern="1200" dirty="0">
                        <a:solidFill>
                          <a:schemeClr val="tx1"/>
                        </a:solidFill>
                        <a:highlight>
                          <a:srgbClr val="FFFF00"/>
                        </a:highlight>
                        <a:latin typeface="Arial" pitchFamily="34" charset="0"/>
                        <a:ea typeface="Arial Unicode MS" pitchFamily="50" charset="-127"/>
                        <a:cs typeface="Arial" pitchFamily="34" charset="0"/>
                      </a:endParaRPr>
                    </a:p>
                  </a:txBody>
                  <a:tcPr marL="91442" marR="91442" marT="45718" marB="45718" anchor="ctr">
                    <a:lnL w="12700" cap="flat" cmpd="sng" algn="ctr">
                      <a:noFill/>
                      <a:prstDash val="solid"/>
                      <a:round/>
                      <a:headEnd type="none" w="med" len="med"/>
                      <a:tailEnd type="none" w="med" len="med"/>
                    </a:lnL>
                    <a:lnR w="12700" cap="flat" cmpd="sng" algn="ctr">
                      <a:noFill/>
                      <a:prstDash val="sysDot"/>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accent3">
                        <a:lumMod val="85000"/>
                      </a:schemeClr>
                    </a:solidFill>
                  </a:tcPr>
                </a:tc>
                <a:tc hMerge="1">
                  <a:txBody>
                    <a:bodyPr/>
                    <a:lstStyle/>
                    <a:p>
                      <a:pPr latinLnBrk="0"/>
                      <a:endParaRPr lang="ko-KR" altLang="en-US"/>
                    </a:p>
                  </a:txBody>
                  <a:tcPr/>
                </a:tc>
                <a:tc hMerge="1">
                  <a:txBody>
                    <a:bodyPr/>
                    <a:lstStyle/>
                    <a:p>
                      <a:pPr algn="l" latinLnBrk="0"/>
                      <a:endParaRPr lang="en-US" altLang="ko-KR" sz="1100" b="0" dirty="0">
                        <a:solidFill>
                          <a:schemeClr val="tx1"/>
                        </a:solidFill>
                        <a:latin typeface="맑은 고딕" pitchFamily="50" charset="-127"/>
                        <a:ea typeface="맑은 고딕" pitchFamily="50" charset="-127"/>
                      </a:endParaRPr>
                    </a:p>
                  </a:txBody>
                  <a:tcPr anchor="ctr">
                    <a:lnL w="12700" cap="flat" cmpd="sng" algn="ctr">
                      <a:solidFill>
                        <a:schemeClr val="tx1"/>
                      </a:solidFill>
                      <a:prstDash val="sysDot"/>
                      <a:round/>
                      <a:headEnd type="none" w="med" len="med"/>
                      <a:tailEnd type="none" w="med" len="med"/>
                    </a:lnL>
                    <a:lnR w="12700" cap="flat" cmpd="sng" algn="ctr">
                      <a:noFill/>
                      <a:prstDash val="solid"/>
                      <a:round/>
                      <a:headEnd type="none" w="med" len="med"/>
                      <a:tailEnd type="none" w="med" len="med"/>
                    </a:lnR>
                    <a:lnT w="12700" cap="flat" cmpd="sng" algn="ctr">
                      <a:solidFill>
                        <a:schemeClr val="tx1"/>
                      </a:solidFill>
                      <a:prstDash val="sysDot"/>
                      <a:round/>
                      <a:headEnd type="none" w="med" len="med"/>
                      <a:tailEnd type="none" w="med" len="med"/>
                    </a:lnT>
                    <a:lnB w="3175" cap="flat" cmpd="sng" algn="ctr">
                      <a:solidFill>
                        <a:schemeClr val="tx1"/>
                      </a:solidFill>
                      <a:prstDash val="solid"/>
                      <a:round/>
                      <a:headEnd type="none" w="med" len="med"/>
                      <a:tailEnd type="none" w="med" len="med"/>
                    </a:lnB>
                    <a:solidFill>
                      <a:schemeClr val="bg1"/>
                    </a:solidFill>
                  </a:tcPr>
                </a:tc>
                <a:tc hMerge="1">
                  <a:txBody>
                    <a:bodyPr/>
                    <a:lstStyle/>
                    <a:p>
                      <a:pPr latinLnBrk="0"/>
                      <a:endParaRPr lang="ko-KR" altLang="en-US"/>
                    </a:p>
                  </a:txBody>
                  <a:tcPr/>
                </a:tc>
                <a:extLst>
                  <a:ext uri="{0D108BD9-81ED-4DB2-BD59-A6C34878D82A}">
                    <a16:rowId xmlns:a16="http://schemas.microsoft.com/office/drawing/2014/main" val="10015"/>
                  </a:ext>
                </a:extLst>
              </a:tr>
            </a:tbl>
          </a:graphicData>
        </a:graphic>
      </p:graphicFrame>
      <p:sp>
        <p:nvSpPr>
          <p:cNvPr id="4" name="텍스트 개체 틀 3">
            <a:extLst>
              <a:ext uri="{FF2B5EF4-FFF2-40B4-BE49-F238E27FC236}">
                <a16:creationId xmlns:a16="http://schemas.microsoft.com/office/drawing/2014/main" id="{434D8D2A-E9AF-E516-1481-84377A8FF7C8}"/>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cs typeface="Arial" pitchFamily="34" charset="0"/>
              </a:rPr>
              <a:t>1. Basic Information</a:t>
            </a:r>
            <a:endParaRPr>
              <a:latin typeface="Arial" pitchFamily="34" charset="0"/>
              <a:cs typeface="Arial" pitchFamily="34" charset="0"/>
            </a:endParaRPr>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aphicFrame>
        <p:nvGraphicFramePr>
          <p:cNvPr id="15361" name="Group 1">
            <a:extLst>
              <a:ext uri="{FF2B5EF4-FFF2-40B4-BE49-F238E27FC236}">
                <a16:creationId xmlns:a16="http://schemas.microsoft.com/office/drawing/2014/main" id="{91E605E2-D945-CD96-AE1A-D128130B9FE8}"/>
              </a:ext>
            </a:extLst>
          </p:cNvPr>
          <p:cNvGraphicFramePr>
            <a:graphicFrameLocks noGrp="1"/>
          </p:cNvGraphicFramePr>
          <p:nvPr>
            <p:extLst>
              <p:ext uri="{D42A27DB-BD31-4B8C-83A1-F6EECF244321}">
                <p14:modId xmlns:p14="http://schemas.microsoft.com/office/powerpoint/2010/main" val="1401096595"/>
              </p:ext>
            </p:extLst>
          </p:nvPr>
        </p:nvGraphicFramePr>
        <p:xfrm>
          <a:off x="166688" y="765175"/>
          <a:ext cx="9501187" cy="5397500"/>
        </p:xfrm>
        <a:graphic>
          <a:graphicData uri="http://schemas.openxmlformats.org/drawingml/2006/table">
            <a:tbl>
              <a:tblPr/>
              <a:tblGrid>
                <a:gridCol w="730250">
                  <a:extLst>
                    <a:ext uri="{9D8B030D-6E8A-4147-A177-3AD203B41FA5}">
                      <a16:colId xmlns:a16="http://schemas.microsoft.com/office/drawing/2014/main" val="20000"/>
                    </a:ext>
                  </a:extLst>
                </a:gridCol>
                <a:gridCol w="1169987">
                  <a:extLst>
                    <a:ext uri="{9D8B030D-6E8A-4147-A177-3AD203B41FA5}">
                      <a16:colId xmlns:a16="http://schemas.microsoft.com/office/drawing/2014/main" val="20001"/>
                    </a:ext>
                  </a:extLst>
                </a:gridCol>
                <a:gridCol w="1028700">
                  <a:extLst>
                    <a:ext uri="{9D8B030D-6E8A-4147-A177-3AD203B41FA5}">
                      <a16:colId xmlns:a16="http://schemas.microsoft.com/office/drawing/2014/main" val="20002"/>
                    </a:ext>
                  </a:extLst>
                </a:gridCol>
                <a:gridCol w="3286125">
                  <a:extLst>
                    <a:ext uri="{9D8B030D-6E8A-4147-A177-3AD203B41FA5}">
                      <a16:colId xmlns:a16="http://schemas.microsoft.com/office/drawing/2014/main" val="20003"/>
                    </a:ext>
                  </a:extLst>
                </a:gridCol>
                <a:gridCol w="3286125">
                  <a:extLst>
                    <a:ext uri="{9D8B030D-6E8A-4147-A177-3AD203B41FA5}">
                      <a16:colId xmlns:a16="http://schemas.microsoft.com/office/drawing/2014/main" val="20004"/>
                    </a:ext>
                  </a:extLst>
                </a:gridCol>
              </a:tblGrid>
              <a:tr h="411145">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No.</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Sent</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Version</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File Name</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400" b="1" i="0" u="none" strike="noStrike" cap="none" normalizeH="0" baseline="0">
                          <a:ln>
                            <a:noFill/>
                          </a:ln>
                          <a:solidFill>
                            <a:srgbClr val="FFFFFF"/>
                          </a:solidFill>
                          <a:effectLst>
                            <a:outerShdw blurRad="38100" dist="38100" dir="2700000" algn="tl">
                              <a:srgbClr val="000000"/>
                            </a:outerShdw>
                          </a:effectLst>
                          <a:latin typeface="Arial" panose="020B0604020202020204" pitchFamily="34" charset="0"/>
                          <a:ea typeface="맑은 고딕" panose="020B0503020000020004" pitchFamily="50" charset="-127"/>
                        </a:rPr>
                        <a:t>Contents</a:t>
                      </a:r>
                    </a:p>
                  </a:txBody>
                  <a:tcPr marL="89985" marR="89985" marT="55862" marB="46792" anchor="ctr" horzOverflow="overflow">
                    <a:lnL w="1440" cap="flat" cmpd="sng" algn="ctr">
                      <a:solidFill>
                        <a:srgbClr val="000000"/>
                      </a:solidFill>
                      <a:prstDash val="solid"/>
                      <a:round/>
                      <a:headEnd type="none" w="med" len="med"/>
                      <a:tailEnd type="none" w="med" len="med"/>
                    </a:lnL>
                    <a:lnR w="1440" cap="flat" cmpd="sng" algn="ctr">
                      <a:solidFill>
                        <a:srgbClr val="000000"/>
                      </a:solidFill>
                      <a:prstDash val="solid"/>
                      <a:round/>
                      <a:headEnd type="none" w="med" len="med"/>
                      <a:tailEnd type="none" w="med" len="med"/>
                    </a:lnR>
                    <a:lnT w="1440" cap="flat" cmpd="sng" algn="ctr">
                      <a:solidFill>
                        <a:srgbClr val="000000"/>
                      </a:solidFill>
                      <a:prstDash val="solid"/>
                      <a:round/>
                      <a:headEnd type="none" w="med" len="med"/>
                      <a:tailEnd type="none" w="med" len="med"/>
                    </a:lnT>
                    <a:lnB w="1440" cap="flat" cmpd="sng" algn="ctr">
                      <a:solidFill>
                        <a:srgbClr val="000000"/>
                      </a:solidFill>
                      <a:prstDash val="solid"/>
                      <a:round/>
                      <a:headEnd type="none" w="med" len="med"/>
                      <a:tailEnd type="none" w="med" len="med"/>
                    </a:lnB>
                    <a:lnTlToBr>
                      <a:noFill/>
                    </a:lnTlToBr>
                    <a:lnBlToTr>
                      <a:noFill/>
                    </a:lnBlToTr>
                    <a:solidFill>
                      <a:srgbClr val="404040"/>
                    </a:solidFill>
                  </a:tcPr>
                </a:tc>
                <a:extLst>
                  <a:ext uri="{0D108BD9-81ED-4DB2-BD59-A6C34878D82A}">
                    <a16:rowId xmlns:a16="http://schemas.microsoft.com/office/drawing/2014/main" val="10000"/>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a:t>
                      </a: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10.10.2026</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rPr>
                        <a:t>1.0.0</a:t>
                      </a: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Zaplist_UX_Scenario_1.0.0</a:t>
                      </a: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r>
                        <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rPr>
                        <a:t>Initial document</a:t>
                      </a: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440" cap="flat" cmpd="sng" algn="ctr">
                      <a:solidFill>
                        <a:srgbClr val="000000"/>
                      </a:solidFill>
                      <a:prstDash val="solid"/>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1"/>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2"/>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3"/>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4"/>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5"/>
                  </a:ext>
                </a:extLst>
              </a:tr>
              <a:tr h="43495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4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Arial" panose="020B0604020202020204" pitchFamily="34" charset="0"/>
                        <a:ea typeface="맑은 고딕" panose="020B0503020000020004" pitchFamily="50" charset="-127"/>
                      </a:endParaRPr>
                    </a:p>
                  </a:txBody>
                  <a:tcPr marL="89985" marR="89985" marT="55106"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6"/>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7"/>
                  </a:ext>
                </a:extLst>
              </a:tr>
              <a:tr h="514566">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2800" b="0" i="0" u="none" strike="noStrike" cap="none" normalizeH="0" baseline="0">
                        <a:ln>
                          <a:noFill/>
                        </a:ln>
                        <a:solidFill>
                          <a:srgbClr val="000000"/>
                        </a:solidFill>
                        <a:effectLst/>
                        <a:latin typeface="굴림" panose="020B0600000101010101" pitchFamily="50" charset="-127"/>
                        <a:ea typeface="굴림" panose="020B0600000101010101"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8"/>
                  </a:ext>
                </a:extLst>
              </a:tr>
              <a:tr h="4444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09"/>
                  </a:ext>
                </a:extLst>
              </a:tr>
              <a:tr h="493690">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12700" cap="flat" cmpd="sng" algn="ctr">
                      <a:solidFill>
                        <a:schemeClr val="tx1"/>
                      </a:solidFill>
                      <a:prstDash val="sysDot"/>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0"/>
                  </a:ext>
                </a:extLst>
              </a:tr>
              <a:tr h="431781">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a:noFill/>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ctr"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w="12700" cap="flat" cmpd="sng" algn="ctr">
                      <a:solidFill>
                        <a:schemeClr val="tx1"/>
                      </a:solidFill>
                      <a:prstDash val="sysDot"/>
                      <a:round/>
                      <a:headEnd type="none" w="med" len="med"/>
                      <a:tailEnd type="none" w="med" len="med"/>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tc>
                  <a:txBody>
                    <a:bodyPr/>
                    <a:lstStyle>
                      <a:lvl1pPr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800">
                          <a:solidFill>
                            <a:schemeClr val="tx1"/>
                          </a:solidFill>
                          <a:latin typeface="굴림" panose="020B0600000101010101" pitchFamily="50" charset="-127"/>
                          <a:ea typeface="굴림" panose="020B0600000101010101" pitchFamily="50" charset="-127"/>
                        </a:defRPr>
                      </a:lvl1pPr>
                      <a:lvl2pPr marL="742950" indent="-28575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400">
                          <a:solidFill>
                            <a:schemeClr val="tx1"/>
                          </a:solidFill>
                          <a:latin typeface="굴림" panose="020B0600000101010101" pitchFamily="50" charset="-127"/>
                          <a:ea typeface="굴림" panose="020B0600000101010101" pitchFamily="50" charset="-127"/>
                        </a:defRPr>
                      </a:lvl2pPr>
                      <a:lvl3pPr marL="11430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sz="2000">
                          <a:solidFill>
                            <a:schemeClr val="tx1"/>
                          </a:solidFill>
                          <a:latin typeface="굴림" panose="020B0600000101010101" pitchFamily="50" charset="-127"/>
                          <a:ea typeface="굴림" panose="020B0600000101010101" pitchFamily="50" charset="-127"/>
                        </a:defRPr>
                      </a:lvl3pPr>
                      <a:lvl4pPr marL="16002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4pPr>
                      <a:lvl5pPr marL="2057400" indent="-228600" defTabSz="449263" latinLnBrk="0">
                        <a:spcBef>
                          <a:spcPct val="20000"/>
                        </a:spcBef>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5pPr>
                      <a:lvl6pPr marL="25146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6pPr>
                      <a:lvl7pPr marL="29718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7pPr>
                      <a:lvl8pPr marL="34290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8pPr>
                      <a:lvl9pPr marL="3886200" indent="-228600" defTabSz="449263" eaLnBrk="0" fontAlgn="base" hangingPunct="0">
                        <a:spcBef>
                          <a:spcPct val="20000"/>
                        </a:spcBef>
                        <a:spcAft>
                          <a:spcPct val="0"/>
                        </a:spcAft>
                        <a:tabLst>
                          <a:tab pos="0" algn="l"/>
                          <a:tab pos="914400" algn="l"/>
                          <a:tab pos="1828800" algn="l"/>
                          <a:tab pos="2743200" algn="l"/>
                          <a:tab pos="3657600" algn="l"/>
                          <a:tab pos="4572000" algn="l"/>
                          <a:tab pos="5486400" algn="l"/>
                          <a:tab pos="6400800" algn="l"/>
                          <a:tab pos="7315200" algn="l"/>
                          <a:tab pos="8229600" algn="l"/>
                          <a:tab pos="9144000" algn="l"/>
                          <a:tab pos="10058400" algn="l"/>
                        </a:tabLst>
                        <a:defRPr kumimoji="1">
                          <a:solidFill>
                            <a:schemeClr val="tx1"/>
                          </a:solidFill>
                          <a:latin typeface="굴림" panose="020B0600000101010101" pitchFamily="50" charset="-127"/>
                          <a:ea typeface="굴림" panose="020B0600000101010101" pitchFamily="50" charset="-127"/>
                        </a:defRPr>
                      </a:lvl9pPr>
                    </a:lstStyle>
                    <a:p>
                      <a:pPr marL="0" marR="0" lvl="0" indent="0" algn="l" defTabSz="449263" rtl="0" eaLnBrk="1" fontAlgn="base" latinLnBrk="0" hangingPunct="1">
                        <a:lnSpc>
                          <a:spcPct val="98000"/>
                        </a:lnSpc>
                        <a:spcBef>
                          <a:spcPct val="0"/>
                        </a:spcBef>
                        <a:spcAft>
                          <a:spcPct val="0"/>
                        </a:spcAft>
                        <a:buClrTx/>
                        <a:buSzPct val="100000"/>
                        <a:buFontTx/>
                        <a:buNone/>
                        <a:tabLst>
                          <a:tab pos="0" algn="l"/>
                          <a:tab pos="914400" algn="l"/>
                          <a:tab pos="1828800" algn="l"/>
                          <a:tab pos="2743200" algn="l"/>
                          <a:tab pos="3657600" algn="l"/>
                          <a:tab pos="4572000" algn="l"/>
                          <a:tab pos="5486400" algn="l"/>
                          <a:tab pos="6400800" algn="l"/>
                          <a:tab pos="7315200" algn="l"/>
                          <a:tab pos="8229600" algn="l"/>
                          <a:tab pos="9144000" algn="l"/>
                          <a:tab pos="10058400" algn="l"/>
                        </a:tabLst>
                      </a:pPr>
                      <a:endParaRPr kumimoji="0" lang="en-US" altLang="ko-KR" sz="1100" b="0" i="0" u="none" strike="noStrike" cap="none" normalizeH="0" baseline="0">
                        <a:ln>
                          <a:noFill/>
                        </a:ln>
                        <a:solidFill>
                          <a:srgbClr val="000000"/>
                        </a:solidFill>
                        <a:effectLst/>
                        <a:latin typeface="맑은 고딕" panose="020B0503020000020004" pitchFamily="50" charset="-127"/>
                        <a:ea typeface="맑은 고딕" panose="020B0503020000020004" pitchFamily="50" charset="-127"/>
                      </a:endParaRPr>
                    </a:p>
                  </a:txBody>
                  <a:tcPr marL="89985" marR="89985" marT="49563" marB="46792" anchor="ctr" horzOverflow="overflow">
                    <a:lnL w="12700" cap="flat" cmpd="sng" algn="ctr">
                      <a:solidFill>
                        <a:schemeClr val="tx1"/>
                      </a:solidFill>
                      <a:prstDash val="sysDot"/>
                      <a:round/>
                      <a:headEnd type="none" w="med" len="med"/>
                      <a:tailEnd type="none" w="med" len="med"/>
                    </a:lnL>
                    <a:lnR>
                      <a:noFill/>
                    </a:lnR>
                    <a:lnT w="12700" cap="flat" cmpd="sng" algn="ctr">
                      <a:solidFill>
                        <a:schemeClr val="tx1"/>
                      </a:solidFill>
                      <a:prstDash val="sysDot"/>
                      <a:round/>
                      <a:headEnd type="none" w="med" len="med"/>
                      <a:tailEnd type="none" w="med" len="med"/>
                    </a:lnT>
                    <a:lnB w="6350" cap="flat" cmpd="sng" algn="ctr">
                      <a:solidFill>
                        <a:schemeClr val="tx1"/>
                      </a:solidFill>
                      <a:prstDash val="solid"/>
                      <a:round/>
                      <a:headEnd type="none" w="med" len="med"/>
                      <a:tailEnd type="none" w="med" len="med"/>
                    </a:lnB>
                    <a:lnTlToBr>
                      <a:noFill/>
                    </a:lnTlToBr>
                    <a:lnBlToTr>
                      <a:noFill/>
                    </a:lnBlToTr>
                    <a:solidFill>
                      <a:srgbClr val="FFFFFF"/>
                    </a:solidFill>
                  </a:tcPr>
                </a:tc>
                <a:extLst>
                  <a:ext uri="{0D108BD9-81ED-4DB2-BD59-A6C34878D82A}">
                    <a16:rowId xmlns:a16="http://schemas.microsoft.com/office/drawing/2014/main" val="10011"/>
                  </a:ext>
                </a:extLst>
              </a:tr>
            </a:tbl>
          </a:graphicData>
        </a:graphic>
      </p:graphicFrame>
      <p:sp>
        <p:nvSpPr>
          <p:cNvPr id="20566" name="Text Box 163">
            <a:extLst>
              <a:ext uri="{FF2B5EF4-FFF2-40B4-BE49-F238E27FC236}">
                <a16:creationId xmlns:a16="http://schemas.microsoft.com/office/drawing/2014/main" id="{9DA8D8AA-4A53-EE64-E1A9-05D3B1F61BEA}"/>
              </a:ext>
            </a:extLst>
          </p:cNvPr>
          <p:cNvSpPr txBox="1">
            <a:spLocks noChangeArrowheads="1"/>
          </p:cNvSpPr>
          <p:nvPr/>
        </p:nvSpPr>
        <p:spPr bwMode="auto">
          <a:xfrm>
            <a:off x="0" y="188913"/>
            <a:ext cx="7759700" cy="3683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round/>
                <a:headEnd/>
                <a:tailEnd/>
              </a14:hiddenLine>
            </a:ext>
          </a:extLst>
        </p:spPr>
        <p:txBody>
          <a:bodyPr lIns="89986" tIns="46793" rIns="89986" bIns="46793"/>
          <a:lstStyle>
            <a:lvl1pPr marL="342900" indent="-341313">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1pPr>
            <a:lvl2pPr marL="742950" indent="-28575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2pPr>
            <a:lvl3pPr marL="11430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3pPr>
            <a:lvl4pPr marL="16002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4pPr>
            <a:lvl5pPr marL="2057400" indent="-228600">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tabLst>
                <a:tab pos="912813" algn="l"/>
                <a:tab pos="1827213" algn="l"/>
                <a:tab pos="2741613" algn="l"/>
                <a:tab pos="3656013" algn="l"/>
                <a:tab pos="4570413" algn="l"/>
                <a:tab pos="5484813" algn="l"/>
                <a:tab pos="6399213" algn="l"/>
                <a:tab pos="7313613" algn="l"/>
                <a:tab pos="8228013" algn="l"/>
                <a:tab pos="9142413" algn="l"/>
                <a:tab pos="10056813" algn="l"/>
              </a:tabLst>
              <a:defRPr>
                <a:solidFill>
                  <a:schemeClr val="tx1"/>
                </a:solidFill>
                <a:latin typeface="Wingdings 2" panose="05020102010507070707" pitchFamily="18" charset="2"/>
                <a:ea typeface="굴림" panose="020B0600000101010101" pitchFamily="34" charset="-127"/>
              </a:defRPr>
            </a:lvl9pPr>
          </a:lstStyle>
          <a:p>
            <a:pPr latinLnBrk="0">
              <a:spcBef>
                <a:spcPts val="1125"/>
              </a:spcBef>
            </a:pPr>
            <a:r>
              <a:rPr lang="en-US" altLang="ru-RU" b="1">
                <a:solidFill>
                  <a:srgbClr val="000000"/>
                </a:solidFill>
                <a:latin typeface="Arial" panose="020B0604020202020204" pitchFamily="34" charset="0"/>
                <a:ea typeface="맑은 고딕" panose="020B0503020000020004" pitchFamily="34" charset="-127"/>
                <a:cs typeface="Arial" panose="020B0604020202020204" pitchFamily="34" charset="0"/>
              </a:rPr>
              <a:t>2. Document History</a:t>
            </a:r>
          </a:p>
        </p:txBody>
      </p:sp>
    </p:spTree>
  </p:cSld>
  <p:clrMapOvr>
    <a:masterClrMapping/>
  </p:clrMapOvr>
  <p:transition spd="med"/>
  <p:timing>
    <p:tnLst>
      <p:par>
        <p:cTn id="1" dur="indefinite" restart="never" nodeType="tmRoot">
          <p:childTnLst>
            <p:seq concurrent="1" nextAc="seek">
              <p:cTn id="2" dur="0" nodeType="mainSeq"/>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6357ED68-8875-E916-C320-07E179722079}"/>
              </a:ext>
            </a:extLst>
          </p:cNvPr>
          <p:cNvSpPr/>
          <p:nvPr/>
        </p:nvSpPr>
        <p:spPr bwMode="auto">
          <a:xfrm>
            <a:off x="9525"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Everything also works with the arrows and OK alone: the Magic Remote has no color or media keys, so each color-key and media-key action also has an on-screen button.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Home, Exit, volume and input keys are handled by the </a:t>
            </a:r>
            <a:r>
              <a:rPr lang="en-US" altLang="ko-KR" sz="900">
                <a:latin typeface="Arial" pitchFamily="34" charset="0"/>
                <a:ea typeface="굴림" panose="020B0600000101010101" pitchFamily="50" charset="-127"/>
                <a:cs typeface="Arial" pitchFamily="34" charset="0"/>
              </a:rPr>
              <a:t>TV.</a:t>
            </a:r>
            <a:endParaRPr lang="en-US" altLang="ko-KR" sz="900" dirty="0">
              <a:latin typeface="Arial" pitchFamily="34" charset="0"/>
              <a:ea typeface="굴림" panose="020B0600000101010101" pitchFamily="50" charset="-127"/>
              <a:cs typeface="Arial" pitchFamily="34" charset="0"/>
            </a:endParaRPr>
          </a:p>
        </p:txBody>
      </p:sp>
      <p:sp>
        <p:nvSpPr>
          <p:cNvPr id="22531" name="TextBox 5">
            <a:extLst>
              <a:ext uri="{FF2B5EF4-FFF2-40B4-BE49-F238E27FC236}">
                <a16:creationId xmlns:a16="http://schemas.microsoft.com/office/drawing/2014/main" id="{13F69C23-6D04-AC02-CF5E-43BC9FB1AD24}"/>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Keys used in the app</a:t>
            </a:r>
          </a:p>
        </p:txBody>
      </p:sp>
      <p:sp>
        <p:nvSpPr>
          <p:cNvPr id="17" name="텍스트 개체 틀 16">
            <a:extLst>
              <a:ext uri="{FF2B5EF4-FFF2-40B4-BE49-F238E27FC236}">
                <a16:creationId xmlns:a16="http://schemas.microsoft.com/office/drawing/2014/main" id="{C0F2A62E-F2BB-B44B-5AD6-C925FD170A75}"/>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3. Remote Control Keys</a:t>
            </a:r>
            <a:endParaRPr>
              <a:latin typeface="Arial" pitchFamily="34" charset="0"/>
              <a:cs typeface="Arial" pitchFamily="34" charset="0"/>
            </a:endParaRPr>
          </a:p>
        </p:txBody>
      </p:sp>
      <p:graphicFrame>
        <p:nvGraphicFramePr>
          <p:cNvPr id="2" name="Table 1">
            <a:extLst>
              <a:ext uri="{FF2B5EF4-FFF2-40B4-BE49-F238E27FC236}">
                <a16:creationId xmlns:a16="http://schemas.microsoft.com/office/drawing/2014/main" id="{CDC47F27-49A1-B2E6-6BE7-041B895E1A4C}"/>
              </a:ext>
            </a:extLst>
          </p:cNvPr>
          <p:cNvGraphicFramePr>
            <a:graphicFrameLocks noGrp="1"/>
          </p:cNvGraphicFramePr>
          <p:nvPr>
            <p:extLst>
              <p:ext uri="{D42A27DB-BD31-4B8C-83A1-F6EECF244321}">
                <p14:modId xmlns:p14="http://schemas.microsoft.com/office/powerpoint/2010/main" val="3790112408"/>
              </p:ext>
            </p:extLst>
          </p:nvPr>
        </p:nvGraphicFramePr>
        <p:xfrm>
          <a:off x="342900" y="1016000"/>
          <a:ext cx="9220200" cy="1828800"/>
        </p:xfrm>
        <a:graphic>
          <a:graphicData uri="http://schemas.openxmlformats.org/drawingml/2006/table">
            <a:tbl>
              <a:tblPr firstRow="1" bandRow="1">
                <a:tableStyleId>{5940675A-B579-460E-94D1-54222C63F5DA}</a:tableStyleId>
              </a:tblPr>
              <a:tblGrid>
                <a:gridCol w="1651000">
                  <a:extLst>
                    <a:ext uri="{9D8B030D-6E8A-4147-A177-3AD203B41FA5}">
                      <a16:colId xmlns:a16="http://schemas.microsoft.com/office/drawing/2014/main" val="3364734258"/>
                    </a:ext>
                  </a:extLst>
                </a:gridCol>
                <a:gridCol w="7569200">
                  <a:extLst>
                    <a:ext uri="{9D8B030D-6E8A-4147-A177-3AD203B41FA5}">
                      <a16:colId xmlns:a16="http://schemas.microsoft.com/office/drawing/2014/main" val="1947370558"/>
                    </a:ext>
                  </a:extLst>
                </a:gridCol>
              </a:tblGrid>
              <a:tr h="127000">
                <a:tc>
                  <a:txBody>
                    <a:bodyPr/>
                    <a:lstStyle/>
                    <a:p>
                      <a:pPr latinLnBrk="0" algn="ctr"/>
                      <a:r>
                        <a:rPr lang="en-US" sz="900" b="1" i="0">
                          <a:solidFill>
                            <a:srgbClr val="FFFFFF"/>
                          </a:solidFill>
                          <a:latin typeface="Arial" panose="020B0604020202020204" pitchFamily="34" charset="0"/>
                        </a:rPr>
                        <a:t>Key</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a:txBody>
                    <a:bodyPr/>
                    <a:lstStyle/>
                    <a:p>
                      <a:pPr latinLnBrk="0" algn="ctr"/>
                      <a:r>
                        <a:rPr lang="en-US" sz="900" b="1" i="0" dirty="0">
                          <a:solidFill>
                            <a:srgbClr val="FFFFFF"/>
                          </a:solidFill>
                          <a:latin typeface="Arial" panose="020B0604020202020204" pitchFamily="34" charset="0"/>
                        </a:rPr>
                        <a:t>What </a:t>
                      </a:r>
                      <a:r>
                        <a:rPr lang="en-US" sz="900" b="1" i="0">
                          <a:solidFill>
                            <a:srgbClr val="FFFFFF"/>
                          </a:solidFill>
                          <a:latin typeface="Arial" panose="020B0604020202020204" pitchFamily="34" charset="0"/>
                        </a:rPr>
                        <a:t>it does</a:t>
                      </a:r>
                      <a:endParaRPr lang="en-US" sz="9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extLst>
                  <a:ext uri="{0D108BD9-81ED-4DB2-BD59-A6C34878D82A}">
                    <a16:rowId xmlns:a16="http://schemas.microsoft.com/office/drawing/2014/main" val="3721199017"/>
                  </a:ext>
                </a:extLst>
              </a:tr>
              <a:tr h="127000">
                <a:tc>
                  <a:txBody>
                    <a:bodyPr/>
                    <a:lstStyle/>
                    <a:p>
                      <a:pPr latinLnBrk="0" algn="l"/>
                      <a:r>
                        <a:rPr lang="en-US" sz="900" b="0" i="0">
                          <a:solidFill>
                            <a:srgbClr val="000000"/>
                          </a:solidFill>
                          <a:latin typeface="Arial" panose="020B0604020202020204" pitchFamily="34" charset="0"/>
                        </a:rPr>
                        <a:t>Arrow keys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Move the focus. In the player: Up/Down change the channel, Left/Right show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47324873"/>
                  </a:ext>
                </a:extLst>
              </a:tr>
              <a:tr h="127000">
                <a:tc>
                  <a:txBody>
                    <a:bodyPr/>
                    <a:lstStyle/>
                    <a:p>
                      <a:pPr latinLnBrk="0" algn="l"/>
                      <a:r>
                        <a:rPr lang="en-US" sz="900" b="0" i="0">
                          <a:solidFill>
                            <a:srgbClr val="000000"/>
                          </a:solidFill>
                          <a:latin typeface="Arial" panose="020B0604020202020204" pitchFamily="34" charset="0"/>
                        </a:rPr>
                        <a:t>OK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Select, or play the focused channel. In the player: open the channel </a:t>
                      </a:r>
                      <a:r>
                        <a:rPr lang="en-US" sz="900" b="0" i="0">
                          <a:solidFill>
                            <a:srgbClr val="000000"/>
                          </a:solidFill>
                          <a:latin typeface="Arial" panose="020B0604020202020204" pitchFamily="34" charset="0"/>
                        </a:rPr>
                        <a:t>list.</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63779709"/>
                  </a:ext>
                </a:extLst>
              </a:tr>
              <a:tr h="127000">
                <a:tc>
                  <a:txBody>
                    <a:bodyPr/>
                    <a:lstStyle/>
                    <a:p>
                      <a:pPr latinLnBrk="0" algn="l"/>
                      <a:r>
                        <a:rPr lang="en-US" sz="900" b="0" i="0" dirty="0">
                          <a:solidFill>
                            <a:srgbClr val="000000"/>
                          </a:solidFill>
                          <a:latin typeface="Arial" panose="020B0604020202020204" pitchFamily="34" charset="0"/>
                        </a:rPr>
                        <a:t>OK (</a:t>
                      </a:r>
                      <a:r>
                        <a:rPr lang="en-US" sz="900" b="0" i="0">
                          <a:solidFill>
                            <a:srgbClr val="000000"/>
                          </a:solidFill>
                          <a:latin typeface="Arial" panose="020B0604020202020204" pitchFamily="34" charset="0"/>
                        </a:rPr>
                        <a:t>hold)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Channel menu: add to or remove from Favorites; in Favorites also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66561373"/>
                  </a:ext>
                </a:extLst>
              </a:tr>
              <a:tr h="127000">
                <a:tc>
                  <a:txBody>
                    <a:bodyPr/>
                    <a:lstStyle/>
                    <a:p>
                      <a:pPr latinLnBrk="0" algn="l"/>
                      <a:r>
                        <a:rPr lang="en-US" sz="900" b="0" i="0">
                          <a:solidFill>
                            <a:srgbClr val="000000"/>
                          </a:solidFill>
                          <a:latin typeface="Arial" panose="020B0604020202020204" pitchFamily="34" charset="0"/>
                        </a:rPr>
                        <a:t>Back</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Close the open bar, menu or list, or go back one screen. On Home: leave the app through the system (exit popup or Home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67867077"/>
                  </a:ext>
                </a:extLst>
              </a:tr>
              <a:tr h="127000">
                <a:tc>
                  <a:txBody>
                    <a:bodyPr/>
                    <a:lstStyle/>
                    <a:p>
                      <a:pPr latinLnBrk="0" algn="l"/>
                      <a:r>
                        <a:rPr lang="en-US" sz="900" b="0" i="0" dirty="0">
                          <a:solidFill>
                            <a:srgbClr val="000000"/>
                          </a:solidFill>
                          <a:latin typeface="Arial" panose="020B0604020202020204" pitchFamily="34" charset="0"/>
                        </a:rPr>
                        <a:t>CH + / </a:t>
                      </a:r>
                      <a:r>
                        <a:rPr lang="en-US" sz="900" b="0" i="0">
                          <a:solidFill>
                            <a:srgbClr val="000000"/>
                          </a:solidFill>
                          <a:latin typeface="Arial" panose="020B0604020202020204" pitchFamily="34" charset="0"/>
                        </a:rPr>
                        <a:t>CH -</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Page up/down in lists. In the player: next/previous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55392858"/>
                  </a:ext>
                </a:extLst>
              </a:tr>
              <a:tr h="127000">
                <a:tc>
                  <a:txBody>
                    <a:bodyPr/>
                    <a:lstStyle/>
                    <a:p>
                      <a:pPr latinLnBrk="0" algn="l"/>
                      <a:r>
                        <a:rPr lang="en-US" sz="900" b="0" i="0">
                          <a:solidFill>
                            <a:srgbClr val="000000"/>
                          </a:solidFill>
                          <a:latin typeface="Arial" panose="020B0604020202020204" pitchFamily="34" charset="0"/>
                        </a:rPr>
                        <a:t>0-9</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go to a channel </a:t>
                      </a:r>
                      <a:r>
                        <a:rPr lang="en-US" sz="900" b="0" i="0">
                          <a:solidFill>
                            <a:srgbClr val="000000"/>
                          </a:solidFill>
                          <a:latin typeface="Arial" panose="020B0604020202020204" pitchFamily="34" charset="0"/>
                        </a:rPr>
                        <a:t>number.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33512114"/>
                  </a:ext>
                </a:extLst>
              </a:tr>
              <a:tr h="127000">
                <a:tc>
                  <a:txBody>
                    <a:bodyPr/>
                    <a:lstStyle/>
                    <a:p>
                      <a:pPr latinLnBrk="0" algn="l"/>
                      <a:r>
                        <a:rPr lang="en-US" sz="900" b="0" i="0">
                          <a:solidFill>
                            <a:srgbClr val="000000"/>
                          </a:solidFill>
                          <a:latin typeface="Arial" panose="020B0604020202020204" pitchFamily="34" charset="0"/>
                        </a:rPr>
                        <a:t>Red</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Add or remove the focused or playing channel from </a:t>
                      </a:r>
                      <a:r>
                        <a:rPr lang="en-US" sz="900" b="0" i="0">
                          <a:solidFill>
                            <a:srgbClr val="000000"/>
                          </a:solidFill>
                          <a:latin typeface="Arial" panose="020B0604020202020204" pitchFamily="34" charset="0"/>
                        </a:rPr>
                        <a:t>Favorites.</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06983483"/>
                  </a:ext>
                </a:extLst>
              </a:tr>
              <a:tr h="127000">
                <a:tc>
                  <a:txBody>
                    <a:bodyPr/>
                    <a:lstStyle/>
                    <a:p>
                      <a:pPr latinLnBrk="0" algn="l"/>
                      <a:r>
                        <a:rPr lang="en-US" sz="900" b="0" i="0">
                          <a:solidFill>
                            <a:srgbClr val="000000"/>
                          </a:solidFill>
                          <a:latin typeface="Arial" panose="020B0604020202020204" pitchFamily="34" charset="0"/>
                        </a:rPr>
                        <a:t>Yellow</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change the picture mode. In Favorites: move the </a:t>
                      </a:r>
                      <a:r>
                        <a:rPr lang="en-US" sz="900" b="0" i="0">
                          <a:solidFill>
                            <a:srgbClr val="000000"/>
                          </a:solidFill>
                          <a:latin typeface="Arial" panose="020B0604020202020204" pitchFamily="34" charset="0"/>
                        </a:rPr>
                        <a:t>channel.</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73434721"/>
                  </a:ext>
                </a:extLst>
              </a:tr>
              <a:tr h="127000">
                <a:tc>
                  <a:txBody>
                    <a:bodyPr/>
                    <a:lstStyle/>
                    <a:p>
                      <a:pPr latinLnBrk="0" algn="l"/>
                      <a:r>
                        <a:rPr lang="en-US" sz="900" b="0" i="0">
                          <a:solidFill>
                            <a:srgbClr val="000000"/>
                          </a:solidFill>
                          <a:latin typeface="Arial" panose="020B0604020202020204" pitchFamily="34" charset="0"/>
                        </a:rPr>
                        <a:t>Info</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show or hide the info </a:t>
                      </a:r>
                      <a:r>
                        <a:rPr lang="en-US" sz="900" b="0" i="0">
                          <a:solidFill>
                            <a:srgbClr val="000000"/>
                          </a:solidFill>
                          <a:latin typeface="Arial" panose="020B0604020202020204" pitchFamily="34" charset="0"/>
                        </a:rPr>
                        <a:t>bar.</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230773"/>
                  </a:ext>
                </a:extLst>
              </a:tr>
              <a:tr h="127000">
                <a:tc>
                  <a:txBody>
                    <a:bodyPr/>
                    <a:lstStyle/>
                    <a:p>
                      <a:pPr latinLnBrk="0" algn="l"/>
                      <a:r>
                        <a:rPr lang="en-US" sz="900" b="0" i="0" dirty="0">
                          <a:solidFill>
                            <a:srgbClr val="000000"/>
                          </a:solidFill>
                          <a:latin typeface="Arial" panose="020B0604020202020204" pitchFamily="34" charset="0"/>
                        </a:rPr>
                        <a:t>Play / Pause </a:t>
                      </a:r>
                      <a:r>
                        <a:rPr lang="en-US" sz="900" b="0" i="0">
                          <a:solidFill>
                            <a:srgbClr val="000000"/>
                          </a:solidFill>
                          <a:latin typeface="Arial" panose="020B0604020202020204" pitchFamily="34" charset="0"/>
                        </a:rPr>
                        <a:t>/ Stop</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In the player: resume, pause, or return to the previous </a:t>
                      </a:r>
                      <a:r>
                        <a:rPr lang="en-US" sz="900" b="0" i="0">
                          <a:solidFill>
                            <a:srgbClr val="000000"/>
                          </a:solidFill>
                          <a:latin typeface="Arial" panose="020B0604020202020204" pitchFamily="34" charset="0"/>
                        </a:rPr>
                        <a:t>screen.</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51872469"/>
                  </a:ext>
                </a:extLst>
              </a:tr>
              <a:tr h="127000">
                <a:tc>
                  <a:txBody>
                    <a:bodyPr/>
                    <a:lstStyle/>
                    <a:p>
                      <a:pPr latinLnBrk="0" algn="l"/>
                      <a:r>
                        <a:rPr lang="en-US" sz="900" b="0" i="0">
                          <a:solidFill>
                            <a:srgbClr val="000000"/>
                          </a:solidFill>
                          <a:latin typeface="Arial" panose="020B0604020202020204" pitchFamily="34" charset="0"/>
                        </a:rPr>
                        <a:t>Magic Remote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900" b="0" i="0" dirty="0">
                          <a:solidFill>
                            <a:srgbClr val="000000"/>
                          </a:solidFill>
                          <a:latin typeface="Arial" panose="020B0604020202020204" pitchFamily="34" charset="0"/>
                        </a:rPr>
                        <a:t>Point and click any item; the wheel scrolls lists and the TV </a:t>
                      </a:r>
                      <a:r>
                        <a:rPr lang="en-US" sz="900" b="0" i="0">
                          <a:solidFill>
                            <a:srgbClr val="000000"/>
                          </a:solidFill>
                          <a:latin typeface="Arial" panose="020B0604020202020204" pitchFamily="34" charset="0"/>
                        </a:rPr>
                        <a:t>guide.</a:t>
                      </a:r>
                      <a:endParaRPr lang="en-US" sz="9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47723469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6" name="직사각형 15">
            <a:extLst>
              <a:ext uri="{FF2B5EF4-FFF2-40B4-BE49-F238E27FC236}">
                <a16:creationId xmlns:a16="http://schemas.microsoft.com/office/drawing/2014/main" id="{FDEAC074-8037-E40E-578A-07200FDDFCA8}"/>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Zaplist</a:t>
            </a:r>
            <a:r>
              <a:rPr lang="en-US" altLang="ko-KR" sz="900" dirty="0">
                <a:latin typeface="Arial" panose="020B0604020202020204" pitchFamily="34" charset="0"/>
                <a:ea typeface="Arial Unicode MS" panose="020B0604020202020204" pitchFamily="50" charset="-127"/>
                <a:cs typeface="Arial" panose="020B0604020202020204" pitchFamily="34" charset="0"/>
              </a:rPr>
              <a:t> has no sign-in, account or activation, and it includes no channels: users add a playlist from their TV provider.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To test: on the start page press OK on "Add a playlist", enter any name and the test playlist URL from the table, then press "Check and save". Home opens with 5 channels in 2 categories; the TV guide fills in moments later.</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To test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Xtream</a:t>
            </a:r>
            <a:r>
              <a:rPr lang="en-US" altLang="ko-KR" sz="900" dirty="0">
                <a:latin typeface="Arial" panose="020B0604020202020204" pitchFamily="34" charset="0"/>
                <a:ea typeface="Arial Unicode MS" panose="020B0604020202020204" pitchFamily="50" charset="-127"/>
                <a:cs typeface="Arial" panose="020B0604020202020204" pitchFamily="34" charset="0"/>
              </a:rPr>
              <a:t> Codes: choose the </a:t>
            </a:r>
            <a:r>
              <a:rPr lang="en-US" altLang="ko-KR" sz="900" dirty="0" err="1">
                <a:latin typeface="Arial" panose="020B0604020202020204" pitchFamily="34" charset="0"/>
                <a:ea typeface="Arial Unicode MS" panose="020B0604020202020204" pitchFamily="50" charset="-127"/>
                <a:cs typeface="Arial" panose="020B0604020202020204" pitchFamily="34" charset="0"/>
              </a:rPr>
              <a:t>Xtream</a:t>
            </a:r>
            <a:r>
              <a:rPr lang="en-US" altLang="ko-KR" sz="900" dirty="0">
                <a:latin typeface="Arial" panose="020B0604020202020204" pitchFamily="34" charset="0"/>
                <a:ea typeface="Arial Unicode MS" panose="020B0604020202020204" pitchFamily="50" charset="-127"/>
                <a:cs typeface="Arial" panose="020B0604020202020204" pitchFamily="34" charset="0"/>
              </a:rPr>
              <a:t> Codes tab and enter the test server, username and password from the table. It serves the same test channels and guide.</a:t>
            </a:r>
          </a:p>
        </p:txBody>
      </p:sp>
      <p:sp>
        <p:nvSpPr>
          <p:cNvPr id="18" name="텍스트 개체 틀 16">
            <a:extLst>
              <a:ext uri="{FF2B5EF4-FFF2-40B4-BE49-F238E27FC236}">
                <a16:creationId xmlns:a16="http://schemas.microsoft.com/office/drawing/2014/main" id="{A79E7105-CA47-4A7F-EF21-5D136F2059F7}"/>
              </a:ext>
            </a:extLst>
          </p:cNvPr>
          <p:cNvSpPr txBox="1">
            <a:spLocks/>
          </p:cNvSpPr>
          <p:nvPr/>
        </p:nvSpPr>
        <p:spPr bwMode="auto">
          <a:xfrm>
            <a:off x="0" y="188913"/>
            <a:ext cx="7761288" cy="369887"/>
          </a:xfrm>
          <a:prstGeom prst="rect">
            <a:avLst/>
          </a:prstGeom>
          <a:noFill/>
          <a:ln>
            <a:miter lim="800000"/>
            <a:headEnd/>
            <a:tailEnd/>
          </a:ln>
        </p:spPr>
        <p:txBody>
          <a:bodyPr>
            <a:spAutoFit/>
          </a:bodyPr>
          <a:lstStyle/>
          <a:p>
            <a:pPr marL="342900" indent="-342900" latinLnBrk="0">
              <a:spcBef>
                <a:spcPct val="50000"/>
              </a:spcBef>
              <a:defRPr/>
            </a:pPr>
            <a:r>
              <a:rPr kumimoji="1" lang="en-US" altLang="ko-KR" b="1" kern="0">
                <a:latin typeface="Arial" pitchFamily="34" charset="0"/>
                <a:ea typeface="돋움" pitchFamily="50" charset="-127"/>
                <a:cs typeface="Arial" pitchFamily="34" charset="0"/>
              </a:rPr>
              <a:t>4. Detailed Login Information</a:t>
            </a:r>
            <a:endParaRPr kumimoji="1" lang="ko-KR" altLang="en-US" b="1" kern="0" dirty="0">
              <a:latin typeface="Arial" pitchFamily="34" charset="0"/>
              <a:ea typeface="맑은 고딕" pitchFamily="50" charset="-127"/>
              <a:cs typeface="Arial" pitchFamily="34" charset="0"/>
            </a:endParaRPr>
          </a:p>
        </p:txBody>
      </p:sp>
      <p:sp>
        <p:nvSpPr>
          <p:cNvPr id="2" name="TextBox 5">
            <a:extLst>
              <a:ext uri="{FF2B5EF4-FFF2-40B4-BE49-F238E27FC236}">
                <a16:creationId xmlns:a16="http://schemas.microsoft.com/office/drawing/2014/main" id="{7B86ED58-379A-2755-A4C3-05EFF2964465}"/>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Adding a playlist (the app has no user </a:t>
            </a:r>
            <a:r>
              <a:rPr lang="en-US" sz="1400" b="1">
                <a:latin typeface="Arial" panose="020B0604020202020204" pitchFamily="34" charset="0"/>
              </a:rPr>
              <a:t>accounts)</a:t>
            </a:r>
            <a:endParaRPr lang="en-US" sz="1400" b="1" dirty="0">
              <a:latin typeface="Arial" panose="020B0604020202020204" pitchFamily="34" charset="0"/>
            </a:endParaRPr>
          </a:p>
        </p:txBody>
      </p:sp>
      <p:pic>
        <p:nvPicPr>
          <p:cNvPr id="4" name="Picture 3">
            <a:extLst>
              <a:ext uri="{FF2B5EF4-FFF2-40B4-BE49-F238E27FC236}">
                <a16:creationId xmlns:a16="http://schemas.microsoft.com/office/drawing/2014/main" id="{F0BF34FB-EA3A-F2BA-D920-89E50A08E46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5" name="Rectangle 4">
            <a:extLst>
              <a:ext uri="{FF2B5EF4-FFF2-40B4-BE49-F238E27FC236}">
                <a16:creationId xmlns:a16="http://schemas.microsoft.com/office/drawing/2014/main" id="{DB4FFAE9-F650-2447-EA46-A4391B83124F}"/>
              </a:ext>
            </a:extLst>
          </p:cNvPr>
          <p:cNvSpPr/>
          <p:nvPr/>
        </p:nvSpPr>
        <p:spPr bwMode="auto">
          <a:xfrm>
            <a:off x="2356941" y="1105396"/>
            <a:ext cx="1778993"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6" name="Oval 5">
            <a:extLst>
              <a:ext uri="{FF2B5EF4-FFF2-40B4-BE49-F238E27FC236}">
                <a16:creationId xmlns:a16="http://schemas.microsoft.com/office/drawing/2014/main" id="{D1A2ABAB-9195-1B80-A022-ABF295EF4526}"/>
              </a:ext>
            </a:extLst>
          </p:cNvPr>
          <p:cNvSpPr/>
          <p:nvPr/>
        </p:nvSpPr>
        <p:spPr bwMode="auto">
          <a:xfrm>
            <a:off x="22225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7" name="Rectangle 6">
            <a:extLst>
              <a:ext uri="{FF2B5EF4-FFF2-40B4-BE49-F238E27FC236}">
                <a16:creationId xmlns:a16="http://schemas.microsoft.com/office/drawing/2014/main" id="{6A9DE94A-0A35-7DE8-854D-4311CF104C13}"/>
              </a:ext>
            </a:extLst>
          </p:cNvPr>
          <p:cNvSpPr/>
          <p:nvPr/>
        </p:nvSpPr>
        <p:spPr bwMode="auto">
          <a:xfrm>
            <a:off x="2373313" y="1460103"/>
            <a:ext cx="3645296"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8" name="Oval 7">
            <a:extLst>
              <a:ext uri="{FF2B5EF4-FFF2-40B4-BE49-F238E27FC236}">
                <a16:creationId xmlns:a16="http://schemas.microsoft.com/office/drawing/2014/main" id="{F34F4D79-61F8-51B2-2E34-D4786A0B7047}"/>
              </a:ext>
            </a:extLst>
          </p:cNvPr>
          <p:cNvSpPr/>
          <p:nvPr/>
        </p:nvSpPr>
        <p:spPr bwMode="auto">
          <a:xfrm>
            <a:off x="22352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9" name="Rectangle 8">
            <a:extLst>
              <a:ext uri="{FF2B5EF4-FFF2-40B4-BE49-F238E27FC236}">
                <a16:creationId xmlns:a16="http://schemas.microsoft.com/office/drawing/2014/main" id="{B1E3F01D-803F-30F6-2BD1-1C76B7FD020B}"/>
              </a:ext>
            </a:extLst>
          </p:cNvPr>
          <p:cNvSpPr/>
          <p:nvPr/>
        </p:nvSpPr>
        <p:spPr bwMode="auto">
          <a:xfrm>
            <a:off x="2373313" y="1940322"/>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0" name="Oval 9">
            <a:extLst>
              <a:ext uri="{FF2B5EF4-FFF2-40B4-BE49-F238E27FC236}">
                <a16:creationId xmlns:a16="http://schemas.microsoft.com/office/drawing/2014/main" id="{B52DF086-3EC7-1AE1-D724-042D4719DBBB}"/>
              </a:ext>
            </a:extLst>
          </p:cNvPr>
          <p:cNvSpPr/>
          <p:nvPr/>
        </p:nvSpPr>
        <p:spPr bwMode="auto">
          <a:xfrm>
            <a:off x="2235200" y="181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1" name="Rectangle 10">
            <a:extLst>
              <a:ext uri="{FF2B5EF4-FFF2-40B4-BE49-F238E27FC236}">
                <a16:creationId xmlns:a16="http://schemas.microsoft.com/office/drawing/2014/main" id="{A017AC10-794A-7376-3938-B396CF86DFA6}"/>
              </a:ext>
            </a:extLst>
          </p:cNvPr>
          <p:cNvSpPr/>
          <p:nvPr/>
        </p:nvSpPr>
        <p:spPr bwMode="auto">
          <a:xfrm>
            <a:off x="2373313" y="2420541"/>
            <a:ext cx="3645296" cy="43656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5B33C2AC-9288-85FD-C810-BDB7201C5DBA}"/>
              </a:ext>
            </a:extLst>
          </p:cNvPr>
          <p:cNvSpPr/>
          <p:nvPr/>
        </p:nvSpPr>
        <p:spPr bwMode="auto">
          <a:xfrm>
            <a:off x="22352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4" name="Rectangle 13">
            <a:extLst>
              <a:ext uri="{FF2B5EF4-FFF2-40B4-BE49-F238E27FC236}">
                <a16:creationId xmlns:a16="http://schemas.microsoft.com/office/drawing/2014/main" id="{1D23F952-8BBE-B202-5EE8-DF71D6297A38}"/>
              </a:ext>
            </a:extLst>
          </p:cNvPr>
          <p:cNvSpPr/>
          <p:nvPr/>
        </p:nvSpPr>
        <p:spPr bwMode="auto">
          <a:xfrm>
            <a:off x="2373313" y="2906216"/>
            <a:ext cx="99317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5" name="Oval 14">
            <a:extLst>
              <a:ext uri="{FF2B5EF4-FFF2-40B4-BE49-F238E27FC236}">
                <a16:creationId xmlns:a16="http://schemas.microsoft.com/office/drawing/2014/main" id="{7FCC6030-79A8-792E-A8E7-296C7F7D632F}"/>
              </a:ext>
            </a:extLst>
          </p:cNvPr>
          <p:cNvSpPr/>
          <p:nvPr/>
        </p:nvSpPr>
        <p:spPr bwMode="auto">
          <a:xfrm>
            <a:off x="2235200" y="278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graphicFrame>
        <p:nvGraphicFramePr>
          <p:cNvPr id="19" name="Table 18">
            <a:extLst>
              <a:ext uri="{FF2B5EF4-FFF2-40B4-BE49-F238E27FC236}">
                <a16:creationId xmlns:a16="http://schemas.microsoft.com/office/drawing/2014/main" id="{B3BDA4B2-AFC7-B86A-5E0C-C1A9F0452C8E}"/>
              </a:ext>
            </a:extLst>
          </p:cNvPr>
          <p:cNvGraphicFramePr>
            <a:graphicFrameLocks noGrp="1"/>
          </p:cNvGraphicFramePr>
          <p:nvPr>
            <p:extLst>
              <p:ext uri="{D42A27DB-BD31-4B8C-83A1-F6EECF244321}">
                <p14:modId xmlns:p14="http://schemas.microsoft.com/office/powerpoint/2010/main" val="2722958106"/>
              </p:ext>
            </p:extLst>
          </p:nvPr>
        </p:nvGraphicFramePr>
        <p:xfrm>
          <a:off x="7239000" y="647700"/>
          <a:ext cx="2616200" cy="2133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125219355"/>
                    </a:ext>
                  </a:extLst>
                </a:gridCol>
                <a:gridCol w="2336800">
                  <a:extLst>
                    <a:ext uri="{9D8B030D-6E8A-4147-A177-3AD203B41FA5}">
                      <a16:colId xmlns:a16="http://schemas.microsoft.com/office/drawing/2014/main" val="2707885155"/>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729627990"/>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Source type: M3U playlist or </a:t>
                      </a:r>
                      <a:r>
                        <a:rPr lang="en-US" sz="800" b="0" i="0" dirty="0" err="1">
                          <a:solidFill>
                            <a:srgbClr val="000000"/>
                          </a:solidFill>
                          <a:latin typeface="Arial" panose="020B0604020202020204" pitchFamily="34" charset="0"/>
                        </a:rPr>
                        <a:t>Xtream</a:t>
                      </a:r>
                      <a:r>
                        <a:rPr lang="en-US" sz="800" b="0" i="0" dirty="0">
                          <a:solidFill>
                            <a:srgbClr val="000000"/>
                          </a:solidFill>
                          <a:latin typeface="Arial" panose="020B0604020202020204" pitchFamily="34" charset="0"/>
                        </a:rPr>
                        <a:t> </a:t>
                      </a:r>
                      <a:r>
                        <a:rPr lang="en-US" sz="800" b="0" i="0">
                          <a:solidFill>
                            <a:srgbClr val="000000"/>
                          </a:solidFill>
                          <a:latin typeface="Arial" panose="020B0604020202020204" pitchFamily="34" charset="0"/>
                        </a:rPr>
                        <a:t>Codes login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31328738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Name shown in the </a:t>
                      </a:r>
                      <a:r>
                        <a:rPr lang="en-US" sz="800" b="0" i="0">
                          <a:solidFill>
                            <a:srgbClr val="000000"/>
                          </a:solidFill>
                          <a:latin typeface="Arial" panose="020B0604020202020204" pitchFamily="34" charset="0"/>
                        </a:rPr>
                        <a:t>source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24482120"/>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URL (M3U/</a:t>
                      </a:r>
                      <a:r>
                        <a:rPr lang="en-US" sz="800" b="0" i="0">
                          <a:solidFill>
                            <a:srgbClr val="000000"/>
                          </a:solidFill>
                          <a:latin typeface="Arial" panose="020B0604020202020204" pitchFamily="34" charset="0"/>
                        </a:rPr>
                        <a:t>M3U8)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41976246"/>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(XMLTV) URL</a:t>
                      </a:r>
                      <a:r>
                        <a:rPr lang="en-US" sz="800" b="0" i="0">
                          <a:solidFill>
                            <a:srgbClr val="000000"/>
                          </a:solidFill>
                          <a:latin typeface="Arial" panose="020B0604020202020204" pitchFamily="34" charset="0"/>
                        </a:rPr>
                        <a:t>, 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67430953"/>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Check and save: downloads the playlist and </a:t>
                      </a:r>
                      <a:r>
                        <a:rPr lang="en-US" sz="800" b="0" i="0">
                          <a:solidFill>
                            <a:srgbClr val="000000"/>
                          </a:solidFill>
                          <a:latin typeface="Arial" panose="020B0604020202020204" pitchFamily="34" charset="0"/>
                        </a:rPr>
                        <a:t>saves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76798774"/>
                  </a:ext>
                </a:extLst>
              </a:tr>
              <a:tr h="127000">
                <a:tc gridSpan="2">
                  <a:txBody>
                    <a:bodyPr/>
                    <a:lstStyle/>
                    <a:p>
                      <a:pPr latinLnBrk="0" algn="ctr"/>
                      <a:r>
                        <a:rPr lang="en-US" sz="800" b="1" i="0" dirty="0">
                          <a:solidFill>
                            <a:srgbClr val="000000"/>
                          </a:solidFill>
                          <a:latin typeface="Arial" panose="020B0604020202020204" pitchFamily="34" charset="0"/>
                        </a:rPr>
                        <a:t>Test playlist (no account </a:t>
                      </a:r>
                      <a:r>
                        <a:rPr lang="en-US" sz="800" b="1" i="0">
                          <a:solidFill>
                            <a:srgbClr val="000000"/>
                          </a:solidFill>
                          <a:latin typeface="Arial" panose="020B0604020202020204" pitchFamily="34" charset="0"/>
                        </a:rPr>
                        <a:t>needed)</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320153108"/>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https://raw.githubusercontent.com/dazzling-no-more/zaplist/main/store/test-playlist</a:t>
                      </a:r>
                      <a:r>
                        <a:rPr lang="en-US" sz="800" b="0" i="0">
                          <a:solidFill>
                            <a:srgbClr val="000000"/>
                          </a:solidFill>
                          <a:latin typeface="Arial" panose="020B0604020202020204" pitchFamily="34" charset="0"/>
                        </a:rPr>
                        <a:t>.m3u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545921846"/>
                  </a:ext>
                </a:extLst>
              </a:tr>
              <a:tr h="127000">
                <a:tc gridSpan="2">
                  <a:txBody>
                    <a:bodyPr/>
                    <a:lstStyle/>
                    <a:p>
                      <a:pPr latinLnBrk="0" algn="ctr"/>
                      <a:r>
                        <a:rPr lang="en-US" sz="800" b="1" i="0" dirty="0" err="1">
                          <a:solidFill>
                            <a:srgbClr val="000000"/>
                          </a:solidFill>
                          <a:latin typeface="Arial" panose="020B0604020202020204" pitchFamily="34" charset="0"/>
                        </a:rPr>
                        <a:t>Xtream</a:t>
                      </a:r>
                      <a:r>
                        <a:rPr lang="en-US" sz="800" b="1" i="0" dirty="0">
                          <a:solidFill>
                            <a:srgbClr val="000000"/>
                          </a:solidFill>
                          <a:latin typeface="Arial" panose="020B0604020202020204" pitchFamily="34" charset="0"/>
                        </a:rPr>
                        <a:t> Codes </a:t>
                      </a:r>
                      <a:r>
                        <a:rPr lang="en-US" sz="800" b="1" i="0">
                          <a:solidFill>
                            <a:srgbClr val="000000"/>
                          </a:solidFill>
                          <a:latin typeface="Arial" panose="020B0604020202020204" pitchFamily="34" charset="0"/>
                        </a:rPr>
                        <a:t>test account</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389026270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Server address: https://zaplist-test.zaplist.workers</a:t>
                      </a:r>
                      <a:r>
                        <a:rPr lang="en-US" sz="800" b="0" i="0">
                          <a:solidFill>
                            <a:srgbClr val="000000"/>
                          </a:solidFill>
                          <a:latin typeface="Arial" panose="020B0604020202020204" pitchFamily="34" charset="0"/>
                        </a:rPr>
                        <a:t>.dev</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2016739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Username</a:t>
                      </a:r>
                      <a:r>
                        <a:rPr lang="en-US" sz="800" b="0" i="0">
                          <a:solidFill>
                            <a:srgbClr val="000000"/>
                          </a:solidFill>
                          <a:latin typeface="Arial" panose="020B0604020202020204" pitchFamily="34" charset="0"/>
                        </a:rPr>
                        <a:t>: zaplist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8497837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Password</a:t>
                      </a:r>
                      <a:r>
                        <a:rPr lang="en-US" sz="800" b="0" i="0">
                          <a:solidFill>
                            <a:srgbClr val="000000"/>
                          </a:solidFill>
                          <a:latin typeface="Arial" panose="020B0604020202020204" pitchFamily="34" charset="0"/>
                        </a:rPr>
                        <a:t>: review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744124471"/>
                  </a:ext>
                </a:extLst>
              </a:tr>
              <a:tr h="127000">
                <a:tc gridSpan="2">
                  <a:txBody>
                    <a:bodyPr/>
                    <a:lstStyle/>
                    <a:p>
                      <a:pPr latinLnBrk="0" algn="ctr"/>
                      <a:r>
                        <a:rPr lang="en-US" sz="800" b="1" i="0">
                          <a:solidFill>
                            <a:srgbClr val="000000"/>
                          </a:solidFill>
                          <a:latin typeface="Arial" panose="020B0604020202020204" pitchFamily="34" charset="0"/>
                        </a:rPr>
                        <a:t>Activation codes</a:t>
                      </a:r>
                      <a:endParaRPr lang="en-US" sz="800" b="1"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D9D9D9"/>
                    </a:solidFill>
                  </a:tcPr>
                </a:tc>
                <a:tc hMerge="1">
                  <a:txBody>
                    <a:bodyPr/>
                    <a:lstStyle/>
                    <a:p>
                      <a:pPr latinLnBrk="0"/>
                      <a:endParaRPr lang="en-AE"/>
                    </a:p>
                  </a:txBody>
                  <a:tcPr>
                    <a:lnT w="6350" cmpd="sng">
                      <a:solidFill>
                        <a:srgbClr val="A6A6A6"/>
                      </a:solidFill>
                    </a:lnT>
                  </a:tcPr>
                </a:tc>
                <a:extLst>
                  <a:ext uri="{0D108BD9-81ED-4DB2-BD59-A6C34878D82A}">
                    <a16:rowId xmlns:a16="http://schemas.microsoft.com/office/drawing/2014/main" val="850133824"/>
                  </a:ext>
                </a:extLst>
              </a:tr>
              <a:tr h="127000">
                <a:tc>
                  <a:txBody>
                    <a:bodyPr/>
                    <a:lstStyle/>
                    <a:p>
                      <a:pPr latinLnBrk="0" algn="ctr"/>
                      <a:r>
                        <a:rPr lang="en-US" sz="800" b="0" i="0">
                          <a:solidFill>
                            <a:srgbClr val="000000"/>
                          </a:solidFill>
                          <a:latin typeface="Arial" panose="020B0604020202020204" pitchFamily="34" charset="0"/>
                        </a:rPr>
                        <a: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Not applicable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03611347"/>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B1B5324B-C078-D92B-4763-2249F82EC362}"/>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Shown while no playlist has been added. After the playlist is saved, Home opens.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leaves the app through the system (exit popup or Home screen, depending on the webOS </a:t>
            </a:r>
            <a:r>
              <a:rPr lang="en-US" altLang="ko-KR" sz="900">
                <a:latin typeface="Arial" pitchFamily="34" charset="0"/>
                <a:ea typeface="굴림" panose="020B0600000101010101" pitchFamily="50" charset="-127"/>
                <a:cs typeface="Arial" pitchFamily="34" charset="0"/>
              </a:rPr>
              <a:t>version).</a:t>
            </a:r>
            <a:endParaRPr lang="en-US" altLang="ko-KR" sz="900" dirty="0">
              <a:latin typeface="Arial" pitchFamily="34" charset="0"/>
              <a:ea typeface="굴림" panose="020B0600000101010101" pitchFamily="50" charset="-127"/>
              <a:cs typeface="Arial" pitchFamily="34" charset="0"/>
            </a:endParaRPr>
          </a:p>
        </p:txBody>
      </p:sp>
      <p:sp>
        <p:nvSpPr>
          <p:cNvPr id="26628" name="TextBox 5">
            <a:extLst>
              <a:ext uri="{FF2B5EF4-FFF2-40B4-BE49-F238E27FC236}">
                <a16:creationId xmlns:a16="http://schemas.microsoft.com/office/drawing/2014/main" id="{FA33B6BD-CEA7-C445-A240-81078535CA1E}"/>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Start page (first launch)</a:t>
            </a:r>
          </a:p>
        </p:txBody>
      </p:sp>
      <p:sp>
        <p:nvSpPr>
          <p:cNvPr id="17" name="텍스트 개체 틀 16">
            <a:extLst>
              <a:ext uri="{FF2B5EF4-FFF2-40B4-BE49-F238E27FC236}">
                <a16:creationId xmlns:a16="http://schemas.microsoft.com/office/drawing/2014/main" id="{8DD15DFD-F863-19D4-5738-6F1060B05426}"/>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CD501386-2FB3-43DB-81DA-29E9499ABCD4}"/>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1592355B-38B8-E0BB-9772-78383A10871F}"/>
              </a:ext>
            </a:extLst>
          </p:cNvPr>
          <p:cNvSpPr/>
          <p:nvPr/>
        </p:nvSpPr>
        <p:spPr bwMode="auto">
          <a:xfrm>
            <a:off x="3355578" y="1803896"/>
            <a:ext cx="654844" cy="8458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88AE1C4F-D2F7-580C-C7CF-8082F70A7751}"/>
              </a:ext>
            </a:extLst>
          </p:cNvPr>
          <p:cNvSpPr/>
          <p:nvPr/>
        </p:nvSpPr>
        <p:spPr bwMode="auto">
          <a:xfrm>
            <a:off x="3213100" y="1676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67D7ED82-81DF-CC1D-4B0E-9AF3DB7D8692}"/>
              </a:ext>
            </a:extLst>
          </p:cNvPr>
          <p:cNvSpPr/>
          <p:nvPr/>
        </p:nvSpPr>
        <p:spPr bwMode="auto">
          <a:xfrm>
            <a:off x="2073176" y="3004443"/>
            <a:ext cx="3219648" cy="27285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3563DFB1-F49D-BA7C-7F02-B15E2457548C}"/>
              </a:ext>
            </a:extLst>
          </p:cNvPr>
          <p:cNvSpPr/>
          <p:nvPr/>
        </p:nvSpPr>
        <p:spPr bwMode="auto">
          <a:xfrm>
            <a:off x="1930400" y="2882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B4BC9CA3-CCFD-0FE2-C73F-F7D1B1702028}"/>
              </a:ext>
            </a:extLst>
          </p:cNvPr>
          <p:cNvSpPr/>
          <p:nvPr/>
        </p:nvSpPr>
        <p:spPr bwMode="auto">
          <a:xfrm>
            <a:off x="3224609" y="3408263"/>
            <a:ext cx="916782" cy="31650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7EDCF9B8-67FD-291B-FE68-8D5B160E1E06}"/>
              </a:ext>
            </a:extLst>
          </p:cNvPr>
          <p:cNvSpPr/>
          <p:nvPr/>
        </p:nvSpPr>
        <p:spPr bwMode="auto">
          <a:xfrm>
            <a:off x="3086100" y="3276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942C8646-032A-C96C-8C6A-112C699BFC31}"/>
              </a:ext>
            </a:extLst>
          </p:cNvPr>
          <p:cNvGraphicFramePr>
            <a:graphicFrameLocks noGrp="1"/>
          </p:cNvGraphicFramePr>
          <p:nvPr>
            <p:extLst>
              <p:ext uri="{D42A27DB-BD31-4B8C-83A1-F6EECF244321}">
                <p14:modId xmlns:p14="http://schemas.microsoft.com/office/powerpoint/2010/main" val="4191524079"/>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136752793"/>
                    </a:ext>
                  </a:extLst>
                </a:gridCol>
                <a:gridCol w="2336800">
                  <a:extLst>
                    <a:ext uri="{9D8B030D-6E8A-4147-A177-3AD203B41FA5}">
                      <a16:colId xmlns:a16="http://schemas.microsoft.com/office/drawing/2014/main" val="50791788"/>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65663538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icon </a:t>
                      </a:r>
                      <a:r>
                        <a:rPr lang="en-US" sz="800" b="0" i="0">
                          <a:solidFill>
                            <a:srgbClr val="000000"/>
                          </a:solidFill>
                          <a:latin typeface="Arial" panose="020B0604020202020204" pitchFamily="34" charset="0"/>
                        </a:rPr>
                        <a:t>and title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535739546"/>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Notice: the app includes </a:t>
                      </a:r>
                      <a:r>
                        <a:rPr lang="en-US" sz="800" b="0" i="0">
                          <a:solidFill>
                            <a:srgbClr val="000000"/>
                          </a:solidFill>
                          <a:latin typeface="Arial" panose="020B0604020202020204" pitchFamily="34" charset="0"/>
                        </a:rPr>
                        <a:t>no 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59081737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 playlist: opens the playlist form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25548272"/>
                  </a:ext>
                </a:extLst>
              </a:tr>
            </a:tbl>
          </a:graphicData>
        </a:graphic>
      </p:graphicFrame>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6B8418DC-948F-9A11-ABC3-CDCB507F437E}"/>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move through the sidebar or the channel list; Right/Left move between them; CH +/- page through the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Hold OK on a channel for its menu (see 6-5). The red key adds or removes a favorite.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on Home leaves the app through the </a:t>
            </a:r>
            <a:r>
              <a:rPr lang="en-US" altLang="ko-KR" sz="900">
                <a:latin typeface="Arial" pitchFamily="34" charset="0"/>
                <a:ea typeface="굴림" panose="020B0600000101010101" pitchFamily="50" charset="-127"/>
                <a:cs typeface="Arial" pitchFamily="34" charset="0"/>
              </a:rPr>
              <a:t>system.</a:t>
            </a:r>
            <a:endParaRPr lang="en-US" altLang="ko-KR" sz="900" dirty="0">
              <a:latin typeface="Arial" pitchFamily="34" charset="0"/>
              <a:ea typeface="굴림" panose="020B0600000101010101" pitchFamily="50" charset="-127"/>
              <a:cs typeface="Arial" pitchFamily="34" charset="0"/>
            </a:endParaRPr>
          </a:p>
        </p:txBody>
      </p:sp>
      <p:sp>
        <p:nvSpPr>
          <p:cNvPr id="28676" name="TextBox 5">
            <a:extLst>
              <a:ext uri="{FF2B5EF4-FFF2-40B4-BE49-F238E27FC236}">
                <a16:creationId xmlns:a16="http://schemas.microsoft.com/office/drawing/2014/main" id="{0C79F438-E58E-11C9-CCBC-13704627DECB}"/>
              </a:ext>
            </a:extLst>
          </p:cNvPr>
          <p:cNvSpPr txBox="1">
            <a:spLocks noChangeArrowheads="1"/>
          </p:cNvSpPr>
          <p:nvPr/>
        </p:nvSpPr>
        <p:spPr bwMode="auto">
          <a:xfrm>
            <a:off x="166687" y="642938"/>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Home</a:t>
            </a:r>
          </a:p>
        </p:txBody>
      </p:sp>
      <p:sp>
        <p:nvSpPr>
          <p:cNvPr id="17" name="텍스트 개체 틀 16">
            <a:extLst>
              <a:ext uri="{FF2B5EF4-FFF2-40B4-BE49-F238E27FC236}">
                <a16:creationId xmlns:a16="http://schemas.microsoft.com/office/drawing/2014/main" id="{AB99AC28-9A54-4DDC-65AB-ADE2C20DA2A9}"/>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5. Main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04AF2782-0954-3888-0317-E9A76A8DE6E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1C8F4BAB-6610-1936-069A-D23A7388756E}"/>
              </a:ext>
            </a:extLst>
          </p:cNvPr>
          <p:cNvSpPr/>
          <p:nvPr/>
        </p:nvSpPr>
        <p:spPr bwMode="auto">
          <a:xfrm>
            <a:off x="627063" y="1492845"/>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7B8A8AE3-6CCC-D9CC-B5F1-6B176F1C9A45}"/>
              </a:ext>
            </a:extLst>
          </p:cNvPr>
          <p:cNvSpPr/>
          <p:nvPr/>
        </p:nvSpPr>
        <p:spPr bwMode="auto">
          <a:xfrm>
            <a:off x="482600" y="1371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7054BD33-8FC6-0AA6-0A93-B76295BEECF9}"/>
              </a:ext>
            </a:extLst>
          </p:cNvPr>
          <p:cNvSpPr/>
          <p:nvPr/>
        </p:nvSpPr>
        <p:spPr bwMode="auto">
          <a:xfrm>
            <a:off x="627063" y="1754783"/>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3693EFE2-B51A-E502-CFC2-03B5BC49EE1A}"/>
              </a:ext>
            </a:extLst>
          </p:cNvPr>
          <p:cNvSpPr/>
          <p:nvPr/>
        </p:nvSpPr>
        <p:spPr bwMode="auto">
          <a:xfrm>
            <a:off x="482600" y="1625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B2117F66-736B-56DA-3F3E-651DB743D253}"/>
              </a:ext>
            </a:extLst>
          </p:cNvPr>
          <p:cNvSpPr/>
          <p:nvPr/>
        </p:nvSpPr>
        <p:spPr bwMode="auto">
          <a:xfrm>
            <a:off x="627063" y="2016720"/>
            <a:ext cx="1527968"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A7EB9452-246C-88BF-EF31-9BB55B5C5C9B}"/>
              </a:ext>
            </a:extLst>
          </p:cNvPr>
          <p:cNvSpPr/>
          <p:nvPr/>
        </p:nvSpPr>
        <p:spPr bwMode="auto">
          <a:xfrm>
            <a:off x="482600" y="1892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E72EC579-C5C5-C536-4013-2AFAE3E6A484}"/>
              </a:ext>
            </a:extLst>
          </p:cNvPr>
          <p:cNvSpPr/>
          <p:nvPr/>
        </p:nvSpPr>
        <p:spPr bwMode="auto">
          <a:xfrm>
            <a:off x="627063" y="2344142"/>
            <a:ext cx="1429742" cy="61118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D4747255-40FD-06A6-BCCC-DF007988A375}"/>
              </a:ext>
            </a:extLst>
          </p:cNvPr>
          <p:cNvSpPr/>
          <p:nvPr/>
        </p:nvSpPr>
        <p:spPr bwMode="auto">
          <a:xfrm>
            <a:off x="482600" y="2222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AD730F5C-D59D-D409-637D-53DB732DEB98}"/>
              </a:ext>
            </a:extLst>
          </p:cNvPr>
          <p:cNvSpPr/>
          <p:nvPr/>
        </p:nvSpPr>
        <p:spPr bwMode="auto">
          <a:xfrm>
            <a:off x="627063" y="2988072"/>
            <a:ext cx="1429742" cy="1527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69DCFAAB-2022-E69D-BCC4-4FAAD3A0B86F}"/>
              </a:ext>
            </a:extLst>
          </p:cNvPr>
          <p:cNvSpPr/>
          <p:nvPr/>
        </p:nvSpPr>
        <p:spPr bwMode="auto">
          <a:xfrm>
            <a:off x="482600" y="285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522ABE93-CE51-22AB-56B0-9983E48866FA}"/>
              </a:ext>
            </a:extLst>
          </p:cNvPr>
          <p:cNvSpPr/>
          <p:nvPr/>
        </p:nvSpPr>
        <p:spPr bwMode="auto">
          <a:xfrm>
            <a:off x="2395141" y="1640185"/>
            <a:ext cx="4409281" cy="26193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9762D4AF-901F-2001-4C2A-38D55B9D2B65}"/>
              </a:ext>
            </a:extLst>
          </p:cNvPr>
          <p:cNvSpPr/>
          <p:nvPr/>
        </p:nvSpPr>
        <p:spPr bwMode="auto">
          <a:xfrm>
            <a:off x="2260600" y="1511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75A422C0-169B-2F5F-AA3A-39A4BF6E0029}"/>
              </a:ext>
            </a:extLst>
          </p:cNvPr>
          <p:cNvSpPr/>
          <p:nvPr/>
        </p:nvSpPr>
        <p:spPr bwMode="auto">
          <a:xfrm>
            <a:off x="6509742" y="1645642"/>
            <a:ext cx="240110" cy="2401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44392C6A-20AA-618C-025D-8EF2DE34F006}"/>
              </a:ext>
            </a:extLst>
          </p:cNvPr>
          <p:cNvSpPr/>
          <p:nvPr/>
        </p:nvSpPr>
        <p:spPr bwMode="auto">
          <a:xfrm>
            <a:off x="6375400" y="1524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B9E3E807-4DB9-D5CF-8274-BB89B56EA3F4}"/>
              </a:ext>
            </a:extLst>
          </p:cNvPr>
          <p:cNvSpPr/>
          <p:nvPr/>
        </p:nvSpPr>
        <p:spPr bwMode="auto">
          <a:xfrm>
            <a:off x="6138664" y="1132681"/>
            <a:ext cx="65484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DA77D6B5-DCFF-6599-53B3-FCE858E9FE47}"/>
              </a:ext>
            </a:extLst>
          </p:cNvPr>
          <p:cNvSpPr/>
          <p:nvPr/>
        </p:nvSpPr>
        <p:spPr bwMode="auto">
          <a:xfrm>
            <a:off x="5994400" y="100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sp>
        <p:nvSpPr>
          <p:cNvPr id="23" name="Rectangle 22">
            <a:extLst>
              <a:ext uri="{FF2B5EF4-FFF2-40B4-BE49-F238E27FC236}">
                <a16:creationId xmlns:a16="http://schemas.microsoft.com/office/drawing/2014/main" id="{61B01E89-E35D-862C-1FF3-1E7DBF99E3D8}"/>
              </a:ext>
            </a:extLst>
          </p:cNvPr>
          <p:cNvSpPr/>
          <p:nvPr/>
        </p:nvSpPr>
        <p:spPr bwMode="auto">
          <a:xfrm>
            <a:off x="2362398" y="4488755"/>
            <a:ext cx="1964532"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4" name="Oval 23">
            <a:extLst>
              <a:ext uri="{FF2B5EF4-FFF2-40B4-BE49-F238E27FC236}">
                <a16:creationId xmlns:a16="http://schemas.microsoft.com/office/drawing/2014/main" id="{9880F7EE-300D-2F4F-AAEC-889A35A9854E}"/>
              </a:ext>
            </a:extLst>
          </p:cNvPr>
          <p:cNvSpPr/>
          <p:nvPr/>
        </p:nvSpPr>
        <p:spPr bwMode="auto">
          <a:xfrm>
            <a:off x="2222500" y="4356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9</a:t>
            </a:r>
          </a:p>
        </p:txBody>
      </p:sp>
      <p:graphicFrame>
        <p:nvGraphicFramePr>
          <p:cNvPr id="25" name="Table 24">
            <a:extLst>
              <a:ext uri="{FF2B5EF4-FFF2-40B4-BE49-F238E27FC236}">
                <a16:creationId xmlns:a16="http://schemas.microsoft.com/office/drawing/2014/main" id="{42FCF549-E35B-93EA-DD0C-93EFD2EF4A02}"/>
              </a:ext>
            </a:extLst>
          </p:cNvPr>
          <p:cNvGraphicFramePr>
            <a:graphicFrameLocks noGrp="1"/>
          </p:cNvGraphicFramePr>
          <p:nvPr>
            <p:extLst>
              <p:ext uri="{D42A27DB-BD31-4B8C-83A1-F6EECF244321}">
                <p14:modId xmlns:p14="http://schemas.microsoft.com/office/powerpoint/2010/main" val="2325754200"/>
              </p:ext>
            </p:extLst>
          </p:nvPr>
        </p:nvGraphicFramePr>
        <p:xfrm>
          <a:off x="7239000" y="647700"/>
          <a:ext cx="2616200" cy="1524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056662245"/>
                    </a:ext>
                  </a:extLst>
                </a:gridCol>
                <a:gridCol w="2336800">
                  <a:extLst>
                    <a:ext uri="{9D8B030D-6E8A-4147-A177-3AD203B41FA5}">
                      <a16:colId xmlns:a16="http://schemas.microsoft.com/office/drawing/2014/main" val="419996229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79252585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find channels </a:t>
                      </a:r>
                      <a:r>
                        <a:rPr lang="en-US" sz="800" b="0" i="0">
                          <a:solidFill>
                            <a:srgbClr val="000000"/>
                          </a:solidFill>
                          <a:latin typeface="Arial" panose="020B0604020202020204" pitchFamily="34" charset="0"/>
                        </a:rPr>
                        <a:t>by name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2770826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guide: </a:t>
                      </a:r>
                      <a:r>
                        <a:rPr lang="en-US" sz="800" b="0" i="0" err="1">
                          <a:solidFill>
                            <a:srgbClr val="000000"/>
                          </a:solidFill>
                          <a:latin typeface="Arial" panose="020B0604020202020204" pitchFamily="34" charset="0"/>
                        </a:rPr>
                        <a:t>programme</a:t>
                      </a:r>
                      <a:r>
                        <a:rPr lang="en-US" sz="800" b="0" i="0">
                          <a:solidFill>
                            <a:srgbClr val="000000"/>
                          </a:solidFill>
                          <a:latin typeface="Arial" panose="020B0604020202020204" pitchFamily="34" charset="0"/>
                        </a:rPr>
                        <a:t> grid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1464881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07127112"/>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Favorites, Recent and All channels,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00125273"/>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categories; the list on the right follows </a:t>
                      </a:r>
                      <a:r>
                        <a:rPr lang="en-US" sz="800" b="0" i="0">
                          <a:solidFill>
                            <a:srgbClr val="000000"/>
                          </a:solidFill>
                          <a:latin typeface="Arial" panose="020B0604020202020204" pitchFamily="34" charset="0"/>
                        </a:rPr>
                        <a:t>the focus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9454524"/>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and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on now. OK </a:t>
                      </a:r>
                      <a:r>
                        <a:rPr lang="en-US" sz="800" b="0" i="0">
                          <a:solidFill>
                            <a:srgbClr val="000000"/>
                          </a:solidFill>
                          <a:latin typeface="Arial" panose="020B0604020202020204" pitchFamily="34" charset="0"/>
                        </a:rPr>
                        <a:t>plays it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954523714"/>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then OK (or </a:t>
                      </a:r>
                      <a:r>
                        <a:rPr lang="en-US" sz="800" b="0" i="0">
                          <a:solidFill>
                            <a:srgbClr val="000000"/>
                          </a:solidFill>
                          <a:latin typeface="Arial" panose="020B0604020202020204" pitchFamily="34" charset="0"/>
                        </a:rPr>
                        <a:t>click)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48298518"/>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of channels in </a:t>
                      </a:r>
                      <a:r>
                        <a:rPr lang="en-US" sz="800" b="0" i="0">
                          <a:solidFill>
                            <a:srgbClr val="000000"/>
                          </a:solidFill>
                          <a:latin typeface="Arial" panose="020B0604020202020204" pitchFamily="34" charset="0"/>
                        </a:rPr>
                        <a:t>the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09037117"/>
                  </a:ext>
                </a:extLst>
              </a:tr>
              <a:tr h="127000">
                <a:tc>
                  <a:txBody>
                    <a:bodyPr/>
                    <a:lstStyle/>
                    <a:p>
                      <a:pPr latinLnBrk="0" algn="ctr"/>
                      <a:r>
                        <a:rPr lang="en-US" sz="800" b="0" i="0">
                          <a:solidFill>
                            <a:srgbClr val="000000"/>
                          </a:solidFill>
                          <a:latin typeface="Arial" panose="020B0604020202020204" pitchFamily="34" charset="0"/>
                        </a:rPr>
                        <a:t>9</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51357175"/>
                  </a:ext>
                </a:extLst>
              </a:tr>
            </a:tbl>
          </a:graphicData>
        </a:graphic>
      </p:graphicFrame>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C89A30C-117D-87D9-44EA-F154F0F41C2A}"/>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info bar shows when the channel changes and hides after 5 seconds; Left/Right or Info show it with its buttons.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Up/Down or CH +/- change the channel; number keys go to a channel; OK opens the channel list.</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hides the bar, then returns to Home. If the network drops, a message shows and playback resumes by </a:t>
            </a:r>
            <a:r>
              <a:rPr lang="en-US" altLang="ko-KR" sz="900">
                <a:latin typeface="Arial" pitchFamily="34" charset="0"/>
                <a:ea typeface="굴림" panose="020B0600000101010101" pitchFamily="50" charset="-127"/>
                <a:cs typeface="Arial" pitchFamily="34" charset="0"/>
              </a:rPr>
              <a:t>itself.</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B7E8936-1377-FACE-8347-AD3B1BBEA778}"/>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 Player</a:t>
            </a:r>
          </a:p>
        </p:txBody>
      </p:sp>
      <p:sp>
        <p:nvSpPr>
          <p:cNvPr id="17" name="텍스트 개체 틀 16">
            <a:extLst>
              <a:ext uri="{FF2B5EF4-FFF2-40B4-BE49-F238E27FC236}">
                <a16:creationId xmlns:a16="http://schemas.microsoft.com/office/drawing/2014/main" id="{B1559AAF-6EEC-D1EF-1EE2-B918DF694954}"/>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E3C29290-ED16-DC1E-1561-DA526693284F}"/>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59B85AE0-0358-8203-1385-B5C67E1BD282}"/>
              </a:ext>
            </a:extLst>
          </p:cNvPr>
          <p:cNvSpPr/>
          <p:nvPr/>
        </p:nvSpPr>
        <p:spPr bwMode="auto">
          <a:xfrm>
            <a:off x="790773" y="3670201"/>
            <a:ext cx="2510235"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A493671E-AEF8-4AC9-8193-FC86D4E33123}"/>
              </a:ext>
            </a:extLst>
          </p:cNvPr>
          <p:cNvSpPr/>
          <p:nvPr/>
        </p:nvSpPr>
        <p:spPr bwMode="auto">
          <a:xfrm>
            <a:off x="647700" y="3543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75F82109-E45F-4A01-7446-0B92981964BE}"/>
              </a:ext>
            </a:extLst>
          </p:cNvPr>
          <p:cNvSpPr/>
          <p:nvPr/>
        </p:nvSpPr>
        <p:spPr bwMode="auto">
          <a:xfrm>
            <a:off x="5511105" y="3817541"/>
            <a:ext cx="1255118" cy="24010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713C144C-4B23-2DF8-EF38-D09E87ED4BE5}"/>
              </a:ext>
            </a:extLst>
          </p:cNvPr>
          <p:cNvSpPr/>
          <p:nvPr/>
        </p:nvSpPr>
        <p:spPr bwMode="auto">
          <a:xfrm>
            <a:off x="5372100" y="3695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B3BF130D-4477-7082-9ABE-B8579306B906}"/>
              </a:ext>
            </a:extLst>
          </p:cNvPr>
          <p:cNvSpPr/>
          <p:nvPr/>
        </p:nvSpPr>
        <p:spPr bwMode="auto">
          <a:xfrm>
            <a:off x="648891" y="4254103"/>
            <a:ext cx="70941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10245B4D-6136-CB47-DB21-6EC8B36C71EE}"/>
              </a:ext>
            </a:extLst>
          </p:cNvPr>
          <p:cNvSpPr/>
          <p:nvPr/>
        </p:nvSpPr>
        <p:spPr bwMode="auto">
          <a:xfrm>
            <a:off x="5080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6D66DE4E-916E-944D-D3A6-2275E156FB9A}"/>
              </a:ext>
            </a:extLst>
          </p:cNvPr>
          <p:cNvSpPr/>
          <p:nvPr/>
        </p:nvSpPr>
        <p:spPr bwMode="auto">
          <a:xfrm>
            <a:off x="1369219" y="4254103"/>
            <a:ext cx="1004094"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7A94A9CF-F56B-D2CE-A024-A67AF54AE79E}"/>
              </a:ext>
            </a:extLst>
          </p:cNvPr>
          <p:cNvSpPr/>
          <p:nvPr/>
        </p:nvSpPr>
        <p:spPr bwMode="auto">
          <a:xfrm>
            <a:off x="12319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313DEC70-D046-F861-51A7-2B0CA9CD63A2}"/>
              </a:ext>
            </a:extLst>
          </p:cNvPr>
          <p:cNvSpPr/>
          <p:nvPr/>
        </p:nvSpPr>
        <p:spPr bwMode="auto">
          <a:xfrm>
            <a:off x="2395141" y="4254103"/>
            <a:ext cx="1495226"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F18BBAE5-692A-E39C-1DA6-98340849E7CB}"/>
              </a:ext>
            </a:extLst>
          </p:cNvPr>
          <p:cNvSpPr/>
          <p:nvPr/>
        </p:nvSpPr>
        <p:spPr bwMode="auto">
          <a:xfrm>
            <a:off x="2260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8B4BBB25-F00E-0C56-B324-80F3FDE0F525}"/>
              </a:ext>
            </a:extLst>
          </p:cNvPr>
          <p:cNvSpPr/>
          <p:nvPr/>
        </p:nvSpPr>
        <p:spPr bwMode="auto">
          <a:xfrm>
            <a:off x="3923109" y="4254103"/>
            <a:ext cx="67667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0D592DAC-F7E1-E0A3-19C2-E36CEEE524C2}"/>
              </a:ext>
            </a:extLst>
          </p:cNvPr>
          <p:cNvSpPr/>
          <p:nvPr/>
        </p:nvSpPr>
        <p:spPr bwMode="auto">
          <a:xfrm>
            <a:off x="37846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sp>
        <p:nvSpPr>
          <p:cNvPr id="19" name="Rectangle 18">
            <a:extLst>
              <a:ext uri="{FF2B5EF4-FFF2-40B4-BE49-F238E27FC236}">
                <a16:creationId xmlns:a16="http://schemas.microsoft.com/office/drawing/2014/main" id="{B8FB20B0-DD05-0EC9-5065-C35A72580AD3}"/>
              </a:ext>
            </a:extLst>
          </p:cNvPr>
          <p:cNvSpPr/>
          <p:nvPr/>
        </p:nvSpPr>
        <p:spPr bwMode="auto">
          <a:xfrm>
            <a:off x="4632523" y="4254103"/>
            <a:ext cx="829469"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0" name="Oval 19">
            <a:extLst>
              <a:ext uri="{FF2B5EF4-FFF2-40B4-BE49-F238E27FC236}">
                <a16:creationId xmlns:a16="http://schemas.microsoft.com/office/drawing/2014/main" id="{1A37E599-A856-CA53-06FE-3CD1C0CC5BF9}"/>
              </a:ext>
            </a:extLst>
          </p:cNvPr>
          <p:cNvSpPr/>
          <p:nvPr/>
        </p:nvSpPr>
        <p:spPr bwMode="auto">
          <a:xfrm>
            <a:off x="44958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7</a:t>
            </a:r>
          </a:p>
        </p:txBody>
      </p:sp>
      <p:sp>
        <p:nvSpPr>
          <p:cNvPr id="21" name="Rectangle 20">
            <a:extLst>
              <a:ext uri="{FF2B5EF4-FFF2-40B4-BE49-F238E27FC236}">
                <a16:creationId xmlns:a16="http://schemas.microsoft.com/office/drawing/2014/main" id="{0B462794-2268-85A1-B0B5-22CF7B899A06}"/>
              </a:ext>
            </a:extLst>
          </p:cNvPr>
          <p:cNvSpPr/>
          <p:nvPr/>
        </p:nvSpPr>
        <p:spPr bwMode="auto">
          <a:xfrm>
            <a:off x="5483820" y="4254103"/>
            <a:ext cx="916782"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22" name="Oval 21">
            <a:extLst>
              <a:ext uri="{FF2B5EF4-FFF2-40B4-BE49-F238E27FC236}">
                <a16:creationId xmlns:a16="http://schemas.microsoft.com/office/drawing/2014/main" id="{2C8E03A8-B192-4323-8B3C-D4937364FF0C}"/>
              </a:ext>
            </a:extLst>
          </p:cNvPr>
          <p:cNvSpPr/>
          <p:nvPr/>
        </p:nvSpPr>
        <p:spPr bwMode="auto">
          <a:xfrm>
            <a:off x="5346700" y="4127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8</a:t>
            </a:r>
          </a:p>
        </p:txBody>
      </p:sp>
      <p:graphicFrame>
        <p:nvGraphicFramePr>
          <p:cNvPr id="23" name="Table 22">
            <a:extLst>
              <a:ext uri="{FF2B5EF4-FFF2-40B4-BE49-F238E27FC236}">
                <a16:creationId xmlns:a16="http://schemas.microsoft.com/office/drawing/2014/main" id="{03DD98D8-5F2B-6C04-7B81-447B45DB9702}"/>
              </a:ext>
            </a:extLst>
          </p:cNvPr>
          <p:cNvGraphicFramePr>
            <a:graphicFrameLocks noGrp="1"/>
          </p:cNvGraphicFramePr>
          <p:nvPr>
            <p:extLst>
              <p:ext uri="{D42A27DB-BD31-4B8C-83A1-F6EECF244321}">
                <p14:modId xmlns:p14="http://schemas.microsoft.com/office/powerpoint/2010/main" val="2688592515"/>
              </p:ext>
            </p:extLst>
          </p:nvPr>
        </p:nvGraphicFramePr>
        <p:xfrm>
          <a:off x="7239000" y="647700"/>
          <a:ext cx="2616200" cy="1371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806794068"/>
                    </a:ext>
                  </a:extLst>
                </a:gridCol>
                <a:gridCol w="2336800">
                  <a:extLst>
                    <a:ext uri="{9D8B030D-6E8A-4147-A177-3AD203B41FA5}">
                      <a16:colId xmlns:a16="http://schemas.microsoft.com/office/drawing/2014/main" val="209221438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791002715"/>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number, logo, name,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now </a:t>
                      </a:r>
                      <a:r>
                        <a:rPr lang="en-US" sz="800" b="0" i="0">
                          <a:solidFill>
                            <a:srgbClr val="000000"/>
                          </a:solidFill>
                          <a:latin typeface="Arial" panose="020B0604020202020204" pitchFamily="34" charset="0"/>
                        </a:rPr>
                        <a:t>and next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51647839"/>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progress </a:t>
                      </a:r>
                      <a:r>
                        <a:rPr lang="en-US" sz="800" b="0" i="0">
                          <a:solidFill>
                            <a:srgbClr val="000000"/>
                          </a:solidFill>
                          <a:latin typeface="Arial" panose="020B0604020202020204" pitchFamily="34" charset="0"/>
                        </a:rPr>
                        <a:t>and clock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345884596"/>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 </a:t>
                      </a:r>
                      <a:r>
                        <a:rPr lang="en-US" sz="800" b="0" i="0">
                          <a:solidFill>
                            <a:srgbClr val="000000"/>
                          </a:solidFill>
                          <a:latin typeface="Arial" panose="020B0604020202020204" pitchFamily="34" charset="0"/>
                        </a:rPr>
                        <a:t>/ Pause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05344257"/>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 list (see </a:t>
                      </a:r>
                      <a:r>
                        <a:rPr lang="en-US" sz="800" b="0" i="0">
                          <a:solidFill>
                            <a:srgbClr val="000000"/>
                          </a:solidFill>
                          <a:latin typeface="Arial" panose="020B0604020202020204" pitchFamily="34" charset="0"/>
                        </a:rPr>
                        <a:t>6-2)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21003990"/>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78960835"/>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Audio track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39654787"/>
                  </a:ext>
                </a:extLst>
              </a:tr>
              <a:tr h="127000">
                <a:tc>
                  <a:txBody>
                    <a:bodyPr/>
                    <a:lstStyle/>
                    <a:p>
                      <a:pPr latinLnBrk="0" algn="ctr"/>
                      <a:r>
                        <a:rPr lang="en-US" sz="800" b="0" i="0">
                          <a:solidFill>
                            <a:srgbClr val="000000"/>
                          </a:solidFill>
                          <a:latin typeface="Arial" panose="020B0604020202020204" pitchFamily="34" charset="0"/>
                        </a:rPr>
                        <a:t>7</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Subtitles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6131512"/>
                  </a:ext>
                </a:extLst>
              </a:tr>
              <a:tr h="127000">
                <a:tc>
                  <a:txBody>
                    <a:bodyPr/>
                    <a:lstStyle/>
                    <a:p>
                      <a:pPr latinLnBrk="0" algn="ctr"/>
                      <a:r>
                        <a:rPr lang="en-US" sz="800" b="0" i="0">
                          <a:solidFill>
                            <a:srgbClr val="000000"/>
                          </a:solidFill>
                          <a:latin typeface="Arial" panose="020B0604020202020204" pitchFamily="34" charset="0"/>
                        </a:rPr>
                        <a:t>8</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Picture mode: Fit, Zoom, Fill, 16:9</a:t>
                      </a:r>
                      <a:r>
                        <a:rPr lang="en-US" sz="800" b="0" i="0">
                          <a:solidFill>
                            <a:srgbClr val="000000"/>
                          </a:solidFill>
                          <a:latin typeface="Arial" panose="020B0604020202020204" pitchFamily="34" charset="0"/>
                        </a:rPr>
                        <a:t>, 4:3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444781938"/>
                  </a:ext>
                </a:extLst>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C89A30C-117D-87D9-44EA-F154F0F41C2A}"/>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Opens over the video on the current channel. Left/Right move between categories and channels.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OK on a channel switches to it and closes the list. Back closes the </a:t>
            </a:r>
            <a:r>
              <a:rPr lang="en-US" altLang="ko-KR" sz="900">
                <a:latin typeface="Arial" pitchFamily="34" charset="0"/>
                <a:ea typeface="굴림" panose="020B0600000101010101" pitchFamily="50" charset="-127"/>
                <a:cs typeface="Arial" pitchFamily="34" charset="0"/>
              </a:rPr>
              <a:t>list.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B7E8936-1377-FACE-8347-AD3B1BBEA778}"/>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2. Channel list (OK in the player)</a:t>
            </a:r>
          </a:p>
        </p:txBody>
      </p:sp>
      <p:sp>
        <p:nvSpPr>
          <p:cNvPr id="17" name="텍스트 개체 틀 16">
            <a:extLst>
              <a:ext uri="{FF2B5EF4-FFF2-40B4-BE49-F238E27FC236}">
                <a16:creationId xmlns:a16="http://schemas.microsoft.com/office/drawing/2014/main" id="{B1559AAF-6EEC-D1EF-1EE2-B918DF694954}"/>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AEE2733A-B557-BDDD-A81C-B44D16DA6485}"/>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1FBC9846-544A-40ED-F83B-8A0B68608567}"/>
              </a:ext>
            </a:extLst>
          </p:cNvPr>
          <p:cNvSpPr/>
          <p:nvPr/>
        </p:nvSpPr>
        <p:spPr bwMode="auto">
          <a:xfrm>
            <a:off x="599777" y="1176338"/>
            <a:ext cx="791270"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655E1991-AD03-932D-A9F3-1DF1C68F7734}"/>
              </a:ext>
            </a:extLst>
          </p:cNvPr>
          <p:cNvSpPr/>
          <p:nvPr/>
        </p:nvSpPr>
        <p:spPr bwMode="auto">
          <a:xfrm>
            <a:off x="4572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27A2D915-1C9F-6BC6-8EDB-A2D09D231D4F}"/>
              </a:ext>
            </a:extLst>
          </p:cNvPr>
          <p:cNvSpPr/>
          <p:nvPr/>
        </p:nvSpPr>
        <p:spPr bwMode="auto">
          <a:xfrm>
            <a:off x="1412875" y="1176338"/>
            <a:ext cx="802184" cy="18553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736A1343-D649-626E-D84F-8C508539FFF2}"/>
              </a:ext>
            </a:extLst>
          </p:cNvPr>
          <p:cNvSpPr/>
          <p:nvPr/>
        </p:nvSpPr>
        <p:spPr bwMode="auto">
          <a:xfrm>
            <a:off x="1270000" y="1054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C5345B5B-6C46-F5E6-E320-982C6753AACA}"/>
              </a:ext>
            </a:extLst>
          </p:cNvPr>
          <p:cNvSpPr/>
          <p:nvPr/>
        </p:nvSpPr>
        <p:spPr bwMode="auto">
          <a:xfrm>
            <a:off x="616148" y="1394619"/>
            <a:ext cx="1582540" cy="264666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46680020-09A4-D7A5-8CDB-AB5E17BD91E5}"/>
              </a:ext>
            </a:extLst>
          </p:cNvPr>
          <p:cNvSpPr/>
          <p:nvPr/>
        </p:nvSpPr>
        <p:spPr bwMode="auto">
          <a:xfrm>
            <a:off x="482600" y="1270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868F6F43-0FB0-F67C-2623-BBBB8641B237}"/>
              </a:ext>
            </a:extLst>
          </p:cNvPr>
          <p:cNvSpPr/>
          <p:nvPr/>
        </p:nvSpPr>
        <p:spPr bwMode="auto">
          <a:xfrm>
            <a:off x="2362398" y="1165423"/>
            <a:ext cx="3175993" cy="18554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0A940F1E-971A-5DDD-D46C-3CE936CF4E0F}"/>
              </a:ext>
            </a:extLst>
          </p:cNvPr>
          <p:cNvSpPr/>
          <p:nvPr/>
        </p:nvSpPr>
        <p:spPr bwMode="auto">
          <a:xfrm>
            <a:off x="2222500" y="104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7AD14798-809E-15DE-CFD2-988493F96CD6}"/>
              </a:ext>
            </a:extLst>
          </p:cNvPr>
          <p:cNvSpPr/>
          <p:nvPr/>
        </p:nvSpPr>
        <p:spPr bwMode="auto">
          <a:xfrm>
            <a:off x="2335113" y="1383705"/>
            <a:ext cx="3230563" cy="321964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6DC989E6-6273-19F0-0FF9-952FEEE53E65}"/>
              </a:ext>
            </a:extLst>
          </p:cNvPr>
          <p:cNvSpPr/>
          <p:nvPr/>
        </p:nvSpPr>
        <p:spPr bwMode="auto">
          <a:xfrm>
            <a:off x="21971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61408107-F63F-A2D9-E28E-2EA484A840C2}"/>
              </a:ext>
            </a:extLst>
          </p:cNvPr>
          <p:cNvSpPr/>
          <p:nvPr/>
        </p:nvSpPr>
        <p:spPr bwMode="auto">
          <a:xfrm>
            <a:off x="5254625" y="1678384"/>
            <a:ext cx="240109" cy="218282"/>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18F451AB-B427-9D21-82FE-C846C654090D}"/>
              </a:ext>
            </a:extLst>
          </p:cNvPr>
          <p:cNvSpPr/>
          <p:nvPr/>
        </p:nvSpPr>
        <p:spPr bwMode="auto">
          <a:xfrm>
            <a:off x="5118100" y="1549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7C473899-B8E0-77F9-0144-92D497958134}"/>
              </a:ext>
            </a:extLst>
          </p:cNvPr>
          <p:cNvGraphicFramePr>
            <a:graphicFrameLocks noGrp="1"/>
          </p:cNvGraphicFramePr>
          <p:nvPr>
            <p:extLst>
              <p:ext uri="{D42A27DB-BD31-4B8C-83A1-F6EECF244321}">
                <p14:modId xmlns:p14="http://schemas.microsoft.com/office/powerpoint/2010/main" val="310565617"/>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031122944"/>
                    </a:ext>
                  </a:extLst>
                </a:gridCol>
                <a:gridCol w="2336800">
                  <a:extLst>
                    <a:ext uri="{9D8B030D-6E8A-4147-A177-3AD203B41FA5}">
                      <a16:colId xmlns:a16="http://schemas.microsoft.com/office/drawing/2014/main" val="568187244"/>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81994261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Search</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45174159"/>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TV guide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334680"/>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Categories with </a:t>
                      </a:r>
                      <a:r>
                        <a:rPr lang="en-US" sz="800" b="0" i="0">
                          <a:solidFill>
                            <a:srgbClr val="000000"/>
                          </a:solidFill>
                          <a:latin typeface="Arial" panose="020B0604020202020204" pitchFamily="34" charset="0"/>
                        </a:rPr>
                        <a:t>channel counts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85405524"/>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Category and position in </a:t>
                      </a:r>
                      <a:r>
                        <a:rPr lang="en-US" sz="800" b="0" i="0">
                          <a:solidFill>
                            <a:srgbClr val="000000"/>
                          </a:solidFill>
                          <a:latin typeface="Arial" panose="020B0604020202020204" pitchFamily="34" charset="0"/>
                        </a:rPr>
                        <a:t>the 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60933726"/>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Channels; the blue mark shows the channel </a:t>
                      </a:r>
                      <a:r>
                        <a:rPr lang="en-US" sz="800" b="0" i="0">
                          <a:solidFill>
                            <a:srgbClr val="000000"/>
                          </a:solidFill>
                          <a:latin typeface="Arial" panose="020B0604020202020204" pitchFamily="34" charset="0"/>
                        </a:rPr>
                        <a:t>playing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784035955"/>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849709719"/>
                  </a:ext>
                </a:extLst>
              </a:tr>
            </a:tbl>
          </a:graphicData>
        </a:graphic>
      </p:graphicFrame>
    </p:spTree>
    <p:extLst>
      <p:ext uri="{BB962C8B-B14F-4D97-AF65-F5344CB8AC3E}">
        <p14:creationId xmlns:p14="http://schemas.microsoft.com/office/powerpoint/2010/main" val="80191417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C89A30C-117D-87D9-44EA-F154F0F41C2A}"/>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Arrow keys move through </a:t>
            </a:r>
            <a:r>
              <a:rPr lang="en-US" altLang="ko-KR" sz="900" dirty="0" err="1">
                <a:latin typeface="Arial" pitchFamily="34" charset="0"/>
                <a:ea typeface="굴림" panose="020B0600000101010101" pitchFamily="50" charset="-127"/>
                <a:cs typeface="Arial" pitchFamily="34" charset="0"/>
              </a:rPr>
              <a:t>programmes</a:t>
            </a:r>
            <a:r>
              <a:rPr lang="en-US" altLang="ko-KR" sz="900" dirty="0">
                <a:latin typeface="Arial" pitchFamily="34" charset="0"/>
                <a:ea typeface="굴림" panose="020B0600000101010101" pitchFamily="50" charset="-127"/>
                <a:cs typeface="Arial" pitchFamily="34" charset="0"/>
              </a:rPr>
              <a:t> and channels; CH +/- page; the wheel scrolls. OK on a </a:t>
            </a:r>
            <a:r>
              <a:rPr lang="en-US" altLang="ko-KR" sz="900" dirty="0" err="1">
                <a:latin typeface="Arial" pitchFamily="34" charset="0"/>
                <a:ea typeface="굴림" panose="020B0600000101010101" pitchFamily="50" charset="-127"/>
                <a:cs typeface="Arial" pitchFamily="34" charset="0"/>
              </a:rPr>
              <a:t>programme</a:t>
            </a:r>
            <a:r>
              <a:rPr lang="en-US" altLang="ko-KR" sz="900" dirty="0">
                <a:latin typeface="Arial" pitchFamily="34" charset="0"/>
                <a:ea typeface="굴림" panose="020B0600000101010101" pitchFamily="50" charset="-127"/>
                <a:cs typeface="Arial" pitchFamily="34" charset="0"/>
              </a:rPr>
              <a:t> on air plays its channel.</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Guide data comes from XMLTV named in the playlist, in Settings, or by the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server.</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test playlist comes with guide data, so every test channel shows </a:t>
            </a:r>
            <a:r>
              <a:rPr lang="en-US" altLang="ko-KR" sz="900" err="1">
                <a:latin typeface="Arial" pitchFamily="34" charset="0"/>
                <a:ea typeface="굴림" panose="020B0600000101010101" pitchFamily="50" charset="-127"/>
                <a:cs typeface="Arial" pitchFamily="34" charset="0"/>
              </a:rPr>
              <a:t>programmes</a:t>
            </a:r>
            <a:r>
              <a:rPr lang="en-US" altLang="ko-KR" sz="900">
                <a:latin typeface="Arial" pitchFamily="34" charset="0"/>
                <a:ea typeface="굴림" panose="020B0600000101010101" pitchFamily="50" charset="-127"/>
                <a:cs typeface="Arial" pitchFamily="34" charset="0"/>
              </a:rPr>
              <a: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B7E8936-1377-FACE-8347-AD3B1BBEA778}"/>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3. TV guide</a:t>
            </a:r>
          </a:p>
        </p:txBody>
      </p:sp>
      <p:sp>
        <p:nvSpPr>
          <p:cNvPr id="17" name="텍스트 개체 틀 16">
            <a:extLst>
              <a:ext uri="{FF2B5EF4-FFF2-40B4-BE49-F238E27FC236}">
                <a16:creationId xmlns:a16="http://schemas.microsoft.com/office/drawing/2014/main" id="{B1559AAF-6EEC-D1EF-1EE2-B918DF694954}"/>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13A6A11E-5580-5F73-E3D6-084AA2D562B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D68A1436-DCBA-D43F-00E4-3F892267F536}"/>
              </a:ext>
            </a:extLst>
          </p:cNvPr>
          <p:cNvSpPr/>
          <p:nvPr/>
        </p:nvSpPr>
        <p:spPr bwMode="auto">
          <a:xfrm>
            <a:off x="517922" y="1105396"/>
            <a:ext cx="2837656" cy="51841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6CCEA3D2-5E96-A518-D863-170E0CC9BED2}"/>
              </a:ext>
            </a:extLst>
          </p:cNvPr>
          <p:cNvSpPr/>
          <p:nvPr/>
        </p:nvSpPr>
        <p:spPr bwMode="auto">
          <a:xfrm>
            <a:off x="3810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71F33DF9-60BF-5DA5-3EB8-5C73C57B82AC}"/>
              </a:ext>
            </a:extLst>
          </p:cNvPr>
          <p:cNvSpPr/>
          <p:nvPr/>
        </p:nvSpPr>
        <p:spPr bwMode="auto">
          <a:xfrm>
            <a:off x="1827609" y="1732955"/>
            <a:ext cx="4993184"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7F0AEFF2-154B-7745-4131-AD1BA1721A92}"/>
              </a:ext>
            </a:extLst>
          </p:cNvPr>
          <p:cNvSpPr/>
          <p:nvPr/>
        </p:nvSpPr>
        <p:spPr bwMode="auto">
          <a:xfrm>
            <a:off x="1689100" y="1600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BF88183A-B17A-13BD-4550-61E213777C12}"/>
              </a:ext>
            </a:extLst>
          </p:cNvPr>
          <p:cNvSpPr/>
          <p:nvPr/>
        </p:nvSpPr>
        <p:spPr bwMode="auto">
          <a:xfrm>
            <a:off x="517922" y="1951236"/>
            <a:ext cx="1309687" cy="24010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1C874F2C-2526-8AED-9E4B-431F2D39D276}"/>
              </a:ext>
            </a:extLst>
          </p:cNvPr>
          <p:cNvSpPr/>
          <p:nvPr/>
        </p:nvSpPr>
        <p:spPr bwMode="auto">
          <a:xfrm>
            <a:off x="381000" y="1828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643349A0-8979-E797-EC1A-03B99901BCD4}"/>
              </a:ext>
            </a:extLst>
          </p:cNvPr>
          <p:cNvSpPr/>
          <p:nvPr/>
        </p:nvSpPr>
        <p:spPr bwMode="auto">
          <a:xfrm>
            <a:off x="1827609" y="1907580"/>
            <a:ext cx="4993184" cy="244475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6B18CC7A-9845-736A-1AB7-30F8749CE984}"/>
              </a:ext>
            </a:extLst>
          </p:cNvPr>
          <p:cNvSpPr/>
          <p:nvPr/>
        </p:nvSpPr>
        <p:spPr bwMode="auto">
          <a:xfrm>
            <a:off x="1689100" y="1778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253AC20C-AC57-C2EA-E777-FDD96DA206FD}"/>
              </a:ext>
            </a:extLst>
          </p:cNvPr>
          <p:cNvSpPr/>
          <p:nvPr/>
        </p:nvSpPr>
        <p:spPr bwMode="auto">
          <a:xfrm>
            <a:off x="2389684" y="2213173"/>
            <a:ext cx="1669851" cy="305594"/>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6D718154-3474-B186-3311-88BB76465BCB}"/>
              </a:ext>
            </a:extLst>
          </p:cNvPr>
          <p:cNvSpPr/>
          <p:nvPr/>
        </p:nvSpPr>
        <p:spPr bwMode="auto">
          <a:xfrm>
            <a:off x="2247900" y="2082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8F59D2A9-8134-53EB-25E2-C0026EE6D764}"/>
              </a:ext>
            </a:extLst>
          </p:cNvPr>
          <p:cNvSpPr/>
          <p:nvPr/>
        </p:nvSpPr>
        <p:spPr bwMode="auto">
          <a:xfrm>
            <a:off x="517922" y="4385072"/>
            <a:ext cx="2673945" cy="14188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2718DDBB-A2C0-65A3-AF4A-C646BBC03574}"/>
              </a:ext>
            </a:extLst>
          </p:cNvPr>
          <p:cNvSpPr/>
          <p:nvPr/>
        </p:nvSpPr>
        <p:spPr bwMode="auto">
          <a:xfrm>
            <a:off x="381000" y="4254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76BC7B47-C1A5-D6A4-CC6E-011814CC391F}"/>
              </a:ext>
            </a:extLst>
          </p:cNvPr>
          <p:cNvGraphicFramePr>
            <a:graphicFrameLocks noGrp="1"/>
          </p:cNvGraphicFramePr>
          <p:nvPr>
            <p:extLst>
              <p:ext uri="{D42A27DB-BD31-4B8C-83A1-F6EECF244321}">
                <p14:modId xmlns:p14="http://schemas.microsoft.com/office/powerpoint/2010/main" val="2938203158"/>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683691685"/>
                    </a:ext>
                  </a:extLst>
                </a:gridCol>
                <a:gridCol w="2336800">
                  <a:extLst>
                    <a:ext uri="{9D8B030D-6E8A-4147-A177-3AD203B41FA5}">
                      <a16:colId xmlns:a16="http://schemas.microsoft.com/office/drawing/2014/main" val="1169209701"/>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005753306"/>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Focused </a:t>
                      </a:r>
                      <a:r>
                        <a:rPr lang="en-US" sz="800" b="0" i="0" dirty="0" err="1">
                          <a:solidFill>
                            <a:srgbClr val="000000"/>
                          </a:solidFill>
                          <a:latin typeface="Arial" panose="020B0604020202020204" pitchFamily="34" charset="0"/>
                        </a:rPr>
                        <a:t>programme</a:t>
                      </a:r>
                      <a:r>
                        <a:rPr lang="en-US" sz="800" b="0" i="0" dirty="0">
                          <a:solidFill>
                            <a:srgbClr val="000000"/>
                          </a:solidFill>
                          <a:latin typeface="Arial" panose="020B0604020202020204" pitchFamily="34" charset="0"/>
                        </a:rPr>
                        <a:t>: channel, time, title</a:t>
                      </a:r>
                      <a:r>
                        <a:rPr lang="en-US" sz="800" b="0" i="0">
                          <a:solidFill>
                            <a:srgbClr val="000000"/>
                          </a:solidFill>
                          <a:latin typeface="Arial" panose="020B0604020202020204" pitchFamily="34" charset="0"/>
                        </a:rPr>
                        <a:t>, description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3458097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Date and </a:t>
                      </a:r>
                      <a:r>
                        <a:rPr lang="en-US" sz="800" b="0" i="0">
                          <a:solidFill>
                            <a:srgbClr val="000000"/>
                          </a:solidFill>
                          <a:latin typeface="Arial" panose="020B0604020202020204" pitchFamily="34" charset="0"/>
                        </a:rPr>
                        <a:t>time scale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983132704"/>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001140919"/>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err="1">
                          <a:solidFill>
                            <a:srgbClr val="000000"/>
                          </a:solidFill>
                          <a:latin typeface="Arial" panose="020B0604020202020204" pitchFamily="34" charset="0"/>
                        </a:rPr>
                        <a:t>Programmes</a:t>
                      </a:r>
                      <a:r>
                        <a:rPr lang="en-US" sz="800" b="0" i="0" dirty="0">
                          <a:solidFill>
                            <a:srgbClr val="000000"/>
                          </a:solidFill>
                          <a:latin typeface="Arial" panose="020B0604020202020204" pitchFamily="34" charset="0"/>
                        </a:rPr>
                        <a:t>; the red line marks the </a:t>
                      </a:r>
                      <a:r>
                        <a:rPr lang="en-US" sz="800" b="0" i="0">
                          <a:solidFill>
                            <a:srgbClr val="000000"/>
                          </a:solidFill>
                          <a:latin typeface="Arial" panose="020B0604020202020204" pitchFamily="34" charset="0"/>
                        </a:rPr>
                        <a:t>current time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107722746"/>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Focused programme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98925892"/>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Key hints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85802001"/>
                  </a:ext>
                </a:extLst>
              </a:tr>
            </a:tbl>
          </a:graphicData>
        </a:graphic>
      </p:graphicFrame>
    </p:spTree>
    <p:extLst>
      <p:ext uri="{BB962C8B-B14F-4D97-AF65-F5344CB8AC3E}">
        <p14:creationId xmlns:p14="http://schemas.microsoft.com/office/powerpoint/2010/main" val="292894172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C89A30C-117D-87D9-44EA-F154F0F41C2A}"/>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Search ignores case and accents and matches any part of a channel name.</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Down moves from the field to the results. Back closes the keyboard, then the </a:t>
            </a:r>
            <a:r>
              <a:rPr lang="en-US" altLang="ko-KR" sz="900">
                <a:latin typeface="Arial" pitchFamily="34" charset="0"/>
                <a:ea typeface="굴림" panose="020B0600000101010101" pitchFamily="50" charset="-127"/>
                <a:cs typeface="Arial" pitchFamily="34" charset="0"/>
              </a:rPr>
              <a:t>screen.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B7E8936-1377-FACE-8347-AD3B1BBEA778}"/>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4. Search</a:t>
            </a:r>
          </a:p>
        </p:txBody>
      </p:sp>
      <p:sp>
        <p:nvSpPr>
          <p:cNvPr id="17" name="텍스트 개체 틀 16">
            <a:extLst>
              <a:ext uri="{FF2B5EF4-FFF2-40B4-BE49-F238E27FC236}">
                <a16:creationId xmlns:a16="http://schemas.microsoft.com/office/drawing/2014/main" id="{B1559AAF-6EEC-D1EF-1EE2-B918DF694954}"/>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1834A089-B43F-43C4-6E57-1801CAB1B1F2}"/>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F9536652-91D1-1443-094B-FDADDD63C17F}"/>
              </a:ext>
            </a:extLst>
          </p:cNvPr>
          <p:cNvSpPr/>
          <p:nvPr/>
        </p:nvSpPr>
        <p:spPr bwMode="auto">
          <a:xfrm>
            <a:off x="2373313" y="1110853"/>
            <a:ext cx="4452937" cy="43656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A1818FA6-06FA-EE5B-7882-0E9A7D73DD86}"/>
              </a:ext>
            </a:extLst>
          </p:cNvPr>
          <p:cNvSpPr/>
          <p:nvPr/>
        </p:nvSpPr>
        <p:spPr bwMode="auto">
          <a:xfrm>
            <a:off x="2235200" y="9779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64F5033E-A037-32A4-C751-CF986F2AFFC4}"/>
              </a:ext>
            </a:extLst>
          </p:cNvPr>
          <p:cNvSpPr/>
          <p:nvPr/>
        </p:nvSpPr>
        <p:spPr bwMode="auto">
          <a:xfrm>
            <a:off x="2340570" y="1574701"/>
            <a:ext cx="545703" cy="15279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3D94E18F-E033-2E68-E16D-95D48578CA79}"/>
              </a:ext>
            </a:extLst>
          </p:cNvPr>
          <p:cNvSpPr/>
          <p:nvPr/>
        </p:nvSpPr>
        <p:spPr bwMode="auto">
          <a:xfrm>
            <a:off x="21971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CC5526C4-56A2-FBC7-9038-F03E0B968BCF}"/>
              </a:ext>
            </a:extLst>
          </p:cNvPr>
          <p:cNvSpPr/>
          <p:nvPr/>
        </p:nvSpPr>
        <p:spPr bwMode="auto">
          <a:xfrm>
            <a:off x="2395141" y="1831181"/>
            <a:ext cx="4409281" cy="180082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14A9FEEE-2EC1-CDA3-A3F6-023EA0B23905}"/>
              </a:ext>
            </a:extLst>
          </p:cNvPr>
          <p:cNvSpPr/>
          <p:nvPr/>
        </p:nvSpPr>
        <p:spPr bwMode="auto">
          <a:xfrm>
            <a:off x="2260600" y="1701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9C0E4E0E-1819-BE8F-2582-AC63FAE8EEFE}"/>
              </a:ext>
            </a:extLst>
          </p:cNvPr>
          <p:cNvSpPr/>
          <p:nvPr/>
        </p:nvSpPr>
        <p:spPr bwMode="auto">
          <a:xfrm>
            <a:off x="6509742" y="1874838"/>
            <a:ext cx="240110" cy="21828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F4DDE0A2-3608-F3F5-76B9-6E07C64FC93F}"/>
              </a:ext>
            </a:extLst>
          </p:cNvPr>
          <p:cNvSpPr/>
          <p:nvPr/>
        </p:nvSpPr>
        <p:spPr bwMode="auto">
          <a:xfrm>
            <a:off x="6375400" y="1752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F618A682-659E-1131-6A21-5E35ADB49F8F}"/>
              </a:ext>
            </a:extLst>
          </p:cNvPr>
          <p:cNvGraphicFramePr>
            <a:graphicFrameLocks noGrp="1"/>
          </p:cNvGraphicFramePr>
          <p:nvPr>
            <p:extLst>
              <p:ext uri="{D42A27DB-BD31-4B8C-83A1-F6EECF244321}">
                <p14:modId xmlns:p14="http://schemas.microsoft.com/office/powerpoint/2010/main" val="4068987684"/>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515831474"/>
                    </a:ext>
                  </a:extLst>
                </a:gridCol>
                <a:gridCol w="2336800">
                  <a:extLst>
                    <a:ext uri="{9D8B030D-6E8A-4147-A177-3AD203B41FA5}">
                      <a16:colId xmlns:a16="http://schemas.microsoft.com/office/drawing/2014/main" val="2214564787"/>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050690733"/>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Search field: OK opens the </a:t>
                      </a:r>
                      <a:r>
                        <a:rPr lang="en-US" sz="800" b="0" i="0">
                          <a:solidFill>
                            <a:srgbClr val="000000"/>
                          </a:solidFill>
                          <a:latin typeface="Arial" panose="020B0604020202020204" pitchFamily="34" charset="0"/>
                        </a:rPr>
                        <a:t>LG keyboard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79815787"/>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Number </a:t>
                      </a:r>
                      <a:r>
                        <a:rPr lang="en-US" sz="800" b="0" i="0">
                          <a:solidFill>
                            <a:srgbClr val="000000"/>
                          </a:solidFill>
                          <a:latin typeface="Arial" panose="020B0604020202020204" pitchFamily="34" charset="0"/>
                        </a:rPr>
                        <a:t>of results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867557285"/>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Results update while typing. OK plays </a:t>
                      </a:r>
                      <a:r>
                        <a:rPr lang="en-US" sz="800" b="0" i="0">
                          <a:solidFill>
                            <a:srgbClr val="000000"/>
                          </a:solidFill>
                          <a:latin typeface="Arial" panose="020B0604020202020204" pitchFamily="34" charset="0"/>
                        </a:rPr>
                        <a:t>the channel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72630464"/>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Favorite star: Right, </a:t>
                      </a:r>
                      <a:r>
                        <a:rPr lang="en-US" sz="800" b="0" i="0">
                          <a:solidFill>
                            <a:srgbClr val="000000"/>
                          </a:solidFill>
                          <a:latin typeface="Arial" panose="020B0604020202020204" pitchFamily="34" charset="0"/>
                        </a:rPr>
                        <a:t>then OK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98744895"/>
                  </a:ext>
                </a:extLst>
              </a:tr>
            </a:tbl>
          </a:graphicData>
        </a:graphic>
      </p:graphicFrame>
    </p:spTree>
    <p:extLst>
      <p:ext uri="{BB962C8B-B14F-4D97-AF65-F5344CB8AC3E}">
        <p14:creationId xmlns:p14="http://schemas.microsoft.com/office/powerpoint/2010/main" val="353480129"/>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C89A30C-117D-87D9-44EA-F154F0F41C2A}"/>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In Favorites the menu also offers Move: Up/Down reorder the channel and OK finishes.</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Back closes the </a:t>
            </a:r>
            <a:r>
              <a:rPr lang="en-US" altLang="ko-KR" sz="900">
                <a:latin typeface="Arial" pitchFamily="34" charset="0"/>
                <a:ea typeface="굴림" panose="020B0600000101010101" pitchFamily="50" charset="-127"/>
                <a:cs typeface="Arial" pitchFamily="34" charset="0"/>
              </a:rPr>
              <a:t>menu.</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B7E8936-1377-FACE-8347-AD3B1BBEA778}"/>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5. Channel menu (hold OK on a channel)</a:t>
            </a:r>
          </a:p>
        </p:txBody>
      </p:sp>
      <p:sp>
        <p:nvSpPr>
          <p:cNvPr id="17" name="텍스트 개체 틀 16">
            <a:extLst>
              <a:ext uri="{FF2B5EF4-FFF2-40B4-BE49-F238E27FC236}">
                <a16:creationId xmlns:a16="http://schemas.microsoft.com/office/drawing/2014/main" id="{B1559AAF-6EEC-D1EF-1EE2-B918DF694954}"/>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AFF777C6-D02B-C25C-ADE6-2972217AB499}"/>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48623F61-FF2C-2F65-EF1D-1DCED10C0FE2}"/>
              </a:ext>
            </a:extLst>
          </p:cNvPr>
          <p:cNvSpPr/>
          <p:nvPr/>
        </p:nvSpPr>
        <p:spPr bwMode="auto">
          <a:xfrm>
            <a:off x="2127746" y="2431455"/>
            <a:ext cx="3110508" cy="90041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3988BAFB-B963-408D-59EB-307640E524F1}"/>
              </a:ext>
            </a:extLst>
          </p:cNvPr>
          <p:cNvSpPr/>
          <p:nvPr/>
        </p:nvSpPr>
        <p:spPr bwMode="auto">
          <a:xfrm>
            <a:off x="1993900" y="2298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E07EA726-CB5B-7B70-E871-0CA1996F4866}"/>
              </a:ext>
            </a:extLst>
          </p:cNvPr>
          <p:cNvSpPr/>
          <p:nvPr/>
        </p:nvSpPr>
        <p:spPr bwMode="auto">
          <a:xfrm>
            <a:off x="2275086" y="2868017"/>
            <a:ext cx="1407914"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C974E26A-5A55-7952-4C30-1A764489FAD7}"/>
              </a:ext>
            </a:extLst>
          </p:cNvPr>
          <p:cNvSpPr/>
          <p:nvPr/>
        </p:nvSpPr>
        <p:spPr bwMode="auto">
          <a:xfrm>
            <a:off x="21336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1FD823CC-D0B1-355B-FC1E-A16937211248}"/>
              </a:ext>
            </a:extLst>
          </p:cNvPr>
          <p:cNvSpPr/>
          <p:nvPr/>
        </p:nvSpPr>
        <p:spPr bwMode="auto">
          <a:xfrm>
            <a:off x="3693914" y="2868017"/>
            <a:ext cx="1375172"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6A92AC99-D385-1F2A-DED0-29A5932C246D}"/>
              </a:ext>
            </a:extLst>
          </p:cNvPr>
          <p:cNvSpPr/>
          <p:nvPr/>
        </p:nvSpPr>
        <p:spPr bwMode="auto">
          <a:xfrm>
            <a:off x="3556000" y="2743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B8BAD616-BBC6-7E97-8C91-50582FFFF0F4}"/>
              </a:ext>
            </a:extLst>
          </p:cNvPr>
          <p:cNvGraphicFramePr>
            <a:graphicFrameLocks noGrp="1"/>
          </p:cNvGraphicFramePr>
          <p:nvPr>
            <p:extLst>
              <p:ext uri="{D42A27DB-BD31-4B8C-83A1-F6EECF244321}">
                <p14:modId xmlns:p14="http://schemas.microsoft.com/office/powerpoint/2010/main" val="4141988635"/>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776906381"/>
                    </a:ext>
                  </a:extLst>
                </a:gridCol>
                <a:gridCol w="2336800">
                  <a:extLst>
                    <a:ext uri="{9D8B030D-6E8A-4147-A177-3AD203B41FA5}">
                      <a16:colId xmlns:a16="http://schemas.microsoft.com/office/drawing/2014/main" val="3928964107"/>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699078312"/>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Channel menu</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202710118"/>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to / remove </a:t>
                      </a:r>
                      <a:r>
                        <a:rPr lang="en-US" sz="800" b="0" i="0">
                          <a:solidFill>
                            <a:srgbClr val="000000"/>
                          </a:solidFill>
                          <a:latin typeface="Arial" panose="020B0604020202020204" pitchFamily="34" charset="0"/>
                        </a:rPr>
                        <a:t>from Favorites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140568491"/>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865410486"/>
                  </a:ext>
                </a:extLst>
              </a:tr>
            </a:tbl>
          </a:graphicData>
        </a:graphic>
      </p:graphicFrame>
    </p:spTree>
    <p:extLst>
      <p:ext uri="{BB962C8B-B14F-4D97-AF65-F5344CB8AC3E}">
        <p14:creationId xmlns:p14="http://schemas.microsoft.com/office/powerpoint/2010/main" val="3761840919"/>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C89A30C-117D-87D9-44EA-F154F0F41C2A}"/>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t>
            </a:r>
            <a:r>
              <a:rPr lang="en-US" altLang="ko-KR" sz="900" dirty="0" err="1">
                <a:latin typeface="Arial" pitchFamily="34" charset="0"/>
                <a:ea typeface="굴림" panose="020B0600000101010101" pitchFamily="50" charset="-127"/>
                <a:cs typeface="Arial" pitchFamily="34" charset="0"/>
              </a:rPr>
              <a:t>Xtream</a:t>
            </a:r>
            <a:r>
              <a:rPr lang="en-US" altLang="ko-KR" sz="900" dirty="0">
                <a:latin typeface="Arial" pitchFamily="34" charset="0"/>
                <a:ea typeface="굴림" panose="020B0600000101010101" pitchFamily="50" charset="-127"/>
                <a:cs typeface="Arial" pitchFamily="34" charset="0"/>
              </a:rPr>
              <a:t> Codes sources also show the account's expiry date and connection </a:t>
            </a:r>
            <a:r>
              <a:rPr lang="en-US" altLang="ko-KR" sz="900">
                <a:latin typeface="Arial" pitchFamily="34" charset="0"/>
                <a:ea typeface="굴림" panose="020B0600000101010101" pitchFamily="50" charset="-127"/>
                <a:cs typeface="Arial" pitchFamily="34" charset="0"/>
              </a:rPr>
              <a:t>limit.</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B7E8936-1377-FACE-8347-AD3B1BBEA778}"/>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6. Settings: Sources</a:t>
            </a:r>
          </a:p>
        </p:txBody>
      </p:sp>
      <p:sp>
        <p:nvSpPr>
          <p:cNvPr id="17" name="텍스트 개체 틀 16">
            <a:extLst>
              <a:ext uri="{FF2B5EF4-FFF2-40B4-BE49-F238E27FC236}">
                <a16:creationId xmlns:a16="http://schemas.microsoft.com/office/drawing/2014/main" id="{B1559AAF-6EEC-D1EF-1EE2-B918DF694954}"/>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127715D9-0A4C-18D4-91C1-CF5E91E4CD77}"/>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C6FC4113-8D96-FB7B-27D6-B4F9977464AC}"/>
              </a:ext>
            </a:extLst>
          </p:cNvPr>
          <p:cNvSpPr/>
          <p:nvPr/>
        </p:nvSpPr>
        <p:spPr bwMode="auto">
          <a:xfrm>
            <a:off x="507008" y="1460103"/>
            <a:ext cx="1669851"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FA21D7C5-5AAA-5C7B-4972-40C83D6EDE59}"/>
              </a:ext>
            </a:extLst>
          </p:cNvPr>
          <p:cNvSpPr/>
          <p:nvPr/>
        </p:nvSpPr>
        <p:spPr bwMode="auto">
          <a:xfrm>
            <a:off x="368300" y="1333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473ABFBF-F085-16F4-B90F-8E8511101797}"/>
              </a:ext>
            </a:extLst>
          </p:cNvPr>
          <p:cNvSpPr/>
          <p:nvPr/>
        </p:nvSpPr>
        <p:spPr bwMode="auto">
          <a:xfrm>
            <a:off x="2373313" y="1383705"/>
            <a:ext cx="4452937" cy="40382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8B495B95-BE2C-D825-C6F8-86EF6D61BD5B}"/>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47BEE5B7-4965-DA3D-1885-1097F41AC605}"/>
              </a:ext>
            </a:extLst>
          </p:cNvPr>
          <p:cNvSpPr/>
          <p:nvPr/>
        </p:nvSpPr>
        <p:spPr bwMode="auto">
          <a:xfrm>
            <a:off x="5167313" y="1438275"/>
            <a:ext cx="589359"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91A7EC87-F37C-BFA2-E165-C3C4F5D5992C}"/>
              </a:ext>
            </a:extLst>
          </p:cNvPr>
          <p:cNvSpPr/>
          <p:nvPr/>
        </p:nvSpPr>
        <p:spPr bwMode="auto">
          <a:xfrm>
            <a:off x="5029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148E840D-6C14-59B1-78F7-E5552521838B}"/>
              </a:ext>
            </a:extLst>
          </p:cNvPr>
          <p:cNvSpPr/>
          <p:nvPr/>
        </p:nvSpPr>
        <p:spPr bwMode="auto">
          <a:xfrm>
            <a:off x="5800328" y="1438275"/>
            <a:ext cx="39290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C22AB245-578B-F0D2-7CBD-8EFE96C7AE91}"/>
              </a:ext>
            </a:extLst>
          </p:cNvPr>
          <p:cNvSpPr/>
          <p:nvPr/>
        </p:nvSpPr>
        <p:spPr bwMode="auto">
          <a:xfrm>
            <a:off x="56642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5E793BD0-873D-72FC-DE51-70102A429764}"/>
              </a:ext>
            </a:extLst>
          </p:cNvPr>
          <p:cNvSpPr/>
          <p:nvPr/>
        </p:nvSpPr>
        <p:spPr bwMode="auto">
          <a:xfrm>
            <a:off x="6236891" y="1438275"/>
            <a:ext cx="523875"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34D7D292-5684-6F0B-013E-885819D5CC49}"/>
              </a:ext>
            </a:extLst>
          </p:cNvPr>
          <p:cNvSpPr/>
          <p:nvPr/>
        </p:nvSpPr>
        <p:spPr bwMode="auto">
          <a:xfrm>
            <a:off x="6096000" y="13081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B347407B-0DFB-A09D-C22C-115A9A006EE5}"/>
              </a:ext>
            </a:extLst>
          </p:cNvPr>
          <p:cNvSpPr/>
          <p:nvPr/>
        </p:nvSpPr>
        <p:spPr bwMode="auto">
          <a:xfrm>
            <a:off x="2373313" y="1853009"/>
            <a:ext cx="851296" cy="28376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FAD76512-03C5-715E-027B-57A8168C06D3}"/>
              </a:ext>
            </a:extLst>
          </p:cNvPr>
          <p:cNvSpPr/>
          <p:nvPr/>
        </p:nvSpPr>
        <p:spPr bwMode="auto">
          <a:xfrm>
            <a:off x="2235200" y="1727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E38DE57C-FD28-55AF-D07C-B9A3DBFD9589}"/>
              </a:ext>
            </a:extLst>
          </p:cNvPr>
          <p:cNvGraphicFramePr>
            <a:graphicFrameLocks noGrp="1"/>
          </p:cNvGraphicFramePr>
          <p:nvPr>
            <p:extLst>
              <p:ext uri="{D42A27DB-BD31-4B8C-83A1-F6EECF244321}">
                <p14:modId xmlns:p14="http://schemas.microsoft.com/office/powerpoint/2010/main" val="2185831346"/>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42199548"/>
                    </a:ext>
                  </a:extLst>
                </a:gridCol>
                <a:gridCol w="2336800">
                  <a:extLst>
                    <a:ext uri="{9D8B030D-6E8A-4147-A177-3AD203B41FA5}">
                      <a16:colId xmlns:a16="http://schemas.microsoft.com/office/drawing/2014/main" val="157811740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90813899"/>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Settings sections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294083886"/>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Playlist: type, channels, </a:t>
                      </a:r>
                      <a:r>
                        <a:rPr lang="en-US" sz="800" b="0" i="0">
                          <a:solidFill>
                            <a:srgbClr val="000000"/>
                          </a:solidFill>
                          <a:latin typeface="Arial" panose="020B0604020202020204" pitchFamily="34" charset="0"/>
                        </a:rPr>
                        <a:t>last update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76655004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Refresh: download the </a:t>
                      </a:r>
                      <a:r>
                        <a:rPr lang="en-US" sz="800" b="0" i="0">
                          <a:solidFill>
                            <a:srgbClr val="000000"/>
                          </a:solidFill>
                          <a:latin typeface="Arial" panose="020B0604020202020204" pitchFamily="34" charset="0"/>
                        </a:rPr>
                        <a:t>playlist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9639035"/>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Edit </a:t>
                      </a:r>
                      <a:r>
                        <a:rPr lang="en-US" sz="800" b="0" i="0">
                          <a:solidFill>
                            <a:srgbClr val="000000"/>
                          </a:solidFill>
                          <a:latin typeface="Arial" panose="020B0604020202020204" pitchFamily="34" charset="0"/>
                        </a:rPr>
                        <a:t>the playlist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45268062"/>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Delete (asks for </a:t>
                      </a:r>
                      <a:r>
                        <a:rPr lang="en-US" sz="800" b="0" i="0">
                          <a:solidFill>
                            <a:srgbClr val="000000"/>
                          </a:solidFill>
                          <a:latin typeface="Arial" panose="020B0604020202020204" pitchFamily="34" charset="0"/>
                        </a:rPr>
                        <a:t>confirmation)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342463532"/>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Add another playlist (see </a:t>
                      </a: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690294752"/>
                  </a:ext>
                </a:extLst>
              </a:tr>
            </a:tbl>
          </a:graphicData>
        </a:graphic>
      </p:graphicFrame>
    </p:spTree>
    <p:extLst>
      <p:ext uri="{BB962C8B-B14F-4D97-AF65-F5344CB8AC3E}">
        <p14:creationId xmlns:p14="http://schemas.microsoft.com/office/powerpoint/2010/main" val="3914830343"/>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C89A30C-117D-87D9-44EA-F154F0F41C2A}"/>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 guide also refreshes by itself at the chosen </a:t>
            </a:r>
            <a:r>
              <a:rPr lang="en-US" altLang="ko-KR" sz="900">
                <a:latin typeface="Arial" pitchFamily="34" charset="0"/>
                <a:ea typeface="굴림" panose="020B0600000101010101" pitchFamily="50" charset="-127"/>
                <a:cs typeface="Arial" pitchFamily="34" charset="0"/>
              </a:rPr>
              <a:t>interval.</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B7E8936-1377-FACE-8347-AD3B1BBEA778}"/>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7. Settings: TV guide</a:t>
            </a:r>
          </a:p>
        </p:txBody>
      </p:sp>
      <p:sp>
        <p:nvSpPr>
          <p:cNvPr id="17" name="텍스트 개체 틀 16">
            <a:extLst>
              <a:ext uri="{FF2B5EF4-FFF2-40B4-BE49-F238E27FC236}">
                <a16:creationId xmlns:a16="http://schemas.microsoft.com/office/drawing/2014/main" id="{B1559AAF-6EEC-D1EF-1EE2-B918DF694954}"/>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CA8BDF66-A759-D5BC-E42A-8924DB071C7D}"/>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01BBF78A-0BA2-1D51-68C4-B8C12011EDEF}"/>
              </a:ext>
            </a:extLst>
          </p:cNvPr>
          <p:cNvSpPr/>
          <p:nvPr/>
        </p:nvSpPr>
        <p:spPr bwMode="auto">
          <a:xfrm>
            <a:off x="2362398" y="1378248"/>
            <a:ext cx="2564805" cy="53478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FF55AF36-6D5F-6549-D249-2E5E33963F58}"/>
              </a:ext>
            </a:extLst>
          </p:cNvPr>
          <p:cNvSpPr/>
          <p:nvPr/>
        </p:nvSpPr>
        <p:spPr bwMode="auto">
          <a:xfrm>
            <a:off x="22225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53EA03B6-4FDC-D4BE-75F9-517F80462AB3}"/>
              </a:ext>
            </a:extLst>
          </p:cNvPr>
          <p:cNvSpPr/>
          <p:nvPr/>
        </p:nvSpPr>
        <p:spPr bwMode="auto">
          <a:xfrm>
            <a:off x="2373313" y="2033091"/>
            <a:ext cx="3645296" cy="64393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23D232EA-88AA-253C-6D9F-5100380F0424}"/>
              </a:ext>
            </a:extLst>
          </p:cNvPr>
          <p:cNvSpPr/>
          <p:nvPr/>
        </p:nvSpPr>
        <p:spPr bwMode="auto">
          <a:xfrm>
            <a:off x="2235200" y="19050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E36AD028-2198-0A3C-E341-87C04326FFDA}"/>
              </a:ext>
            </a:extLst>
          </p:cNvPr>
          <p:cNvSpPr/>
          <p:nvPr/>
        </p:nvSpPr>
        <p:spPr bwMode="auto">
          <a:xfrm>
            <a:off x="2373313" y="2747963"/>
            <a:ext cx="1833562" cy="502046"/>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4FC8C7D0-7302-2954-D1D4-850C748CDCF3}"/>
              </a:ext>
            </a:extLst>
          </p:cNvPr>
          <p:cNvSpPr/>
          <p:nvPr/>
        </p:nvSpPr>
        <p:spPr bwMode="auto">
          <a:xfrm>
            <a:off x="2235200" y="2616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29F70536-5AA9-BB72-8142-7B999CBF972E}"/>
              </a:ext>
            </a:extLst>
          </p:cNvPr>
          <p:cNvSpPr/>
          <p:nvPr/>
        </p:nvSpPr>
        <p:spPr bwMode="auto">
          <a:xfrm>
            <a:off x="2373313" y="3359150"/>
            <a:ext cx="1953617" cy="50204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91E566A2-DB7E-7D8E-6E87-C0AC9BE8C136}"/>
              </a:ext>
            </a:extLst>
          </p:cNvPr>
          <p:cNvSpPr/>
          <p:nvPr/>
        </p:nvSpPr>
        <p:spPr bwMode="auto">
          <a:xfrm>
            <a:off x="2235200" y="3225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graphicFrame>
        <p:nvGraphicFramePr>
          <p:cNvPr id="12" name="Table 11">
            <a:extLst>
              <a:ext uri="{FF2B5EF4-FFF2-40B4-BE49-F238E27FC236}">
                <a16:creationId xmlns:a16="http://schemas.microsoft.com/office/drawing/2014/main" id="{A84B0E54-148D-217D-4A71-65BAD244E20F}"/>
              </a:ext>
            </a:extLst>
          </p:cNvPr>
          <p:cNvGraphicFramePr>
            <a:graphicFrameLocks noGrp="1"/>
          </p:cNvGraphicFramePr>
          <p:nvPr>
            <p:extLst>
              <p:ext uri="{D42A27DB-BD31-4B8C-83A1-F6EECF244321}">
                <p14:modId xmlns:p14="http://schemas.microsoft.com/office/powerpoint/2010/main" val="1429287663"/>
              </p:ext>
            </p:extLst>
          </p:nvPr>
        </p:nvGraphicFramePr>
        <p:xfrm>
          <a:off x="7239000" y="647700"/>
          <a:ext cx="2616200" cy="7620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4013290040"/>
                    </a:ext>
                  </a:extLst>
                </a:gridCol>
                <a:gridCol w="2336800">
                  <a:extLst>
                    <a:ext uri="{9D8B030D-6E8A-4147-A177-3AD203B41FA5}">
                      <a16:colId xmlns:a16="http://schemas.microsoft.com/office/drawing/2014/main" val="3905495478"/>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269287951"/>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Guide status and Refresh </a:t>
                      </a:r>
                      <a:r>
                        <a:rPr lang="en-US" sz="800" b="0" i="0">
                          <a:solidFill>
                            <a:srgbClr val="000000"/>
                          </a:solidFill>
                          <a:latin typeface="Arial" panose="020B0604020202020204" pitchFamily="34" charset="0"/>
                        </a:rPr>
                        <a:t>guide now</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180965583"/>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Extra XMLTV guide address for all sources (</a:t>
                      </a:r>
                      <a:r>
                        <a:rPr lang="en-US" sz="800" b="0" i="0">
                          <a:solidFill>
                            <a:srgbClr val="000000"/>
                          </a:solidFill>
                          <a:latin typeface="Arial" panose="020B0604020202020204" pitchFamily="34" charset="0"/>
                        </a:rPr>
                        <a:t>optional)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170590620"/>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Time offset for </a:t>
                      </a:r>
                      <a:r>
                        <a:rPr lang="en-US" sz="800" b="0" i="0">
                          <a:solidFill>
                            <a:srgbClr val="000000"/>
                          </a:solidFill>
                          <a:latin typeface="Arial" panose="020B0604020202020204" pitchFamily="34" charset="0"/>
                        </a:rPr>
                        <a:t>guide times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131054040"/>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Automatic </a:t>
                      </a:r>
                      <a:r>
                        <a:rPr lang="en-US" sz="800" b="0" i="0">
                          <a:solidFill>
                            <a:srgbClr val="000000"/>
                          </a:solidFill>
                          <a:latin typeface="Arial" panose="020B0604020202020204" pitchFamily="34" charset="0"/>
                        </a:rPr>
                        <a:t>refresh interval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558694818"/>
                  </a:ext>
                </a:extLst>
              </a:tr>
            </a:tbl>
          </a:graphicData>
        </a:graphic>
      </p:graphicFrame>
    </p:spTree>
    <p:extLst>
      <p:ext uri="{BB962C8B-B14F-4D97-AF65-F5344CB8AC3E}">
        <p14:creationId xmlns:p14="http://schemas.microsoft.com/office/powerpoint/2010/main" val="260200456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C89A30C-117D-87D9-44EA-F154F0F41C2A}"/>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Setting a 4-digit PIN turns parental control on. The PIN is asked for before these settings can be changed.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This is how users protect adult content in their own playlists; the app has no content of its </a:t>
            </a:r>
            <a:r>
              <a:rPr lang="en-US" altLang="ko-KR" sz="900">
                <a:latin typeface="Arial" pitchFamily="34" charset="0"/>
                <a:ea typeface="굴림" panose="020B0600000101010101" pitchFamily="50" charset="-127"/>
                <a:cs typeface="Arial" pitchFamily="34" charset="0"/>
              </a:rPr>
              <a:t>own.</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B7E8936-1377-FACE-8347-AD3B1BBEA778}"/>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8. Settings: Parental control</a:t>
            </a:r>
          </a:p>
        </p:txBody>
      </p:sp>
      <p:sp>
        <p:nvSpPr>
          <p:cNvPr id="17" name="텍스트 개체 틀 16">
            <a:extLst>
              <a:ext uri="{FF2B5EF4-FFF2-40B4-BE49-F238E27FC236}">
                <a16:creationId xmlns:a16="http://schemas.microsoft.com/office/drawing/2014/main" id="{B1559AAF-6EEC-D1EF-1EE2-B918DF694954}"/>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3B08276E-B15E-2C9C-D0E8-DB8F6D371ED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AFFFEAF2-C2C1-E486-093D-10B140BAEDD7}"/>
              </a:ext>
            </a:extLst>
          </p:cNvPr>
          <p:cNvSpPr/>
          <p:nvPr/>
        </p:nvSpPr>
        <p:spPr bwMode="auto">
          <a:xfrm>
            <a:off x="2373313" y="1383705"/>
            <a:ext cx="1440656" cy="28376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05EA3FAB-C797-521C-E5B4-C90605B951EC}"/>
              </a:ext>
            </a:extLst>
          </p:cNvPr>
          <p:cNvSpPr/>
          <p:nvPr/>
        </p:nvSpPr>
        <p:spPr bwMode="auto">
          <a:xfrm>
            <a:off x="2235200" y="12573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2D779071-D911-6921-5E98-941B80BEBB91}"/>
              </a:ext>
            </a:extLst>
          </p:cNvPr>
          <p:cNvSpPr/>
          <p:nvPr/>
        </p:nvSpPr>
        <p:spPr bwMode="auto">
          <a:xfrm>
            <a:off x="2373313" y="1787525"/>
            <a:ext cx="2139156"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33B9F1E7-0FD0-A7AC-8B66-BF75220D8F63}"/>
              </a:ext>
            </a:extLst>
          </p:cNvPr>
          <p:cNvSpPr/>
          <p:nvPr/>
        </p:nvSpPr>
        <p:spPr bwMode="auto">
          <a:xfrm>
            <a:off x="2235200" y="1663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0AA2280A-1DE3-FC3F-048A-56E94648273C}"/>
              </a:ext>
            </a:extLst>
          </p:cNvPr>
          <p:cNvSpPr/>
          <p:nvPr/>
        </p:nvSpPr>
        <p:spPr bwMode="auto">
          <a:xfrm>
            <a:off x="2395141" y="2256830"/>
            <a:ext cx="4409281" cy="22919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CDA8CB0C-45A8-844C-E0E5-242408C45338}"/>
              </a:ext>
            </a:extLst>
          </p:cNvPr>
          <p:cNvSpPr/>
          <p:nvPr/>
        </p:nvSpPr>
        <p:spPr bwMode="auto">
          <a:xfrm>
            <a:off x="2260600" y="2133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8918F1BF-24BE-4F09-007D-CB52BBA3372D}"/>
              </a:ext>
            </a:extLst>
          </p:cNvPr>
          <p:cNvGraphicFramePr>
            <a:graphicFrameLocks noGrp="1"/>
          </p:cNvGraphicFramePr>
          <p:nvPr>
            <p:extLst>
              <p:ext uri="{D42A27DB-BD31-4B8C-83A1-F6EECF244321}">
                <p14:modId xmlns:p14="http://schemas.microsoft.com/office/powerpoint/2010/main" val="2685900952"/>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846154234"/>
                    </a:ext>
                  </a:extLst>
                </a:gridCol>
                <a:gridCol w="2336800">
                  <a:extLst>
                    <a:ext uri="{9D8B030D-6E8A-4147-A177-3AD203B41FA5}">
                      <a16:colId xmlns:a16="http://schemas.microsoft.com/office/drawing/2014/main" val="3791298495"/>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947793838"/>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Change PIN / </a:t>
                      </a:r>
                      <a:r>
                        <a:rPr lang="en-US" sz="800" b="0" i="0">
                          <a:solidFill>
                            <a:srgbClr val="000000"/>
                          </a:solidFill>
                          <a:latin typeface="Arial" panose="020B0604020202020204" pitchFamily="34" charset="0"/>
                        </a:rPr>
                        <a:t>Turn off</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894341424"/>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categories: OK locks </a:t>
                      </a:r>
                      <a:r>
                        <a:rPr lang="en-US" sz="800" b="0" i="0">
                          <a:solidFill>
                            <a:srgbClr val="000000"/>
                          </a:solidFill>
                          <a:latin typeface="Arial" panose="020B0604020202020204" pitchFamily="34" charset="0"/>
                        </a:rPr>
                        <a:t>or unlocks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57671023"/>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 </a:t>
                      </a:r>
                      <a:r>
                        <a:rPr lang="en-US" sz="800" b="0" i="0">
                          <a:solidFill>
                            <a:srgbClr val="000000"/>
                          </a:solidFill>
                          <a:latin typeface="Arial" panose="020B0604020202020204" pitchFamily="34" charset="0"/>
                        </a:rPr>
                        <a:t>locked category</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690254461"/>
                  </a:ext>
                </a:extLst>
              </a:tr>
            </a:tbl>
          </a:graphicData>
        </a:graphic>
      </p:graphicFrame>
    </p:spTree>
    <p:extLst>
      <p:ext uri="{BB962C8B-B14F-4D97-AF65-F5344CB8AC3E}">
        <p14:creationId xmlns:p14="http://schemas.microsoft.com/office/powerpoint/2010/main" val="3559532074"/>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C89A30C-117D-87D9-44EA-F154F0F41C2A}"/>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Channels of locked categories are hidden everywhere (All channels, Favorites, Recent, Search) until the PIN is entered.</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They lock again when the app </a:t>
            </a:r>
            <a:r>
              <a:rPr lang="en-US" altLang="ko-KR" sz="900">
                <a:latin typeface="Arial" pitchFamily="34" charset="0"/>
                <a:ea typeface="굴림" panose="020B0600000101010101" pitchFamily="50" charset="-127"/>
                <a:cs typeface="Arial" pitchFamily="34" charset="0"/>
              </a:rPr>
              <a:t>restarts.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B7E8936-1377-FACE-8347-AD3B1BBEA778}"/>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9. Locked category</a:t>
            </a:r>
          </a:p>
        </p:txBody>
      </p:sp>
      <p:sp>
        <p:nvSpPr>
          <p:cNvPr id="17" name="텍스트 개체 틀 16">
            <a:extLst>
              <a:ext uri="{FF2B5EF4-FFF2-40B4-BE49-F238E27FC236}">
                <a16:creationId xmlns:a16="http://schemas.microsoft.com/office/drawing/2014/main" id="{B1559AAF-6EEC-D1EF-1EE2-B918DF694954}"/>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5C6D848F-F477-0DE8-8779-8CDE4639195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DF95DFAC-DD6B-0608-43DA-4EDA0E240B8E}"/>
              </a:ext>
            </a:extLst>
          </p:cNvPr>
          <p:cNvSpPr/>
          <p:nvPr/>
        </p:nvSpPr>
        <p:spPr bwMode="auto">
          <a:xfrm>
            <a:off x="627063" y="3206353"/>
            <a:ext cx="1429742" cy="19645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76FC4C63-1316-0299-DEEA-BE7E3AC5B523}"/>
              </a:ext>
            </a:extLst>
          </p:cNvPr>
          <p:cNvSpPr/>
          <p:nvPr/>
        </p:nvSpPr>
        <p:spPr bwMode="auto">
          <a:xfrm>
            <a:off x="482600" y="3073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783AB9AC-D80F-A75A-3E66-998E5B747439}"/>
              </a:ext>
            </a:extLst>
          </p:cNvPr>
          <p:cNvSpPr/>
          <p:nvPr/>
        </p:nvSpPr>
        <p:spPr bwMode="auto">
          <a:xfrm>
            <a:off x="2362398" y="1416447"/>
            <a:ext cx="1145977" cy="556617"/>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75B0B6C9-D93D-9ADC-8F63-EC516367D305}"/>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graphicFrame>
        <p:nvGraphicFramePr>
          <p:cNvPr id="8" name="Table 7">
            <a:extLst>
              <a:ext uri="{FF2B5EF4-FFF2-40B4-BE49-F238E27FC236}">
                <a16:creationId xmlns:a16="http://schemas.microsoft.com/office/drawing/2014/main" id="{CD80CEFC-F606-E857-613D-BB1E082F6DB2}"/>
              </a:ext>
            </a:extLst>
          </p:cNvPr>
          <p:cNvGraphicFramePr>
            <a:graphicFrameLocks noGrp="1"/>
          </p:cNvGraphicFramePr>
          <p:nvPr>
            <p:extLst>
              <p:ext uri="{D42A27DB-BD31-4B8C-83A1-F6EECF244321}">
                <p14:modId xmlns:p14="http://schemas.microsoft.com/office/powerpoint/2010/main" val="1455095388"/>
              </p:ext>
            </p:extLst>
          </p:nvPr>
        </p:nvGraphicFramePr>
        <p:xfrm>
          <a:off x="7239000" y="647700"/>
          <a:ext cx="2616200" cy="4572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143204475"/>
                    </a:ext>
                  </a:extLst>
                </a:gridCol>
                <a:gridCol w="2336800">
                  <a:extLst>
                    <a:ext uri="{9D8B030D-6E8A-4147-A177-3AD203B41FA5}">
                      <a16:colId xmlns:a16="http://schemas.microsoft.com/office/drawing/2014/main" val="2754998639"/>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2096609380"/>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Locked category: lock icon, </a:t>
                      </a:r>
                      <a:r>
                        <a:rPr lang="en-US" sz="800" b="0" i="0">
                          <a:solidFill>
                            <a:srgbClr val="000000"/>
                          </a:solidFill>
                          <a:latin typeface="Arial" panose="020B0604020202020204" pitchFamily="34" charset="0"/>
                        </a:rPr>
                        <a:t>no count</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97478413"/>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Unlock: asks for the PIN (see </a:t>
                      </a:r>
                      <a:r>
                        <a:rPr lang="en-US" sz="800" b="0" i="0">
                          <a:solidFill>
                            <a:srgbClr val="000000"/>
                          </a:solidFill>
                          <a:latin typeface="Arial" panose="020B0604020202020204" pitchFamily="34" charset="0"/>
                        </a:rPr>
                        <a:t>6-10)</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374044185"/>
                  </a:ext>
                </a:extLst>
              </a:tr>
            </a:tbl>
          </a:graphicData>
        </a:graphic>
      </p:graphicFrame>
    </p:spTree>
    <p:extLst>
      <p:ext uri="{BB962C8B-B14F-4D97-AF65-F5344CB8AC3E}">
        <p14:creationId xmlns:p14="http://schemas.microsoft.com/office/powerpoint/2010/main" val="1695593277"/>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C89A30C-117D-87D9-44EA-F154F0F41C2A}"/>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A wrong PIN shows "Wrong PIN. Try again." Back </a:t>
            </a:r>
            <a:r>
              <a:rPr lang="en-US" altLang="ko-KR" sz="900">
                <a:latin typeface="Arial" pitchFamily="34" charset="0"/>
                <a:ea typeface="굴림" panose="020B0600000101010101" pitchFamily="50" charset="-127"/>
                <a:cs typeface="Arial" pitchFamily="34" charset="0"/>
              </a:rPr>
              <a:t>cancels.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B7E8936-1377-FACE-8347-AD3B1BBEA778}"/>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10. PIN entry</a:t>
            </a:r>
          </a:p>
        </p:txBody>
      </p:sp>
      <p:sp>
        <p:nvSpPr>
          <p:cNvPr id="17" name="텍스트 개체 틀 16">
            <a:extLst>
              <a:ext uri="{FF2B5EF4-FFF2-40B4-BE49-F238E27FC236}">
                <a16:creationId xmlns:a16="http://schemas.microsoft.com/office/drawing/2014/main" id="{B1559AAF-6EEC-D1EF-1EE2-B918DF694954}"/>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4521949F-B234-B3C3-28E0-D3BFCD3CDE88}"/>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C7F63E47-4A29-CA2B-9940-FA6760B95581}"/>
              </a:ext>
            </a:extLst>
          </p:cNvPr>
          <p:cNvSpPr/>
          <p:nvPr/>
        </p:nvSpPr>
        <p:spPr bwMode="auto">
          <a:xfrm>
            <a:off x="3273723" y="2093119"/>
            <a:ext cx="818554" cy="16371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8F63D00B-B49B-6A1B-FF8A-17601AAFAD80}"/>
              </a:ext>
            </a:extLst>
          </p:cNvPr>
          <p:cNvSpPr/>
          <p:nvPr/>
        </p:nvSpPr>
        <p:spPr bwMode="auto">
          <a:xfrm>
            <a:off x="3136900" y="1968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F8C308D8-AFB6-0E85-2918-969A74C7A222}"/>
              </a:ext>
            </a:extLst>
          </p:cNvPr>
          <p:cNvSpPr/>
          <p:nvPr/>
        </p:nvSpPr>
        <p:spPr bwMode="auto">
          <a:xfrm>
            <a:off x="2673449" y="2305943"/>
            <a:ext cx="2019102" cy="1266031"/>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3D0F696A-DD67-47A9-EA13-DB6866A08CB4}"/>
              </a:ext>
            </a:extLst>
          </p:cNvPr>
          <p:cNvSpPr/>
          <p:nvPr/>
        </p:nvSpPr>
        <p:spPr bwMode="auto">
          <a:xfrm>
            <a:off x="2540000" y="2184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EA4E430E-5595-ED88-85A6-44B57C2B760E}"/>
              </a:ext>
            </a:extLst>
          </p:cNvPr>
          <p:cNvSpPr/>
          <p:nvPr/>
        </p:nvSpPr>
        <p:spPr bwMode="auto">
          <a:xfrm>
            <a:off x="2657078" y="3632002"/>
            <a:ext cx="2051844" cy="305593"/>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4BB075FE-01C7-E91D-B4CB-B6161F16EDC4}"/>
              </a:ext>
            </a:extLst>
          </p:cNvPr>
          <p:cNvSpPr/>
          <p:nvPr/>
        </p:nvSpPr>
        <p:spPr bwMode="auto">
          <a:xfrm>
            <a:off x="2514600" y="35052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graphicFrame>
        <p:nvGraphicFramePr>
          <p:cNvPr id="10" name="Table 9">
            <a:extLst>
              <a:ext uri="{FF2B5EF4-FFF2-40B4-BE49-F238E27FC236}">
                <a16:creationId xmlns:a16="http://schemas.microsoft.com/office/drawing/2014/main" id="{EF568EB1-753D-38AF-8C86-3C009DFCCF3D}"/>
              </a:ext>
            </a:extLst>
          </p:cNvPr>
          <p:cNvGraphicFramePr>
            <a:graphicFrameLocks noGrp="1"/>
          </p:cNvGraphicFramePr>
          <p:nvPr>
            <p:extLst>
              <p:ext uri="{D42A27DB-BD31-4B8C-83A1-F6EECF244321}">
                <p14:modId xmlns:p14="http://schemas.microsoft.com/office/powerpoint/2010/main" val="4182457367"/>
              </p:ext>
            </p:extLst>
          </p:nvPr>
        </p:nvGraphicFramePr>
        <p:xfrm>
          <a:off x="7239000" y="647700"/>
          <a:ext cx="2616200" cy="6096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3499132828"/>
                    </a:ext>
                  </a:extLst>
                </a:gridCol>
                <a:gridCol w="2336800">
                  <a:extLst>
                    <a:ext uri="{9D8B030D-6E8A-4147-A177-3AD203B41FA5}">
                      <a16:colId xmlns:a16="http://schemas.microsoft.com/office/drawing/2014/main" val="3339452732"/>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3115479024"/>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Digits entered</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427034093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Keypad; the number keys on the remote </a:t>
                      </a:r>
                      <a:r>
                        <a:rPr lang="en-US" sz="800" b="0" i="0">
                          <a:solidFill>
                            <a:srgbClr val="000000"/>
                          </a:solidFill>
                          <a:latin typeface="Arial" panose="020B0604020202020204" pitchFamily="34" charset="0"/>
                        </a:rPr>
                        <a:t>also work</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566422147"/>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Cancel</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989121320"/>
                  </a:ext>
                </a:extLst>
              </a:tr>
            </a:tbl>
          </a:graphicData>
        </a:graphic>
      </p:graphicFrame>
    </p:spTree>
    <p:extLst>
      <p:ext uri="{BB962C8B-B14F-4D97-AF65-F5344CB8AC3E}">
        <p14:creationId xmlns:p14="http://schemas.microsoft.com/office/powerpoint/2010/main" val="1725885000"/>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3C89A30C-117D-87D9-44EA-F154F0F41C2A}"/>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Clear cache keeps playlists, favorites and </a:t>
            </a:r>
            <a:r>
              <a:rPr lang="en-US" altLang="ko-KR" sz="900">
                <a:latin typeface="Arial" pitchFamily="34" charset="0"/>
                <a:ea typeface="굴림" panose="020B0600000101010101" pitchFamily="50" charset="-127"/>
                <a:cs typeface="Arial" pitchFamily="34" charset="0"/>
              </a:rPr>
              <a:t>settings.</a:t>
            </a:r>
            <a:endParaRPr lang="en-US" altLang="ko-KR" sz="900" dirty="0">
              <a:latin typeface="Arial" pitchFamily="34" charset="0"/>
              <a:ea typeface="굴림" panose="020B0600000101010101" pitchFamily="50" charset="-127"/>
              <a:cs typeface="Arial" pitchFamily="34" charset="0"/>
            </a:endParaRPr>
          </a:p>
        </p:txBody>
      </p:sp>
      <p:sp>
        <p:nvSpPr>
          <p:cNvPr id="32772" name="TextBox 5">
            <a:extLst>
              <a:ext uri="{FF2B5EF4-FFF2-40B4-BE49-F238E27FC236}">
                <a16:creationId xmlns:a16="http://schemas.microsoft.com/office/drawing/2014/main" id="{6B7E8936-1377-FACE-8347-AD3B1BBEA778}"/>
              </a:ext>
            </a:extLst>
          </p:cNvPr>
          <p:cNvSpPr txBox="1">
            <a:spLocks noChangeArrowheads="1"/>
          </p:cNvSpPr>
          <p:nvPr/>
        </p:nvSpPr>
        <p:spPr bwMode="auto">
          <a:xfrm>
            <a:off x="128588" y="620713"/>
            <a:ext cx="6858000" cy="307975"/>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cs typeface="Arial" panose="020B0604020202020204" pitchFamily="34" charset="0"/>
              </a:rPr>
              <a:t>11. Settings: About</a:t>
            </a:r>
          </a:p>
        </p:txBody>
      </p:sp>
      <p:sp>
        <p:nvSpPr>
          <p:cNvPr id="17" name="텍스트 개체 틀 16">
            <a:extLst>
              <a:ext uri="{FF2B5EF4-FFF2-40B4-BE49-F238E27FC236}">
                <a16:creationId xmlns:a16="http://schemas.microsoft.com/office/drawing/2014/main" id="{B1559AAF-6EEC-D1EF-1EE2-B918DF694954}"/>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6. Sub Page Description</a:t>
            </a:r>
            <a:endParaRPr>
              <a:latin typeface="Arial" pitchFamily="34" charset="0"/>
              <a:cs typeface="Arial" pitchFamily="34" charset="0"/>
            </a:endParaRPr>
          </a:p>
        </p:txBody>
      </p:sp>
      <p:pic>
        <p:nvPicPr>
          <p:cNvPr id="3" name="Picture 2">
            <a:extLst>
              <a:ext uri="{FF2B5EF4-FFF2-40B4-BE49-F238E27FC236}">
                <a16:creationId xmlns:a16="http://schemas.microsoft.com/office/drawing/2014/main" id="{29869218-C880-952B-6A78-58555A00BCFE}"/>
              </a:ext>
            </a:extLst>
          </p:cNvPr>
          <p:cNvPicPr>
            <a:picLocks/>
          </p:cNvPicPr>
          <p:nvPr/>
        </p:nvPicPr>
        <p:blipFill>
          <a:blip r:embed="rId3">
            <a:extLst>
              <a:ext uri="{28A0092B-C50C-407E-A947-70E740481C1C}">
                <a14:useLocalDpi xmlns:a14="http://schemas.microsoft.com/office/drawing/2010/main" val="0"/>
              </a:ext>
            </a:extLst>
          </a:blip>
          <a:stretch>
            <a:fillRect/>
          </a:stretch>
        </p:blipFill>
        <p:spPr>
          <a:xfrm>
            <a:off x="190500" y="914400"/>
            <a:ext cx="6985000" cy="3929063"/>
          </a:xfrm>
          <a:prstGeom prst="rect">
            <a:avLst/>
          </a:prstGeom>
          <a:ln w="9525">
            <a:solidFill>
              <a:srgbClr val="A6A6A6"/>
            </a:solidFill>
          </a:ln>
        </p:spPr>
      </p:pic>
      <p:sp>
        <p:nvSpPr>
          <p:cNvPr id="4" name="Rectangle 3">
            <a:extLst>
              <a:ext uri="{FF2B5EF4-FFF2-40B4-BE49-F238E27FC236}">
                <a16:creationId xmlns:a16="http://schemas.microsoft.com/office/drawing/2014/main" id="{6E49DD5E-3E2B-F927-A37D-E8DB376866A3}"/>
              </a:ext>
            </a:extLst>
          </p:cNvPr>
          <p:cNvSpPr/>
          <p:nvPr/>
        </p:nvSpPr>
        <p:spPr bwMode="auto">
          <a:xfrm>
            <a:off x="2362398" y="1416447"/>
            <a:ext cx="1637110" cy="12005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5" name="Oval 4">
            <a:extLst>
              <a:ext uri="{FF2B5EF4-FFF2-40B4-BE49-F238E27FC236}">
                <a16:creationId xmlns:a16="http://schemas.microsoft.com/office/drawing/2014/main" id="{7CF248A6-EF57-5753-805F-6F4124CCEBF7}"/>
              </a:ext>
            </a:extLst>
          </p:cNvPr>
          <p:cNvSpPr/>
          <p:nvPr/>
        </p:nvSpPr>
        <p:spPr bwMode="auto">
          <a:xfrm>
            <a:off x="2222500" y="1295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1</a:t>
            </a:r>
          </a:p>
        </p:txBody>
      </p:sp>
      <p:sp>
        <p:nvSpPr>
          <p:cNvPr id="6" name="Rectangle 5">
            <a:extLst>
              <a:ext uri="{FF2B5EF4-FFF2-40B4-BE49-F238E27FC236}">
                <a16:creationId xmlns:a16="http://schemas.microsoft.com/office/drawing/2014/main" id="{B92295E8-CD56-3476-0AE4-97EBE3515044}"/>
              </a:ext>
            </a:extLst>
          </p:cNvPr>
          <p:cNvSpPr/>
          <p:nvPr/>
        </p:nvSpPr>
        <p:spPr bwMode="auto">
          <a:xfrm>
            <a:off x="2362398" y="1580158"/>
            <a:ext cx="1637110" cy="294680"/>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7" name="Oval 6">
            <a:extLst>
              <a:ext uri="{FF2B5EF4-FFF2-40B4-BE49-F238E27FC236}">
                <a16:creationId xmlns:a16="http://schemas.microsoft.com/office/drawing/2014/main" id="{4D7BE271-FD4A-EE06-F402-14BA0624EC02}"/>
              </a:ext>
            </a:extLst>
          </p:cNvPr>
          <p:cNvSpPr/>
          <p:nvPr/>
        </p:nvSpPr>
        <p:spPr bwMode="auto">
          <a:xfrm>
            <a:off x="2222500" y="14478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2</a:t>
            </a:r>
          </a:p>
        </p:txBody>
      </p:sp>
      <p:sp>
        <p:nvSpPr>
          <p:cNvPr id="8" name="Rectangle 7">
            <a:extLst>
              <a:ext uri="{FF2B5EF4-FFF2-40B4-BE49-F238E27FC236}">
                <a16:creationId xmlns:a16="http://schemas.microsoft.com/office/drawing/2014/main" id="{06D3F7F1-04C2-2A57-9154-E176225636B7}"/>
              </a:ext>
            </a:extLst>
          </p:cNvPr>
          <p:cNvSpPr/>
          <p:nvPr/>
        </p:nvSpPr>
        <p:spPr bwMode="auto">
          <a:xfrm>
            <a:off x="2362398" y="1918494"/>
            <a:ext cx="2291954" cy="633015"/>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9" name="Oval 8">
            <a:extLst>
              <a:ext uri="{FF2B5EF4-FFF2-40B4-BE49-F238E27FC236}">
                <a16:creationId xmlns:a16="http://schemas.microsoft.com/office/drawing/2014/main" id="{2C16CC31-E96C-3BBC-488D-915547DF0616}"/>
              </a:ext>
            </a:extLst>
          </p:cNvPr>
          <p:cNvSpPr/>
          <p:nvPr/>
        </p:nvSpPr>
        <p:spPr bwMode="auto">
          <a:xfrm>
            <a:off x="2222500" y="17907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3</a:t>
            </a:r>
          </a:p>
        </p:txBody>
      </p:sp>
      <p:sp>
        <p:nvSpPr>
          <p:cNvPr id="10" name="Rectangle 9">
            <a:extLst>
              <a:ext uri="{FF2B5EF4-FFF2-40B4-BE49-F238E27FC236}">
                <a16:creationId xmlns:a16="http://schemas.microsoft.com/office/drawing/2014/main" id="{61EFFBE2-632A-789B-3428-21FC5D1E1A30}"/>
              </a:ext>
            </a:extLst>
          </p:cNvPr>
          <p:cNvSpPr/>
          <p:nvPr/>
        </p:nvSpPr>
        <p:spPr bwMode="auto">
          <a:xfrm>
            <a:off x="2362398" y="2606080"/>
            <a:ext cx="2837657" cy="130968"/>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1" name="Oval 10">
            <a:extLst>
              <a:ext uri="{FF2B5EF4-FFF2-40B4-BE49-F238E27FC236}">
                <a16:creationId xmlns:a16="http://schemas.microsoft.com/office/drawing/2014/main" id="{69890BE8-DE47-0606-8157-C62AD10BD31D}"/>
              </a:ext>
            </a:extLst>
          </p:cNvPr>
          <p:cNvSpPr/>
          <p:nvPr/>
        </p:nvSpPr>
        <p:spPr bwMode="auto">
          <a:xfrm>
            <a:off x="2222500" y="24765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4</a:t>
            </a:r>
          </a:p>
        </p:txBody>
      </p:sp>
      <p:sp>
        <p:nvSpPr>
          <p:cNvPr id="12" name="Rectangle 11">
            <a:extLst>
              <a:ext uri="{FF2B5EF4-FFF2-40B4-BE49-F238E27FC236}">
                <a16:creationId xmlns:a16="http://schemas.microsoft.com/office/drawing/2014/main" id="{45D3D654-B5E2-6E96-0132-A53830512445}"/>
              </a:ext>
            </a:extLst>
          </p:cNvPr>
          <p:cNvSpPr/>
          <p:nvPr/>
        </p:nvSpPr>
        <p:spPr bwMode="auto">
          <a:xfrm>
            <a:off x="2373313" y="3271838"/>
            <a:ext cx="796726" cy="29467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3" name="Oval 12">
            <a:extLst>
              <a:ext uri="{FF2B5EF4-FFF2-40B4-BE49-F238E27FC236}">
                <a16:creationId xmlns:a16="http://schemas.microsoft.com/office/drawing/2014/main" id="{7FD50B6B-4686-719D-C954-C2AD51FB9B01}"/>
              </a:ext>
            </a:extLst>
          </p:cNvPr>
          <p:cNvSpPr/>
          <p:nvPr/>
        </p:nvSpPr>
        <p:spPr bwMode="auto">
          <a:xfrm>
            <a:off x="2235200" y="31496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5</a:t>
            </a:r>
          </a:p>
        </p:txBody>
      </p:sp>
      <p:sp>
        <p:nvSpPr>
          <p:cNvPr id="14" name="Rectangle 13">
            <a:extLst>
              <a:ext uri="{FF2B5EF4-FFF2-40B4-BE49-F238E27FC236}">
                <a16:creationId xmlns:a16="http://schemas.microsoft.com/office/drawing/2014/main" id="{98576F4C-029D-8037-F19A-071226B12004}"/>
              </a:ext>
            </a:extLst>
          </p:cNvPr>
          <p:cNvSpPr/>
          <p:nvPr/>
        </p:nvSpPr>
        <p:spPr bwMode="auto">
          <a:xfrm>
            <a:off x="2362398" y="3708400"/>
            <a:ext cx="3819922" cy="130969"/>
          </a:xfrm>
          <a:prstGeom prst="rect">
            <a:avLst/>
          </a:prstGeom>
          <a:noFill/>
          <a:ln w="19050" cap="flat" cmpd="sng" algn="ctr">
            <a:solidFill>
              <a:srgbClr val="E60012"/>
            </a:solidFill>
            <a:prstDash val="solid"/>
            <a:round/>
            <a:headEnd type="none" w="med" len="med"/>
            <a:tailEnd type="none" w="med" len="med"/>
          </a:ln>
          <a:effectLst/>
          <a:extLst>
            <a:ext uri="{909E8E84-426E-40DD-AFC4-6F175D3DCCD1}">
              <a14:hiddenFill xmlns:a14="http://schemas.microsoft.com/office/drawing/2010/main">
                <a:solidFill>
                  <a:schemeClr val="accent1"/>
                </a:solidFill>
              </a14:hiddenFill>
            </a:ext>
          </a:extLst>
        </p:spPr>
        <p:txBody>
          <a:bodyPr vert="horz" wrap="square" lIns="91440" tIns="45720" rIns="91440" bIns="45720" numCol="1" rtlCol="0" anchor="t" anchorCtr="0" compatLnSpc="1">
            <a:prstTxWarp prst="textNoShape">
              <a:avLst/>
            </a:prstTxWarp>
          </a:bodyPr>
          <a:lstStyle/>
          <a:p>
            <a:pPr marL="0" marR="0" indent="0" algn="l" defTabSz="914400" rtl="0" eaLnBrk="0" fontAlgn="base" latinLnBrk="0" hangingPunct="0">
              <a:lnSpc>
                <a:spcPct val="100000"/>
              </a:lnSpc>
              <a:spcBef>
                <a:spcPct val="0"/>
              </a:spcBef>
              <a:spcAft>
                <a:spcPct val="0"/>
              </a:spcAft>
              <a:buClrTx/>
              <a:buSzTx/>
              <a:buFontTx/>
              <a:buNone/>
              <a:tabLst/>
            </a:pPr>
            <a:endParaRPr kumimoji="0" lang="en-AE" sz="1800" b="0" i="0" u="none" strike="noStrike" cap="none" normalizeH="0" baseline="0">
              <a:ln>
                <a:noFill/>
              </a:ln>
              <a:solidFill>
                <a:schemeClr val="tx1"/>
              </a:solidFill>
              <a:effectLst/>
              <a:latin typeface="Wingdings 2" pitchFamily="18" charset="2"/>
              <a:ea typeface="굴림" pitchFamily="50" charset="-127"/>
              <a:cs typeface="Arial" charset="0"/>
            </a:endParaRPr>
          </a:p>
        </p:txBody>
      </p:sp>
      <p:sp>
        <p:nvSpPr>
          <p:cNvPr id="16" name="Oval 15">
            <a:extLst>
              <a:ext uri="{FF2B5EF4-FFF2-40B4-BE49-F238E27FC236}">
                <a16:creationId xmlns:a16="http://schemas.microsoft.com/office/drawing/2014/main" id="{7F6D0843-C331-2846-89E3-C88BFAED4232}"/>
              </a:ext>
            </a:extLst>
          </p:cNvPr>
          <p:cNvSpPr/>
          <p:nvPr/>
        </p:nvSpPr>
        <p:spPr bwMode="auto">
          <a:xfrm>
            <a:off x="2222500" y="3581400"/>
            <a:ext cx="165100" cy="165100"/>
          </a:xfrm>
          <a:prstGeom prst="ellipse">
            <a:avLst/>
          </a:prstGeom>
          <a:solidFill>
            <a:srgbClr val="E60012"/>
          </a:solidFill>
          <a:ln w="9525" cap="flat" cmpd="sng" algn="ctr">
            <a:solidFill>
              <a:srgbClr val="FFFFFF"/>
            </a:solidFill>
            <a:prstDash val="solid"/>
            <a:round/>
            <a:headEnd type="none" w="med" len="med"/>
            <a:tailEnd type="none" w="med" len="med"/>
          </a:ln>
          <a:effectLst/>
        </p:spPr>
        <p:txBody>
          <a:bodyPr vert="horz" wrap="none" lIns="0" tIns="0" rIns="0" bIns="0" numCol="1" rtlCol="0" anchor="ctr" anchorCtr="0" compatLnSpc="1">
            <a:prstTxWarp prst="textNoShape">
              <a:avLst/>
            </a:prstTxWarp>
          </a:bodyPr>
          <a:lstStyle/>
          <a:p>
            <a:pPr marL="0" marR="0" indent="0" algn="ctr" defTabSz="914400" rtl="0" eaLnBrk="0" fontAlgn="base" latinLnBrk="0" hangingPunct="0">
              <a:lnSpc>
                <a:spcPct val="100000"/>
              </a:lnSpc>
              <a:spcBef>
                <a:spcPct val="0"/>
              </a:spcBef>
              <a:spcAft>
                <a:spcPct val="0"/>
              </a:spcAft>
              <a:buClrTx/>
              <a:buSzTx/>
              <a:buFontTx/>
              <a:buNone/>
              <a:tabLst/>
            </a:pPr>
            <a:r>
              <a:rPr kumimoji="0" lang="en-AE" sz="700" b="1" i="0" u="none" strike="noStrike" cap="none" normalizeH="0" baseline="0">
                <a:ln>
                  <a:noFill/>
                </a:ln>
                <a:solidFill>
                  <a:srgbClr val="FFFFFF"/>
                </a:solidFill>
                <a:effectLst/>
                <a:latin typeface="Arial" panose="020B0604020202020204" pitchFamily="34" charset="0"/>
                <a:ea typeface="굴림" pitchFamily="50" charset="-127"/>
                <a:cs typeface="Arial" charset="0"/>
              </a:rPr>
              <a:t>6</a:t>
            </a:r>
          </a:p>
        </p:txBody>
      </p:sp>
      <p:graphicFrame>
        <p:nvGraphicFramePr>
          <p:cNvPr id="19" name="Table 18">
            <a:extLst>
              <a:ext uri="{FF2B5EF4-FFF2-40B4-BE49-F238E27FC236}">
                <a16:creationId xmlns:a16="http://schemas.microsoft.com/office/drawing/2014/main" id="{C6AF2AE9-D69C-8340-99AC-E1A6D316C745}"/>
              </a:ext>
            </a:extLst>
          </p:cNvPr>
          <p:cNvGraphicFramePr>
            <a:graphicFrameLocks noGrp="1"/>
          </p:cNvGraphicFramePr>
          <p:nvPr>
            <p:extLst>
              <p:ext uri="{D42A27DB-BD31-4B8C-83A1-F6EECF244321}">
                <p14:modId xmlns:p14="http://schemas.microsoft.com/office/powerpoint/2010/main" val="1053815437"/>
              </p:ext>
            </p:extLst>
          </p:nvPr>
        </p:nvGraphicFramePr>
        <p:xfrm>
          <a:off x="7239000" y="647700"/>
          <a:ext cx="2616200" cy="1066800"/>
        </p:xfrm>
        <a:graphic>
          <a:graphicData uri="http://schemas.openxmlformats.org/drawingml/2006/table">
            <a:tbl>
              <a:tblPr firstRow="1" bandRow="1">
                <a:tableStyleId>{5940675A-B579-460E-94D1-54222C63F5DA}</a:tableStyleId>
              </a:tblPr>
              <a:tblGrid>
                <a:gridCol w="279400">
                  <a:extLst>
                    <a:ext uri="{9D8B030D-6E8A-4147-A177-3AD203B41FA5}">
                      <a16:colId xmlns:a16="http://schemas.microsoft.com/office/drawing/2014/main" val="2056454451"/>
                    </a:ext>
                  </a:extLst>
                </a:gridCol>
                <a:gridCol w="2336800">
                  <a:extLst>
                    <a:ext uri="{9D8B030D-6E8A-4147-A177-3AD203B41FA5}">
                      <a16:colId xmlns:a16="http://schemas.microsoft.com/office/drawing/2014/main" val="853637708"/>
                    </a:ext>
                  </a:extLst>
                </a:gridCol>
              </a:tblGrid>
              <a:tr h="127000">
                <a:tc gridSpan="2">
                  <a:txBody>
                    <a:bodyPr/>
                    <a:lstStyle/>
                    <a:p>
                      <a:pPr latinLnBrk="0" algn="ctr"/>
                      <a:r>
                        <a:rPr lang="en-US" sz="800" b="1" i="0">
                          <a:solidFill>
                            <a:srgbClr val="FFFFFF"/>
                          </a:solidFill>
                          <a:latin typeface="Arial" panose="020B0604020202020204" pitchFamily="34" charset="0"/>
                        </a:rPr>
                        <a:t>Description</a:t>
                      </a:r>
                      <a:endParaRPr lang="en-US" sz="800" b="1" i="0" dirty="0">
                        <a:solidFill>
                          <a:srgbClr val="FFFFFF"/>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404040"/>
                    </a:solidFill>
                  </a:tcPr>
                </a:tc>
                <a:tc hMerge="1">
                  <a:txBody>
                    <a:bodyPr/>
                    <a:lstStyle/>
                    <a:p>
                      <a:pPr latinLnBrk="0"/>
                      <a:endParaRPr lang="en-AE"/>
                    </a:p>
                  </a:txBody>
                  <a:tcPr/>
                </a:tc>
                <a:extLst>
                  <a:ext uri="{0D108BD9-81ED-4DB2-BD59-A6C34878D82A}">
                    <a16:rowId xmlns:a16="http://schemas.microsoft.com/office/drawing/2014/main" val="1222631850"/>
                  </a:ext>
                </a:extLst>
              </a:tr>
              <a:tr h="127000">
                <a:tc>
                  <a:txBody>
                    <a:bodyPr/>
                    <a:lstStyle/>
                    <a:p>
                      <a:pPr latinLnBrk="0" algn="ctr"/>
                      <a:r>
                        <a:rPr lang="en-US" sz="800" b="0" i="0">
                          <a:solidFill>
                            <a:srgbClr val="000000"/>
                          </a:solidFill>
                          <a:latin typeface="Arial" panose="020B0604020202020204" pitchFamily="34" charset="0"/>
                        </a:rPr>
                        <a:t>1</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App name </a:t>
                      </a:r>
                      <a:r>
                        <a:rPr lang="en-US" sz="800" b="0" i="0">
                          <a:solidFill>
                            <a:srgbClr val="000000"/>
                          </a:solidFill>
                          <a:latin typeface="Arial" panose="020B0604020202020204" pitchFamily="34" charset="0"/>
                        </a:rPr>
                        <a:t>and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84099605"/>
                  </a:ext>
                </a:extLst>
              </a:tr>
              <a:tr h="127000">
                <a:tc>
                  <a:txBody>
                    <a:bodyPr/>
                    <a:lstStyle/>
                    <a:p>
                      <a:pPr latinLnBrk="0" algn="ctr"/>
                      <a:r>
                        <a:rPr lang="en-US" sz="800" b="0" i="0">
                          <a:solidFill>
                            <a:srgbClr val="000000"/>
                          </a:solidFill>
                          <a:latin typeface="Arial" panose="020B0604020202020204" pitchFamily="34" charset="0"/>
                        </a:rPr>
                        <a:t>2</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TV model and </a:t>
                      </a:r>
                      <a:r>
                        <a:rPr lang="en-US" sz="800" b="0" i="0">
                          <a:solidFill>
                            <a:srgbClr val="000000"/>
                          </a:solidFill>
                          <a:latin typeface="Arial" panose="020B0604020202020204" pitchFamily="34" charset="0"/>
                        </a:rPr>
                        <a:t>webOS version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047722020"/>
                  </a:ext>
                </a:extLst>
              </a:tr>
              <a:tr h="127000">
                <a:tc>
                  <a:txBody>
                    <a:bodyPr/>
                    <a:lstStyle/>
                    <a:p>
                      <a:pPr latinLnBrk="0" algn="ctr"/>
                      <a:r>
                        <a:rPr lang="en-US" sz="800" b="0" i="0">
                          <a:solidFill>
                            <a:srgbClr val="000000"/>
                          </a:solidFill>
                          <a:latin typeface="Arial" panose="020B0604020202020204" pitchFamily="34" charset="0"/>
                        </a:rPr>
                        <a:t>3</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Playback diagnostics</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632695496"/>
                  </a:ext>
                </a:extLst>
              </a:tr>
              <a:tr h="127000">
                <a:tc>
                  <a:txBody>
                    <a:bodyPr/>
                    <a:lstStyle/>
                    <a:p>
                      <a:pPr latinLnBrk="0" algn="ctr"/>
                      <a:r>
                        <a:rPr lang="en-US" sz="800" b="0" i="0">
                          <a:solidFill>
                            <a:srgbClr val="000000"/>
                          </a:solidFill>
                          <a:latin typeface="Arial" panose="020B0604020202020204" pitchFamily="34" charset="0"/>
                        </a:rPr>
                        <a:t>4</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a:solidFill>
                            <a:srgbClr val="000000"/>
                          </a:solidFill>
                          <a:latin typeface="Arial" panose="020B0604020202020204" pitchFamily="34" charset="0"/>
                        </a:rPr>
                        <a:t>Stored data</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1893384490"/>
                  </a:ext>
                </a:extLst>
              </a:tr>
              <a:tr h="127000">
                <a:tc>
                  <a:txBody>
                    <a:bodyPr/>
                    <a:lstStyle/>
                    <a:p>
                      <a:pPr latinLnBrk="0" algn="ctr"/>
                      <a:r>
                        <a:rPr lang="en-US" sz="800" b="0" i="0">
                          <a:solidFill>
                            <a:srgbClr val="000000"/>
                          </a:solidFill>
                          <a:latin typeface="Arial" panose="020B0604020202020204" pitchFamily="34" charset="0"/>
                        </a:rPr>
                        <a:t>5</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Clear cache: downloads channel lists and </a:t>
                      </a:r>
                      <a:r>
                        <a:rPr lang="en-US" sz="800" b="0" i="0">
                          <a:solidFill>
                            <a:srgbClr val="000000"/>
                          </a:solidFill>
                          <a:latin typeface="Arial" panose="020B0604020202020204" pitchFamily="34" charset="0"/>
                        </a:rPr>
                        <a:t>guide again</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655413727"/>
                  </a:ext>
                </a:extLst>
              </a:tr>
              <a:tr h="127000">
                <a:tc>
                  <a:txBody>
                    <a:bodyPr/>
                    <a:lstStyle/>
                    <a:p>
                      <a:pPr latinLnBrk="0" algn="ctr"/>
                      <a:r>
                        <a:rPr lang="en-US" sz="800" b="0" i="0">
                          <a:solidFill>
                            <a:srgbClr val="000000"/>
                          </a:solidFill>
                          <a:latin typeface="Arial" panose="020B0604020202020204" pitchFamily="34" charset="0"/>
                        </a:rPr>
                        <a:t>6</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tc>
                  <a:txBody>
                    <a:bodyPr/>
                    <a:lstStyle/>
                    <a:p>
                      <a:pPr latinLnBrk="0" algn="l"/>
                      <a:r>
                        <a:rPr lang="en-US" sz="800" b="0" i="0" dirty="0">
                          <a:solidFill>
                            <a:srgbClr val="000000"/>
                          </a:solidFill>
                          <a:latin typeface="Arial" panose="020B0604020202020204" pitchFamily="34" charset="0"/>
                        </a:rPr>
                        <a:t>License and </a:t>
                      </a:r>
                      <a:r>
                        <a:rPr lang="en-US" sz="800" b="0" i="0">
                          <a:solidFill>
                            <a:srgbClr val="000000"/>
                          </a:solidFill>
                          <a:latin typeface="Arial" panose="020B0604020202020204" pitchFamily="34" charset="0"/>
                        </a:rPr>
                        <a:t>content notice</a:t>
                      </a:r>
                      <a:endParaRPr lang="en-US" sz="800" b="0" i="0" dirty="0">
                        <a:solidFill>
                          <a:srgbClr val="000000"/>
                        </a:solidFill>
                        <a:latin typeface="Arial" panose="020B0604020202020204" pitchFamily="34" charset="0"/>
                      </a:endParaRPr>
                    </a:p>
                  </a:txBody>
                  <a:tcPr marL="38100" marR="38100" marT="25400" marB="25400" anchor="ctr">
                    <a:lnL w="6350" cmpd="sng">
                      <a:solidFill>
                        <a:srgbClr val="A6A6A6"/>
                      </a:solidFill>
                    </a:lnL>
                    <a:lnR w="6350" cmpd="sng">
                      <a:solidFill>
                        <a:srgbClr val="A6A6A6"/>
                      </a:solidFill>
                    </a:lnR>
                    <a:lnT w="6350" cmpd="sng">
                      <a:solidFill>
                        <a:srgbClr val="A6A6A6"/>
                      </a:solidFill>
                    </a:lnT>
                    <a:lnB w="6350" cmpd="sng">
                      <a:solidFill>
                        <a:srgbClr val="A6A6A6"/>
                      </a:solidFill>
                    </a:lnB>
                    <a:solidFill>
                      <a:srgbClr val="FFFFFF"/>
                    </a:solidFill>
                  </a:tcPr>
                </a:tc>
                <a:extLst>
                  <a:ext uri="{0D108BD9-81ED-4DB2-BD59-A6C34878D82A}">
                    <a16:rowId xmlns:a16="http://schemas.microsoft.com/office/drawing/2014/main" val="2755261075"/>
                  </a:ext>
                </a:extLst>
              </a:tr>
            </a:tbl>
          </a:graphicData>
        </a:graphic>
      </p:graphicFrame>
    </p:spTree>
    <p:extLst>
      <p:ext uri="{BB962C8B-B14F-4D97-AF65-F5344CB8AC3E}">
        <p14:creationId xmlns:p14="http://schemas.microsoft.com/office/powerpoint/2010/main" val="4196235883"/>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C7E580CF-A164-61AE-61E7-76F835332500}"/>
              </a:ext>
            </a:extLst>
          </p:cNvPr>
          <p:cNvSpPr/>
          <p:nvPr/>
        </p:nvSpPr>
        <p:spPr bwMode="auto">
          <a:xfrm>
            <a:off x="0" y="4927600"/>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anose="020B0604020202020204" pitchFamily="34" charset="0"/>
                <a:ea typeface="Arial Unicode MS" panose="020B0604020202020204" pitchFamily="50" charset="-127"/>
                <a:cs typeface="Arial" panose="020B0604020202020204" pitchFamily="34" charset="0"/>
              </a:rPr>
              <a:t>Detailed Information</a:t>
            </a:r>
          </a:p>
          <a:p>
            <a:pPr latinLnBrk="0">
              <a:lnSpc>
                <a:spcPct val="150000"/>
              </a:lnSpc>
              <a:defRPr/>
            </a:pPr>
            <a:r>
              <a:rPr lang="en-US" altLang="ko-KR" sz="900" dirty="0">
                <a:latin typeface="Arial" panose="020B0604020202020204" pitchFamily="34" charset="0"/>
                <a:ea typeface="Arial Unicode MS" panose="020B0604020202020204" pitchFamily="50" charset="-127"/>
                <a:cs typeface="Arial" panose="020B0604020202020204" pitchFamily="34" charset="0"/>
              </a:rPr>
              <a:t>- No test credit cards or voucher codes are needed.</a:t>
            </a:r>
          </a:p>
        </p:txBody>
      </p:sp>
      <p:sp>
        <p:nvSpPr>
          <p:cNvPr id="17" name="텍스트 개체 틀 16">
            <a:extLst>
              <a:ext uri="{FF2B5EF4-FFF2-40B4-BE49-F238E27FC236}">
                <a16:creationId xmlns:a16="http://schemas.microsoft.com/office/drawing/2014/main" id="{B49CE331-ADA6-81D8-85EE-D8DE0876980F}"/>
              </a:ext>
            </a:extLst>
          </p:cNvPr>
          <p:cNvSpPr>
            <a:spLocks noGrp="1"/>
          </p:cNvSpPr>
          <p:nvPr>
            <p:ph type="body" sz="quarter" idx="13"/>
          </p:nvPr>
        </p:nvSpPr>
        <p:spPr>
          <a:xfrm>
            <a:off x="0" y="188913"/>
            <a:ext cx="7761288" cy="368300"/>
          </a:xfrm>
        </p:spPr>
        <p:txBody>
          <a:bodyPr/>
          <a:lstStyle/>
          <a:p>
            <a:pPr latinLnBrk="0">
              <a:defRPr/>
            </a:pPr>
            <a:r>
              <a:rPr lang="en-US" altLang="ko-KR">
                <a:latin typeface="Arial" pitchFamily="34" charset="0"/>
                <a:ea typeface="돋움" pitchFamily="50" charset="-127"/>
                <a:cs typeface="Arial" pitchFamily="34" charset="0"/>
              </a:rPr>
              <a:t>7. Paid Content</a:t>
            </a:r>
            <a:endParaRPr>
              <a:latin typeface="Arial" pitchFamily="34" charset="0"/>
              <a:cs typeface="Arial" pitchFamily="34" charset="0"/>
            </a:endParaRPr>
          </a:p>
        </p:txBody>
      </p:sp>
      <p:sp>
        <p:nvSpPr>
          <p:cNvPr id="2" name="TextBox 5">
            <a:extLst>
              <a:ext uri="{FF2B5EF4-FFF2-40B4-BE49-F238E27FC236}">
                <a16:creationId xmlns:a16="http://schemas.microsoft.com/office/drawing/2014/main" id="{55046334-4E5D-0ECF-024F-66C9EE81B345}"/>
              </a:ext>
            </a:extLst>
          </p:cNvPr>
          <p:cNvSpPr txBox="1"/>
          <p:nvPr/>
        </p:nvSpPr>
        <p:spPr>
          <a:xfrm>
            <a:off x="165100" y="635000"/>
            <a:ext cx="6858000" cy="307777"/>
          </a:xfrm>
          <a:prstGeom prst="rect">
            <a:avLst/>
          </a:prstGeom>
          <a:noFill/>
        </p:spPr>
        <p:txBody>
          <a:bodyPr vert="horz" rtlCol="0">
            <a:spAutoFit/>
          </a:bodyPr>
          <a:lstStyle/>
          <a:p>
            <a:pPr latinLnBrk="0"/>
            <a:r>
              <a:rPr lang="en-US" sz="1400" b="1" dirty="0">
                <a:latin typeface="Arial" panose="020B0604020202020204" pitchFamily="34" charset="0"/>
              </a:rPr>
              <a:t>1. </a:t>
            </a:r>
            <a:r>
              <a:rPr lang="en-US" sz="1400" b="1">
                <a:latin typeface="Arial" panose="020B0604020202020204" pitchFamily="34" charset="0"/>
              </a:rPr>
              <a:t>Payment methods</a:t>
            </a:r>
            <a:endParaRPr lang="en-US" sz="1400" b="1" dirty="0">
              <a:latin typeface="Arial" panose="020B0604020202020204" pitchFamily="34" charset="0"/>
            </a:endParaRPr>
          </a:p>
        </p:txBody>
      </p:sp>
      <p:sp>
        <p:nvSpPr>
          <p:cNvPr id="3" name="TextBox 2">
            <a:extLst>
              <a:ext uri="{FF2B5EF4-FFF2-40B4-BE49-F238E27FC236}">
                <a16:creationId xmlns:a16="http://schemas.microsoft.com/office/drawing/2014/main" id="{E0901CF7-6DDF-3F7D-7288-50F9960C9B45}"/>
              </a:ext>
            </a:extLst>
          </p:cNvPr>
          <p:cNvSpPr txBox="1"/>
          <p:nvPr/>
        </p:nvSpPr>
        <p:spPr>
          <a:xfrm>
            <a:off x="508000" y="1905000"/>
            <a:ext cx="8890000" cy="1015663"/>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is free. There are no purchases, subscriptions or payments of any kind, inside or outside the </a:t>
            </a:r>
            <a:r>
              <a:rPr lang="en-US" sz="1600">
                <a:latin typeface="Arial" panose="020B0604020202020204" pitchFamily="34" charset="0"/>
              </a:rPr>
              <a:t>app.</a:t>
            </a:r>
            <a:endParaRPr lang="en-US" sz="1600" dirty="0">
              <a:latin typeface="Arial" panose="020B0604020202020204" pitchFamily="34" charset="0"/>
            </a:endParaRPr>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5" name="직사각형 14">
            <a:extLst>
              <a:ext uri="{FF2B5EF4-FFF2-40B4-BE49-F238E27FC236}">
                <a16:creationId xmlns:a16="http://schemas.microsoft.com/office/drawing/2014/main" id="{24C5F2BD-D89C-3FD4-24DD-FDA6A47E065F}"/>
              </a:ext>
            </a:extLst>
          </p:cNvPr>
          <p:cNvSpPr/>
          <p:nvPr/>
        </p:nvSpPr>
        <p:spPr bwMode="auto">
          <a:xfrm>
            <a:off x="0" y="4927599"/>
            <a:ext cx="9906000" cy="1422400"/>
          </a:xfrm>
          <a:prstGeom prst="rect">
            <a:avLst/>
          </a:prstGeom>
          <a:solidFill>
            <a:srgbClr val="DDDDDD"/>
          </a:solidFill>
          <a:ln w="9525" cap="flat" cmpd="sng" algn="ctr">
            <a:solidFill>
              <a:schemeClr val="bg1">
                <a:lumMod val="50000"/>
              </a:schemeClr>
            </a:solidFill>
            <a:prstDash val="solid"/>
            <a:round/>
            <a:headEnd type="none" w="med" len="med"/>
            <a:tailEnd type="none" w="med" len="med"/>
          </a:ln>
          <a:effectLst/>
        </p:spPr>
        <p:txBody>
          <a:bodyPr/>
          <a:lstStyle/>
          <a:p>
            <a:pPr latinLnBrk="0">
              <a:lnSpc>
                <a:spcPct val="150000"/>
              </a:lnSpc>
              <a:defRPr/>
            </a:pPr>
            <a:r>
              <a:rPr lang="en-US" altLang="ko-KR" sz="1000" b="1" dirty="0">
                <a:latin typeface="Arial" pitchFamily="34" charset="0"/>
                <a:ea typeface="굴림" panose="020B0600000101010101" pitchFamily="50" charset="-127"/>
                <a:cs typeface="Arial" pitchFamily="34" charset="0"/>
              </a:rPr>
              <a:t>Detailed Information</a:t>
            </a:r>
          </a:p>
          <a:p>
            <a:pPr latinLnBrk="0">
              <a:lnSpc>
                <a:spcPct val="150000"/>
              </a:lnSpc>
              <a:defRPr/>
            </a:pPr>
            <a:r>
              <a:rPr lang="en-US" altLang="ko-KR" sz="900" dirty="0">
                <a:latin typeface="Arial" pitchFamily="34" charset="0"/>
                <a:ea typeface="굴림" panose="020B0600000101010101" pitchFamily="50" charset="-127"/>
                <a:cs typeface="Arial" pitchFamily="34" charset="0"/>
              </a:rPr>
              <a:t>- No ad network or ad content is included.</a:t>
            </a:r>
          </a:p>
        </p:txBody>
      </p:sp>
      <p:sp>
        <p:nvSpPr>
          <p:cNvPr id="38916" name="TextBox 5">
            <a:extLst>
              <a:ext uri="{FF2B5EF4-FFF2-40B4-BE49-F238E27FC236}">
                <a16:creationId xmlns:a16="http://schemas.microsoft.com/office/drawing/2014/main" id="{1F924807-6AD0-F3F3-186A-21487E7E04F9}"/>
              </a:ext>
            </a:extLst>
          </p:cNvPr>
          <p:cNvSpPr txBox="1">
            <a:spLocks noChangeArrowheads="1"/>
          </p:cNvSpPr>
          <p:nvPr/>
        </p:nvSpPr>
        <p:spPr bwMode="auto">
          <a:xfrm>
            <a:off x="144463" y="620713"/>
            <a:ext cx="6858000" cy="304800"/>
          </a:xfrm>
          <a:prstGeom prst="rect">
            <a:avLst/>
          </a:prstGeom>
          <a:noFill/>
          <a:ln>
            <a:noFill/>
          </a:ln>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nchor="ctr">
            <a:spAutoFit/>
          </a:bodyPr>
          <a:lstStyle>
            <a:lvl1pPr>
              <a:defRPr>
                <a:solidFill>
                  <a:schemeClr val="tx1"/>
                </a:solidFill>
                <a:latin typeface="Wingdings 2" panose="05020102010507070707" pitchFamily="18" charset="2"/>
                <a:ea typeface="굴림" panose="020B0600000101010101" pitchFamily="34" charset="-127"/>
              </a:defRPr>
            </a:lvl1pPr>
            <a:lvl2pPr marL="742950" indent="-285750">
              <a:defRPr>
                <a:solidFill>
                  <a:schemeClr val="tx1"/>
                </a:solidFill>
                <a:latin typeface="Wingdings 2" panose="05020102010507070707" pitchFamily="18" charset="2"/>
                <a:ea typeface="굴림" panose="020B0600000101010101" pitchFamily="34" charset="-127"/>
              </a:defRPr>
            </a:lvl2pPr>
            <a:lvl3pPr marL="1143000" indent="-228600">
              <a:defRPr>
                <a:solidFill>
                  <a:schemeClr val="tx1"/>
                </a:solidFill>
                <a:latin typeface="Wingdings 2" panose="05020102010507070707" pitchFamily="18" charset="2"/>
                <a:ea typeface="굴림" panose="020B0600000101010101" pitchFamily="34" charset="-127"/>
              </a:defRPr>
            </a:lvl3pPr>
            <a:lvl4pPr marL="1600200" indent="-228600">
              <a:defRPr>
                <a:solidFill>
                  <a:schemeClr val="tx1"/>
                </a:solidFill>
                <a:latin typeface="Wingdings 2" panose="05020102010507070707" pitchFamily="18" charset="2"/>
                <a:ea typeface="굴림" panose="020B0600000101010101" pitchFamily="34" charset="-127"/>
              </a:defRPr>
            </a:lvl4pPr>
            <a:lvl5pPr marL="2057400" indent="-228600">
              <a:defRPr>
                <a:solidFill>
                  <a:schemeClr val="tx1"/>
                </a:solidFill>
                <a:latin typeface="Wingdings 2" panose="05020102010507070707" pitchFamily="18" charset="2"/>
                <a:ea typeface="굴림" panose="020B0600000101010101" pitchFamily="34" charset="-127"/>
              </a:defRPr>
            </a:lvl5pPr>
            <a:lvl6pPr marL="25146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6pPr>
            <a:lvl7pPr marL="29718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7pPr>
            <a:lvl8pPr marL="34290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8pPr>
            <a:lvl9pPr marL="3886200" indent="-228600" eaLnBrk="0" fontAlgn="base" hangingPunct="0">
              <a:spcBef>
                <a:spcPct val="0"/>
              </a:spcBef>
              <a:spcAft>
                <a:spcPct val="0"/>
              </a:spcAft>
              <a:defRPr>
                <a:solidFill>
                  <a:schemeClr val="tx1"/>
                </a:solidFill>
                <a:latin typeface="Wingdings 2" panose="05020102010507070707" pitchFamily="18" charset="2"/>
                <a:ea typeface="굴림" panose="020B0600000101010101" pitchFamily="34" charset="-127"/>
              </a:defRPr>
            </a:lvl9pPr>
          </a:lstStyle>
          <a:p>
            <a:pPr latinLnBrk="0"/>
            <a:r>
              <a:rPr lang="en-US" altLang="ko-KR" sz="1400" b="1" dirty="0">
                <a:latin typeface="Arial" panose="020B0604020202020204" pitchFamily="34" charset="0"/>
                <a:ea typeface="맑은 고딕" panose="020B0503020000020004" pitchFamily="34" charset="-127"/>
              </a:rPr>
              <a:t>1. Ad information</a:t>
            </a:r>
          </a:p>
        </p:txBody>
      </p:sp>
      <p:sp>
        <p:nvSpPr>
          <p:cNvPr id="38955" name="텍스트 개체 틀 16">
            <a:extLst>
              <a:ext uri="{FF2B5EF4-FFF2-40B4-BE49-F238E27FC236}">
                <a16:creationId xmlns:a16="http://schemas.microsoft.com/office/drawing/2014/main" id="{905E67BA-4271-D497-B575-FF5AC52CAF81}"/>
              </a:ext>
            </a:extLst>
          </p:cNvPr>
          <p:cNvSpPr>
            <a:spLocks noGrp="1"/>
          </p:cNvSpPr>
          <p:nvPr>
            <p:ph type="body" sz="quarter" idx="4294967295"/>
          </p:nvPr>
        </p:nvSpPr>
        <p:spPr bwMode="auto">
          <a:xfrm>
            <a:off x="0" y="176213"/>
            <a:ext cx="7761288" cy="369887"/>
          </a:xfrm>
          <a:prstGeom prst="rect">
            <a:avLst/>
          </a:prstGeom>
          <a:noFill/>
          <a:extLst>
            <a:ext uri="{909E8E84-426E-40DD-AFC4-6F175D3DCCD1}">
              <a14:hiddenFill xmlns:a14="http://schemas.microsoft.com/office/drawing/2010/main">
                <a:solidFill>
                  <a:srgbClr val="FFFFFF"/>
                </a:solidFill>
              </a14:hiddenFill>
            </a:ext>
            <a:ext uri="{91240B29-F687-4F45-9708-019B960494DF}">
              <a14:hiddenLine xmlns:a14="http://schemas.microsoft.com/office/drawing/2010/main" w="9525">
                <a:solidFill>
                  <a:srgbClr val="000000"/>
                </a:solidFill>
                <a:miter lim="800000"/>
                <a:headEnd/>
                <a:tailEnd/>
              </a14:hiddenLine>
            </a:ext>
          </a:extLst>
        </p:spPr>
        <p:txBody>
          <a:bodyPr>
            <a:spAutoFit/>
          </a:bodyPr>
          <a:lstStyle/>
          <a:p>
            <a:pPr latinLnBrk="0">
              <a:spcBef>
                <a:spcPct val="50000"/>
              </a:spcBef>
              <a:buFontTx/>
              <a:buNone/>
            </a:pPr>
            <a:r>
              <a:rPr lang="en-US" altLang="ko-KR" sz="1800" b="1">
                <a:latin typeface="Arial" panose="020B0604020202020204" pitchFamily="34" charset="0"/>
                <a:ea typeface="돋움" panose="020B0600000101010101" pitchFamily="34" charset="-127"/>
                <a:cs typeface="Arial" panose="020B0604020202020204" pitchFamily="34" charset="0"/>
              </a:rPr>
              <a:t>8. In-App Ad</a:t>
            </a:r>
            <a:endParaRPr lang="ko-KR" altLang="en-US" sz="1800" b="1">
              <a:latin typeface="Arial" panose="020B0604020202020204" pitchFamily="34" charset="0"/>
              <a:ea typeface="맑은 고딕" panose="020B0503020000020004" pitchFamily="34" charset="-127"/>
              <a:cs typeface="Arial" panose="020B0604020202020204" pitchFamily="34" charset="0"/>
            </a:endParaRPr>
          </a:p>
        </p:txBody>
      </p:sp>
      <p:sp>
        <p:nvSpPr>
          <p:cNvPr id="2" name="TextBox 1">
            <a:extLst>
              <a:ext uri="{FF2B5EF4-FFF2-40B4-BE49-F238E27FC236}">
                <a16:creationId xmlns:a16="http://schemas.microsoft.com/office/drawing/2014/main" id="{91AD06EC-1024-4636-5D09-1FD7F8B636B6}"/>
              </a:ext>
            </a:extLst>
          </p:cNvPr>
          <p:cNvSpPr txBox="1"/>
          <p:nvPr/>
        </p:nvSpPr>
        <p:spPr>
          <a:xfrm>
            <a:off x="508000" y="1905000"/>
            <a:ext cx="8890000" cy="769441"/>
          </a:xfrm>
          <a:prstGeom prst="rect">
            <a:avLst/>
          </a:prstGeom>
          <a:noFill/>
        </p:spPr>
        <p:txBody>
          <a:bodyPr vert="horz" rtlCol="0">
            <a:spAutoFit/>
          </a:bodyPr>
          <a:lstStyle/>
          <a:p>
            <a:pPr latinLnBrk="0"/>
            <a:r>
              <a:rPr lang="en-US" sz="2800" b="1" dirty="0">
                <a:latin typeface="Arial" panose="020B0604020202020204" pitchFamily="34" charset="0"/>
              </a:rPr>
              <a:t>Not applicable</a:t>
            </a:r>
          </a:p>
          <a:p>
            <a:pPr latinLnBrk="0"/>
            <a:r>
              <a:rPr lang="en-US" sz="1600" dirty="0" err="1">
                <a:latin typeface="Arial" panose="020B0604020202020204" pitchFamily="34" charset="0"/>
              </a:rPr>
              <a:t>Zaplist</a:t>
            </a:r>
            <a:r>
              <a:rPr lang="en-US" sz="1600" dirty="0">
                <a:latin typeface="Arial" panose="020B0604020202020204" pitchFamily="34" charset="0"/>
              </a:rPr>
              <a:t> shows no advertising of any </a:t>
            </a:r>
            <a:r>
              <a:rPr lang="en-US" sz="1600">
                <a:latin typeface="Arial" panose="020B0604020202020204" pitchFamily="34" charset="0"/>
              </a:rPr>
              <a:t>kind.</a:t>
            </a:r>
            <a:endParaRPr lang="en-US" sz="1600" dirty="0">
              <a:latin typeface="Arial" panose="020B0604020202020204" pitchFamily="34" charset="0"/>
            </a:endParaRPr>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1506" name="TextBox 5">
            <a:extLst>
              <a:ext uri="{FF2B5EF4-FFF2-40B4-BE49-F238E27FC236}">
                <a16:creationId xmlns:a16="http://schemas.microsoft.com/office/drawing/2014/main" id="{E1F2DD1C-812E-75CC-48F6-E3A76355852B}"/>
              </a:ext>
            </a:extLst>
          </p:cNvPr>
          <p:cNvSpPr txBox="1">
            <a:spLocks noChangeArrowheads="1"/>
          </p:cNvSpPr>
          <p:nvPr/>
        </p:nvSpPr>
        <p:spPr bwMode="auto">
          <a:xfrm>
            <a:off x="381000" y="1000125"/>
            <a:ext cx="9109075" cy="2492990"/>
          </a:xfrm>
          <a:prstGeom prst="rect">
            <a:avLst/>
          </a:prstGeom>
          <a:noFill/>
          <a:ln>
            <a:noFill/>
          </a:ln>
        </p:spPr>
        <p:txBody>
          <a:bodyPr>
            <a:spAutoFit/>
          </a:bodyPr>
          <a:lstStyle>
            <a:lvl1pPr marL="355600" indent="-355600">
              <a:defRPr>
                <a:solidFill>
                  <a:schemeClr val="tx1"/>
                </a:solidFill>
                <a:latin typeface="Wingdings 2" pitchFamily="18" charset="2"/>
                <a:ea typeface="굴림" pitchFamily="50" charset="-127"/>
              </a:defRPr>
            </a:lvl1pPr>
            <a:lvl2pPr marL="742950" indent="-285750">
              <a:defRPr>
                <a:solidFill>
                  <a:schemeClr val="tx1"/>
                </a:solidFill>
                <a:latin typeface="Wingdings 2" pitchFamily="18" charset="2"/>
                <a:ea typeface="굴림" pitchFamily="50" charset="-127"/>
              </a:defRPr>
            </a:lvl2pPr>
            <a:lvl3pPr marL="1143000" indent="-228600">
              <a:defRPr>
                <a:solidFill>
                  <a:schemeClr val="tx1"/>
                </a:solidFill>
                <a:latin typeface="Wingdings 2" pitchFamily="18" charset="2"/>
                <a:ea typeface="굴림" pitchFamily="50" charset="-127"/>
              </a:defRPr>
            </a:lvl3pPr>
            <a:lvl4pPr marL="1600200" indent="-228600">
              <a:defRPr>
                <a:solidFill>
                  <a:schemeClr val="tx1"/>
                </a:solidFill>
                <a:latin typeface="Wingdings 2" pitchFamily="18" charset="2"/>
                <a:ea typeface="굴림" pitchFamily="50" charset="-127"/>
              </a:defRPr>
            </a:lvl4pPr>
            <a:lvl5pPr marL="2057400" indent="-228600">
              <a:defRPr>
                <a:solidFill>
                  <a:schemeClr val="tx1"/>
                </a:solidFill>
                <a:latin typeface="Wingdings 2" pitchFamily="18" charset="2"/>
                <a:ea typeface="굴림" pitchFamily="50" charset="-127"/>
              </a:defRPr>
            </a:lvl5pPr>
            <a:lvl6pPr marL="2514600" indent="-228600" eaLnBrk="0" fontAlgn="base" hangingPunct="0">
              <a:spcBef>
                <a:spcPct val="0"/>
              </a:spcBef>
              <a:spcAft>
                <a:spcPct val="0"/>
              </a:spcAft>
              <a:defRPr>
                <a:solidFill>
                  <a:schemeClr val="tx1"/>
                </a:solidFill>
                <a:latin typeface="Wingdings 2" pitchFamily="18" charset="2"/>
                <a:ea typeface="굴림" pitchFamily="50" charset="-127"/>
              </a:defRPr>
            </a:lvl6pPr>
            <a:lvl7pPr marL="2971800" indent="-228600" eaLnBrk="0" fontAlgn="base" hangingPunct="0">
              <a:spcBef>
                <a:spcPct val="0"/>
              </a:spcBef>
              <a:spcAft>
                <a:spcPct val="0"/>
              </a:spcAft>
              <a:defRPr>
                <a:solidFill>
                  <a:schemeClr val="tx1"/>
                </a:solidFill>
                <a:latin typeface="Wingdings 2" pitchFamily="18" charset="2"/>
                <a:ea typeface="굴림" pitchFamily="50" charset="-127"/>
              </a:defRPr>
            </a:lvl7pPr>
            <a:lvl8pPr marL="3429000" indent="-228600" eaLnBrk="0" fontAlgn="base" hangingPunct="0">
              <a:spcBef>
                <a:spcPct val="0"/>
              </a:spcBef>
              <a:spcAft>
                <a:spcPct val="0"/>
              </a:spcAft>
              <a:defRPr>
                <a:solidFill>
                  <a:schemeClr val="tx1"/>
                </a:solidFill>
                <a:latin typeface="Wingdings 2" pitchFamily="18" charset="2"/>
                <a:ea typeface="굴림" pitchFamily="50" charset="-127"/>
              </a:defRPr>
            </a:lvl8pPr>
            <a:lvl9pPr marL="3886200" indent="-228600" eaLnBrk="0" fontAlgn="base" hangingPunct="0">
              <a:spcBef>
                <a:spcPct val="0"/>
              </a:spcBef>
              <a:spcAft>
                <a:spcPct val="0"/>
              </a:spcAft>
              <a:defRPr>
                <a:solidFill>
                  <a:schemeClr val="tx1"/>
                </a:solidFill>
                <a:latin typeface="Wingdings 2" pitchFamily="18" charset="2"/>
                <a:ea typeface="굴림" pitchFamily="50" charset="-127"/>
              </a:defRPr>
            </a:lvl9pPr>
          </a:lstStyle>
          <a:p>
            <a:pPr latinLnBrk="0" marL="0" indent="0">
              <a:defRPr/>
            </a:pPr>
            <a:r>
              <a:rPr lang="en-US" altLang="ko-KR" sz="1200" dirty="0">
                <a:latin typeface="Arial" pitchFamily="34" charset="0"/>
                <a:ea typeface="맑은 고딕" pitchFamily="50" charset="-127"/>
              </a:rPr>
              <a:t>If you have anything to let the LG QA Management know, please comment here. Any detailed references will be welcome.</a:t>
            </a:r>
          </a:p>
          <a:p>
            <a:pPr latinLnBrk="0" marL="0" indent="0">
              <a:defRPr/>
            </a:pPr>
            <a:endParaRPr lang="en-US" altLang="ko-KR" sz="1200" dirty="0">
              <a:latin typeface="Arial" pitchFamily="34" charset="0"/>
              <a:ea typeface="맑은 고딕" pitchFamily="50" charset="-127"/>
            </a:endParaRPr>
          </a:p>
          <a:p>
            <a:pPr latinLnBrk="0" marL="0" indent="0">
              <a:defRPr/>
            </a:pPr>
            <a:r>
              <a:rPr lang="en-US" altLang="ko-KR" sz="1200" dirty="0">
                <a:latin typeface="Arial" pitchFamily="34" charset="0"/>
                <a:ea typeface="맑은 고딕" pitchFamily="50" charset="-127"/>
              </a:rPr>
              <a:t>1. </a:t>
            </a:r>
            <a:r>
              <a:rPr lang="en-US" altLang="ko-KR" sz="1200" dirty="0" err="1">
                <a:latin typeface="Arial" pitchFamily="34" charset="0"/>
                <a:ea typeface="맑은 고딕" pitchFamily="50" charset="-127"/>
              </a:rPr>
              <a:t>Zaplist</a:t>
            </a:r>
            <a:r>
              <a:rPr lang="en-US" altLang="ko-KR" sz="1200" dirty="0">
                <a:latin typeface="Arial" pitchFamily="34" charset="0"/>
                <a:ea typeface="맑은 고딕" pitchFamily="50" charset="-127"/>
              </a:rPr>
              <a:t> includes no channels. Add the test playlist from page 6 to test playback and the TV guide; it uses public test streams (Blender Foundation open movies, Apple and Google test streams) and comes with guide data.</a:t>
            </a:r>
          </a:p>
          <a:p>
            <a:pPr latinLnBrk="0" marL="0" indent="0">
              <a:defRPr/>
            </a:pPr>
            <a:r>
              <a:rPr lang="en-US" altLang="ko-KR" sz="1200" dirty="0">
                <a:latin typeface="Arial" pitchFamily="34" charset="0"/>
                <a:ea typeface="맑은 고딕" pitchFamily="50" charset="-127"/>
              </a:rPr>
              <a:t>2. To test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use the test server https://zaplist-test.zaplist.workers.dev with username </a:t>
            </a:r>
            <a:r>
              <a:rPr lang="en-US" altLang="ko-KR" sz="1200" dirty="0" err="1">
                <a:latin typeface="Arial" pitchFamily="34" charset="0"/>
                <a:ea typeface="맑은 고딕" pitchFamily="50" charset="-127"/>
              </a:rPr>
              <a:t>zaplist</a:t>
            </a:r>
            <a:r>
              <a:rPr lang="en-US" altLang="ko-KR" sz="1200" dirty="0">
                <a:latin typeface="Arial" pitchFamily="34" charset="0"/>
                <a:ea typeface="맑은 고딕" pitchFamily="50" charset="-127"/>
              </a:rPr>
              <a:t> and password review (page 6). It serves the same test channels and guide.</a:t>
            </a:r>
          </a:p>
          <a:p>
            <a:pPr latinLnBrk="0" marL="0" indent="0">
              <a:defRPr/>
            </a:pPr>
            <a:r>
              <a:rPr lang="en-US" altLang="ko-KR" sz="1200" dirty="0">
                <a:latin typeface="Arial" pitchFamily="34" charset="0"/>
                <a:ea typeface="맑은 고딕" pitchFamily="50" charset="-127"/>
              </a:rPr>
              <a:t>3. Back on the first screen calls </a:t>
            </a:r>
            <a:r>
              <a:rPr lang="en-US" altLang="ko-KR" sz="1200" dirty="0" err="1">
                <a:latin typeface="Arial" pitchFamily="34" charset="0"/>
                <a:ea typeface="맑은 고딕" pitchFamily="50" charset="-127"/>
              </a:rPr>
              <a:t>webOS.platformBack</a:t>
            </a:r>
            <a:r>
              <a:rPr lang="en-US" altLang="ko-KR" sz="1200" dirty="0">
                <a:latin typeface="Arial" pitchFamily="34" charset="0"/>
                <a:ea typeface="맑은 고딕" pitchFamily="50" charset="-127"/>
              </a:rPr>
              <a:t>(), so the TV shows its exit popup or Home screen depending on the webOS version.</a:t>
            </a:r>
          </a:p>
          <a:p>
            <a:pPr latinLnBrk="0" marL="0" indent="0">
              <a:defRPr/>
            </a:pPr>
            <a:r>
              <a:rPr lang="en-US" altLang="ko-KR" sz="1200" dirty="0">
                <a:latin typeface="Arial" pitchFamily="34" charset="0"/>
                <a:ea typeface="맑은 고딕" pitchFamily="50" charset="-127"/>
              </a:rPr>
              <a:t>4. No credentials are hard-coded. The words "password", "credential" and "token" in the package come from the </a:t>
            </a:r>
            <a:r>
              <a:rPr lang="en-US" altLang="ko-KR" sz="1200" dirty="0" err="1">
                <a:latin typeface="Arial" pitchFamily="34" charset="0"/>
                <a:ea typeface="맑은 고딕" pitchFamily="50" charset="-127"/>
              </a:rPr>
              <a:t>Xtream</a:t>
            </a:r>
            <a:r>
              <a:rPr lang="en-US" altLang="ko-KR" sz="1200" dirty="0">
                <a:latin typeface="Arial" pitchFamily="34" charset="0"/>
                <a:ea typeface="맑은 고딕" pitchFamily="50" charset="-127"/>
              </a:rPr>
              <a:t> Codes API parameters, the login form field, the core-</a:t>
            </a:r>
            <a:r>
              <a:rPr lang="en-US" altLang="ko-KR" sz="1200" dirty="0" err="1">
                <a:latin typeface="Arial" pitchFamily="34" charset="0"/>
                <a:ea typeface="맑은 고딕" pitchFamily="50" charset="-127"/>
              </a:rPr>
              <a:t>js</a:t>
            </a:r>
            <a:r>
              <a:rPr lang="en-US" altLang="ko-KR" sz="1200" dirty="0">
                <a:latin typeface="Arial" pitchFamily="34" charset="0"/>
                <a:ea typeface="맑은 고딕" pitchFamily="50" charset="-127"/>
              </a:rPr>
              <a:t> URL </a:t>
            </a:r>
            <a:r>
              <a:rPr lang="en-US" altLang="ko-KR" sz="1200" dirty="0" err="1">
                <a:latin typeface="Arial" pitchFamily="34" charset="0"/>
                <a:ea typeface="맑은 고딕" pitchFamily="50" charset="-127"/>
              </a:rPr>
              <a:t>polyfill</a:t>
            </a:r>
            <a:r>
              <a:rPr lang="en-US" altLang="ko-KR" sz="1200" dirty="0">
                <a:latin typeface="Arial" pitchFamily="34" charset="0"/>
                <a:ea typeface="맑은 고딕" pitchFamily="50" charset="-127"/>
              </a:rPr>
              <a:t> (</a:t>
            </a:r>
            <a:r>
              <a:rPr lang="en-US" altLang="ko-KR" sz="1200" dirty="0" err="1">
                <a:latin typeface="Arial" pitchFamily="34" charset="0"/>
                <a:ea typeface="맑은 고딕" pitchFamily="50" charset="-127"/>
              </a:rPr>
              <a:t>URL.password</a:t>
            </a:r>
            <a:r>
              <a:rPr lang="en-US" altLang="ko-KR" sz="1200" dirty="0">
                <a:latin typeface="Arial" pitchFamily="34" charset="0"/>
                <a:ea typeface="맑은 고딕" pitchFamily="50" charset="-127"/>
              </a:rPr>
              <a:t>) and the XHR/fetch </a:t>
            </a:r>
            <a:r>
              <a:rPr lang="en-US" altLang="ko-KR" sz="1200" dirty="0" err="1">
                <a:latin typeface="Arial" pitchFamily="34" charset="0"/>
                <a:ea typeface="맑은 고딕" pitchFamily="50" charset="-127"/>
              </a:rPr>
              <a:t>withCredentials</a:t>
            </a:r>
            <a:r>
              <a:rPr lang="en-US" altLang="ko-KR" sz="1200" dirty="0">
                <a:latin typeface="Arial" pitchFamily="34" charset="0"/>
                <a:ea typeface="맑은 고딕" pitchFamily="50" charset="-127"/>
              </a:rPr>
              <a:t> options in hls.js and mpegts.js. Playlist URLs, logins, the cached channel lists and guide addresses, and the parental PIN are stored only on the TV, encrypted (AES-GCM, key generated on the TV).</a:t>
            </a:r>
          </a:p>
          <a:p>
            <a:pPr latinLnBrk="0" marL="0" indent="0">
              <a:defRPr/>
            </a:pPr>
            <a:r>
              <a:rPr lang="en-US" altLang="ko-KR" sz="1200" dirty="0">
                <a:latin typeface="Arial" pitchFamily="34" charset="0"/>
                <a:ea typeface="맑은 고딕" pitchFamily="50" charset="-127"/>
              </a:rPr>
              <a:t>5. Contact: nomoredazzling@gmail.com</a:t>
            </a:r>
          </a:p>
        </p:txBody>
      </p:sp>
      <p:sp>
        <p:nvSpPr>
          <p:cNvPr id="5" name="텍스트 개체 틀 4">
            <a:extLst>
              <a:ext uri="{FF2B5EF4-FFF2-40B4-BE49-F238E27FC236}">
                <a16:creationId xmlns:a16="http://schemas.microsoft.com/office/drawing/2014/main" id="{FBEB3E74-5166-3BA3-1F05-AB6FB474972D}"/>
              </a:ext>
            </a:extLst>
          </p:cNvPr>
          <p:cNvSpPr>
            <a:spLocks noGrp="1"/>
          </p:cNvSpPr>
          <p:nvPr>
            <p:ph type="body" sz="quarter" idx="13"/>
          </p:nvPr>
        </p:nvSpPr>
        <p:spPr>
          <a:xfrm>
            <a:off x="0" y="188913"/>
            <a:ext cx="7761288" cy="368300"/>
          </a:xfrm>
        </p:spPr>
        <p:txBody>
          <a:bodyPr/>
          <a:lstStyle/>
          <a:p>
            <a:pPr latinLnBrk="0">
              <a:defRPr/>
            </a:pPr>
            <a:r>
              <a:rPr lang="en-US" altLang="ko-KR">
                <a:latin typeface="Arial" charset="0"/>
                <a:ea typeface="돋움" pitchFamily="50" charset="-127"/>
              </a:rPr>
              <a:t>[Appendix]</a:t>
            </a:r>
          </a:p>
        </p:txBody>
      </p:sp>
    </p:spTree>
  </p:cSld>
  <p:clrMapOvr>
    <a:masterClrMapping/>
  </p:clrMapOvr>
</p:sld>
</file>

<file path=ppt/theme/theme1.xml><?xml version="1.0" encoding="utf-8"?>
<a:theme xmlns:a="http://schemas.openxmlformats.org/drawingml/2006/main" name="1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2.xml><?xml version="1.0" encoding="utf-8"?>
<a:theme xmlns:a="http://schemas.openxmlformats.org/drawingml/2006/main" name="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1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4.xml><?xml version="1.0" encoding="utf-8"?>
<a:theme xmlns:a="http://schemas.openxmlformats.org/drawingml/2006/main" name="2_디자인 사용자 지정">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5.xml><?xml version="1.0" encoding="utf-8"?>
<a:theme xmlns:a="http://schemas.openxmlformats.org/drawingml/2006/main" name="3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6.xml><?xml version="1.0" encoding="utf-8"?>
<a:theme xmlns:a="http://schemas.openxmlformats.org/drawingml/2006/main" name="2_기본 디자인">
  <a:themeElements>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1_기본 디자인">
      <a:majorFont>
        <a:latin typeface="굴림"/>
        <a:ea typeface="굴림"/>
        <a:cs typeface=""/>
      </a:majorFont>
      <a:minorFont>
        <a:latin typeface="굴림"/>
        <a:ea typeface="굴림"/>
        <a:cs typeface=""/>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spDef>
    <a:lnDef>
      <a:spPr bwMode="auto">
        <a:xfrm>
          <a:off x="0" y="0"/>
          <a:ext cx="1" cy="1"/>
        </a:xfrm>
        <a:custGeom>
          <a:avLst/>
          <a:gdLst/>
          <a:ahLst/>
          <a:cxnLst/>
          <a:rect l="0" t="0" r="0" b="0"/>
          <a:pathLst/>
        </a:custGeom>
        <a:solidFill>
          <a:schemeClr val="accent1"/>
        </a:solidFill>
        <a:ln w="9525" cap="flat" cmpd="sng" algn="ctr">
          <a:solidFill>
            <a:schemeClr val="tx1"/>
          </a:solidFill>
          <a:prstDash val="solid"/>
          <a:round/>
          <a:headEnd type="none" w="med" len="med"/>
          <a:tailEnd type="none" w="med" len="med"/>
        </a:ln>
        <a:effectLst/>
      </a:spPr>
      <a:bodyPr vert="horz" wrap="square" lIns="91440" tIns="45720" rIns="91440" bIns="45720" numCol="1" anchor="t" anchorCtr="0" compatLnSpc="1">
        <a:prstTxWarp prst="textNoShape">
          <a:avLst/>
        </a:prstTxWarp>
      </a:bodyPr>
      <a:lstStyle>
        <a:defPPr marL="0" marR="0" indent="0" algn="l" defTabSz="914400" rtl="0" eaLnBrk="0" fontAlgn="base" latinLnBrk="0" hangingPunct="0">
          <a:lnSpc>
            <a:spcPct val="100000"/>
          </a:lnSpc>
          <a:spcBef>
            <a:spcPct val="0"/>
          </a:spcBef>
          <a:spcAft>
            <a:spcPct val="0"/>
          </a:spcAft>
          <a:buClrTx/>
          <a:buSzTx/>
          <a:buFontTx/>
          <a:buNone/>
          <a:tabLst/>
          <a:defRPr kumimoji="0" lang="ko-KR" altLang="en-US" sz="1800" b="0" i="0" u="none" strike="noStrike" cap="none" normalizeH="0" baseline="0" smtClean="0">
            <a:ln>
              <a:noFill/>
            </a:ln>
            <a:solidFill>
              <a:schemeClr val="tx1"/>
            </a:solidFill>
            <a:effectLst/>
            <a:latin typeface="Wingdings 2" pitchFamily="18" charset="2"/>
            <a:ea typeface="굴림" pitchFamily="50" charset="-127"/>
            <a:cs typeface="Arial" charset="0"/>
          </a:defRPr>
        </a:defPPr>
      </a:lstStyle>
    </a:lnDef>
  </a:objectDefaults>
  <a:extraClrSchemeLst>
    <a:extraClrScheme>
      <a:clrScheme name="1_기본 디자인 1">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clrMap bg1="lt1" tx1="dk1" bg2="lt2" tx2="dk2" accent1="accent1" accent2="accent2" accent3="accent3" accent4="accent4" accent5="accent5" accent6="accent6" hlink="hlink" folHlink="folHlink"/>
    </a:extraClrScheme>
    <a:extraClrScheme>
      <a:clrScheme name="1_기본 디자인 2">
        <a:dk1>
          <a:srgbClr val="000000"/>
        </a:dk1>
        <a:lt1>
          <a:srgbClr val="FFFFFF"/>
        </a:lt1>
        <a:dk2>
          <a:srgbClr val="000000"/>
        </a:dk2>
        <a:lt2>
          <a:srgbClr val="969696"/>
        </a:lt2>
        <a:accent1>
          <a:srgbClr val="FBDF53"/>
        </a:accent1>
        <a:accent2>
          <a:srgbClr val="FF9966"/>
        </a:accent2>
        <a:accent3>
          <a:srgbClr val="FFFFFF"/>
        </a:accent3>
        <a:accent4>
          <a:srgbClr val="000000"/>
        </a:accent4>
        <a:accent5>
          <a:srgbClr val="FDECB3"/>
        </a:accent5>
        <a:accent6>
          <a:srgbClr val="E78A5C"/>
        </a:accent6>
        <a:hlink>
          <a:srgbClr val="CC3300"/>
        </a:hlink>
        <a:folHlink>
          <a:srgbClr val="996600"/>
        </a:folHlink>
      </a:clrScheme>
      <a:clrMap bg1="lt1" tx1="dk1" bg2="lt2" tx2="dk2" accent1="accent1" accent2="accent2" accent3="accent3" accent4="accent4" accent5="accent5" accent6="accent6" hlink="hlink" folHlink="folHlink"/>
    </a:extraClrScheme>
    <a:extraClrScheme>
      <a:clrScheme name="1_기본 디자인 3">
        <a:dk1>
          <a:srgbClr val="000000"/>
        </a:dk1>
        <a:lt1>
          <a:srgbClr val="FFFFFF"/>
        </a:lt1>
        <a:dk2>
          <a:srgbClr val="000000"/>
        </a:dk2>
        <a:lt2>
          <a:srgbClr val="808080"/>
        </a:lt2>
        <a:accent1>
          <a:srgbClr val="99CCFF"/>
        </a:accent1>
        <a:accent2>
          <a:srgbClr val="CCCCFF"/>
        </a:accent2>
        <a:accent3>
          <a:srgbClr val="FFFFFF"/>
        </a:accent3>
        <a:accent4>
          <a:srgbClr val="000000"/>
        </a:accent4>
        <a:accent5>
          <a:srgbClr val="CAE2FF"/>
        </a:accent5>
        <a:accent6>
          <a:srgbClr val="B9B9E7"/>
        </a:accent6>
        <a:hlink>
          <a:srgbClr val="3333CC"/>
        </a:hlink>
        <a:folHlink>
          <a:srgbClr val="AF67FF"/>
        </a:folHlink>
      </a:clrScheme>
      <a:clrMap bg1="lt1" tx1="dk1" bg2="lt2" tx2="dk2" accent1="accent1" accent2="accent2" accent3="accent3" accent4="accent4" accent5="accent5" accent6="accent6" hlink="hlink" folHlink="folHlink"/>
    </a:extraClrScheme>
    <a:extraClrScheme>
      <a:clrScheme name="1_기본 디자인 4">
        <a:dk1>
          <a:srgbClr val="000000"/>
        </a:dk1>
        <a:lt1>
          <a:srgbClr val="DEF6F1"/>
        </a:lt1>
        <a:dk2>
          <a:srgbClr val="000000"/>
        </a:dk2>
        <a:lt2>
          <a:srgbClr val="969696"/>
        </a:lt2>
        <a:accent1>
          <a:srgbClr val="FFFFFF"/>
        </a:accent1>
        <a:accent2>
          <a:srgbClr val="8DC6FF"/>
        </a:accent2>
        <a:accent3>
          <a:srgbClr val="ECFAF7"/>
        </a:accent3>
        <a:accent4>
          <a:srgbClr val="000000"/>
        </a:accent4>
        <a:accent5>
          <a:srgbClr val="FFFFFF"/>
        </a:accent5>
        <a:accent6>
          <a:srgbClr val="7FB3E7"/>
        </a:accent6>
        <a:hlink>
          <a:srgbClr val="0066CC"/>
        </a:hlink>
        <a:folHlink>
          <a:srgbClr val="00A800"/>
        </a:folHlink>
      </a:clrScheme>
      <a:clrMap bg1="lt1" tx1="dk1" bg2="lt2" tx2="dk2" accent1="accent1" accent2="accent2" accent3="accent3" accent4="accent4" accent5="accent5" accent6="accent6" hlink="hlink" folHlink="folHlink"/>
    </a:extraClrScheme>
    <a:extraClrScheme>
      <a:clrScheme name="1_기본 디자인 5">
        <a:dk1>
          <a:srgbClr val="000000"/>
        </a:dk1>
        <a:lt1>
          <a:srgbClr val="FFFFD9"/>
        </a:lt1>
        <a:dk2>
          <a:srgbClr val="000000"/>
        </a:dk2>
        <a:lt2>
          <a:srgbClr val="777777"/>
        </a:lt2>
        <a:accent1>
          <a:srgbClr val="FFFFF7"/>
        </a:accent1>
        <a:accent2>
          <a:srgbClr val="33CCCC"/>
        </a:accent2>
        <a:accent3>
          <a:srgbClr val="FFFFE9"/>
        </a:accent3>
        <a:accent4>
          <a:srgbClr val="000000"/>
        </a:accent4>
        <a:accent5>
          <a:srgbClr val="FFFFFA"/>
        </a:accent5>
        <a:accent6>
          <a:srgbClr val="2DB9B9"/>
        </a:accent6>
        <a:hlink>
          <a:srgbClr val="FF5050"/>
        </a:hlink>
        <a:folHlink>
          <a:srgbClr val="FF9900"/>
        </a:folHlink>
      </a:clrScheme>
      <a:clrMap bg1="lt1" tx1="dk1" bg2="lt2" tx2="dk2" accent1="accent1" accent2="accent2" accent3="accent3" accent4="accent4" accent5="accent5" accent6="accent6" hlink="hlink" folHlink="folHlink"/>
    </a:extraClrScheme>
    <a:extraClrScheme>
      <a:clrScheme name="1_기본 디자인 6">
        <a:dk1>
          <a:srgbClr val="005A58"/>
        </a:dk1>
        <a:lt1>
          <a:srgbClr val="FFFFFF"/>
        </a:lt1>
        <a:dk2>
          <a:srgbClr val="008080"/>
        </a:dk2>
        <a:lt2>
          <a:srgbClr val="FFFF99"/>
        </a:lt2>
        <a:accent1>
          <a:srgbClr val="006462"/>
        </a:accent1>
        <a:accent2>
          <a:srgbClr val="6D6FC7"/>
        </a:accent2>
        <a:accent3>
          <a:srgbClr val="AAC0C0"/>
        </a:accent3>
        <a:accent4>
          <a:srgbClr val="DADADA"/>
        </a:accent4>
        <a:accent5>
          <a:srgbClr val="AAB8B7"/>
        </a:accent5>
        <a:accent6>
          <a:srgbClr val="6264B4"/>
        </a:accent6>
        <a:hlink>
          <a:srgbClr val="00FFFF"/>
        </a:hlink>
        <a:folHlink>
          <a:srgbClr val="00FF00"/>
        </a:folHlink>
      </a:clrScheme>
      <a:clrMap bg1="dk2" tx1="lt1" bg2="dk1" tx2="lt2" accent1="accent1" accent2="accent2" accent3="accent3" accent4="accent4" accent5="accent5" accent6="accent6" hlink="hlink" folHlink="folHlink"/>
    </a:extraClrScheme>
    <a:extraClrScheme>
      <a:clrScheme name="1_기본 디자인 7">
        <a:dk1>
          <a:srgbClr val="5C1F00"/>
        </a:dk1>
        <a:lt1>
          <a:srgbClr val="FFFFFF"/>
        </a:lt1>
        <a:dk2>
          <a:srgbClr val="800000"/>
        </a:dk2>
        <a:lt2>
          <a:srgbClr val="DFD293"/>
        </a:lt2>
        <a:accent1>
          <a:srgbClr val="CC3300"/>
        </a:accent1>
        <a:accent2>
          <a:srgbClr val="BE7960"/>
        </a:accent2>
        <a:accent3>
          <a:srgbClr val="C0AAAA"/>
        </a:accent3>
        <a:accent4>
          <a:srgbClr val="DADADA"/>
        </a:accent4>
        <a:accent5>
          <a:srgbClr val="E2ADAA"/>
        </a:accent5>
        <a:accent6>
          <a:srgbClr val="AC6D56"/>
        </a:accent6>
        <a:hlink>
          <a:srgbClr val="FFFF99"/>
        </a:hlink>
        <a:folHlink>
          <a:srgbClr val="D3A219"/>
        </a:folHlink>
      </a:clrScheme>
      <a:clrMap bg1="dk2" tx1="lt1" bg2="dk1" tx2="lt2" accent1="accent1" accent2="accent2" accent3="accent3" accent4="accent4" accent5="accent5" accent6="accent6" hlink="hlink" folHlink="folHlink"/>
    </a:extraClrScheme>
    <a:extraClrScheme>
      <a:clrScheme name="1_기본 디자인 8">
        <a:dk1>
          <a:srgbClr val="003366"/>
        </a:dk1>
        <a:lt1>
          <a:srgbClr val="FFFFFF"/>
        </a:lt1>
        <a:dk2>
          <a:srgbClr val="000099"/>
        </a:dk2>
        <a:lt2>
          <a:srgbClr val="CCFFFF"/>
        </a:lt2>
        <a:accent1>
          <a:srgbClr val="3366CC"/>
        </a:accent1>
        <a:accent2>
          <a:srgbClr val="00B000"/>
        </a:accent2>
        <a:accent3>
          <a:srgbClr val="AAAACA"/>
        </a:accent3>
        <a:accent4>
          <a:srgbClr val="DADADA"/>
        </a:accent4>
        <a:accent5>
          <a:srgbClr val="ADB8E2"/>
        </a:accent5>
        <a:accent6>
          <a:srgbClr val="009F00"/>
        </a:accent6>
        <a:hlink>
          <a:srgbClr val="66CCFF"/>
        </a:hlink>
        <a:folHlink>
          <a:srgbClr val="FFE701"/>
        </a:folHlink>
      </a:clrScheme>
      <a:clrMap bg1="dk2" tx1="lt1" bg2="dk1" tx2="lt2" accent1="accent1" accent2="accent2" accent3="accent3" accent4="accent4" accent5="accent5" accent6="accent6" hlink="hlink" folHlink="folHlink"/>
    </a:extraClrScheme>
    <a:extraClrScheme>
      <a:clrScheme name="1_기본 디자인 9">
        <a:dk1>
          <a:srgbClr val="336699"/>
        </a:dk1>
        <a:lt1>
          <a:srgbClr val="FFFFFF"/>
        </a:lt1>
        <a:dk2>
          <a:srgbClr val="000000"/>
        </a:dk2>
        <a:lt2>
          <a:srgbClr val="E3EBF1"/>
        </a:lt2>
        <a:accent1>
          <a:srgbClr val="003399"/>
        </a:accent1>
        <a:accent2>
          <a:srgbClr val="468A4B"/>
        </a:accent2>
        <a:accent3>
          <a:srgbClr val="AAAAAA"/>
        </a:accent3>
        <a:accent4>
          <a:srgbClr val="DADADA"/>
        </a:accent4>
        <a:accent5>
          <a:srgbClr val="AAADCA"/>
        </a:accent5>
        <a:accent6>
          <a:srgbClr val="3F7D43"/>
        </a:accent6>
        <a:hlink>
          <a:srgbClr val="66CCFF"/>
        </a:hlink>
        <a:folHlink>
          <a:srgbClr val="F0E500"/>
        </a:folHlink>
      </a:clrScheme>
      <a:clrMap bg1="dk2" tx1="lt1" bg2="dk1" tx2="lt2" accent1="accent1" accent2="accent2" accent3="accent3" accent4="accent4" accent5="accent5" accent6="accent6" hlink="hlink" folHlink="folHlink"/>
    </a:extraClrScheme>
    <a:extraClrScheme>
      <a:clrScheme name="1_기본 디자인 10">
        <a:dk1>
          <a:srgbClr val="777777"/>
        </a:dk1>
        <a:lt1>
          <a:srgbClr val="FFFFFF"/>
        </a:lt1>
        <a:dk2>
          <a:srgbClr val="686B5D"/>
        </a:dk2>
        <a:lt2>
          <a:srgbClr val="D1D1CB"/>
        </a:lt2>
        <a:accent1>
          <a:srgbClr val="909082"/>
        </a:accent1>
        <a:accent2>
          <a:srgbClr val="809EA8"/>
        </a:accent2>
        <a:accent3>
          <a:srgbClr val="B9BAB6"/>
        </a:accent3>
        <a:accent4>
          <a:srgbClr val="DADADA"/>
        </a:accent4>
        <a:accent5>
          <a:srgbClr val="C6C6C1"/>
        </a:accent5>
        <a:accent6>
          <a:srgbClr val="738F98"/>
        </a:accent6>
        <a:hlink>
          <a:srgbClr val="FFCC66"/>
        </a:hlink>
        <a:folHlink>
          <a:srgbClr val="E9DCB9"/>
        </a:folHlink>
      </a:clrScheme>
      <a:clrMap bg1="dk2" tx1="lt1" bg2="dk1" tx2="lt2" accent1="accent1" accent2="accent2" accent3="accent3" accent4="accent4" accent5="accent5" accent6="accent6" hlink="hlink" folHlink="folHlink"/>
    </a:extraClrScheme>
    <a:extraClrScheme>
      <a:clrScheme name="1_기본 디자인 11">
        <a:dk1>
          <a:srgbClr val="3E3E5C"/>
        </a:dk1>
        <a:lt1>
          <a:srgbClr val="FFFFFF"/>
        </a:lt1>
        <a:dk2>
          <a:srgbClr val="666699"/>
        </a:dk2>
        <a:lt2>
          <a:srgbClr val="FFFFFF"/>
        </a:lt2>
        <a:accent1>
          <a:srgbClr val="60597B"/>
        </a:accent1>
        <a:accent2>
          <a:srgbClr val="6666FF"/>
        </a:accent2>
        <a:accent3>
          <a:srgbClr val="B8B8CA"/>
        </a:accent3>
        <a:accent4>
          <a:srgbClr val="DADADA"/>
        </a:accent4>
        <a:accent5>
          <a:srgbClr val="B6B5BF"/>
        </a:accent5>
        <a:accent6>
          <a:srgbClr val="5C5CE7"/>
        </a:accent6>
        <a:hlink>
          <a:srgbClr val="99CCFF"/>
        </a:hlink>
        <a:folHlink>
          <a:srgbClr val="FFFF99"/>
        </a:folHlink>
      </a:clrScheme>
      <a:clrMap bg1="dk2" tx1="lt1" bg2="dk1" tx2="lt2" accent1="accent1" accent2="accent2" accent3="accent3" accent4="accent4" accent5="accent5" accent6="accent6" hlink="hlink" folHlink="folHlink"/>
    </a:extraClrScheme>
    <a:extraClrScheme>
      <a:clrScheme name="1_기본 디자인 12">
        <a:dk1>
          <a:srgbClr val="2D2015"/>
        </a:dk1>
        <a:lt1>
          <a:srgbClr val="FFFFFF"/>
        </a:lt1>
        <a:dk2>
          <a:srgbClr val="523E26"/>
        </a:dk2>
        <a:lt2>
          <a:srgbClr val="DFC08D"/>
        </a:lt2>
        <a:accent1>
          <a:srgbClr val="8C7B70"/>
        </a:accent1>
        <a:accent2>
          <a:srgbClr val="8F5F2F"/>
        </a:accent2>
        <a:accent3>
          <a:srgbClr val="B3AFAC"/>
        </a:accent3>
        <a:accent4>
          <a:srgbClr val="DADADA"/>
        </a:accent4>
        <a:accent5>
          <a:srgbClr val="C5BFBB"/>
        </a:accent5>
        <a:accent6>
          <a:srgbClr val="81552A"/>
        </a:accent6>
        <a:hlink>
          <a:srgbClr val="CCB400"/>
        </a:hlink>
        <a:folHlink>
          <a:srgbClr val="8C9EA0"/>
        </a:folHlink>
      </a:clrScheme>
      <a:clrMap bg1="dk2" tx1="lt1" bg2="dk1" tx2="lt2" accent1="accent1" accent2="accent2" accent3="accent3" accent4="accent4" accent5="accent5" accent6="accent6" hlink="hlink" folHlink="folHlink"/>
    </a:extraClrScheme>
  </a:extraClrSchemeLst>
</a:theme>
</file>

<file path=ppt/theme/theme7.xml><?xml version="1.0" encoding="utf-8"?>
<a:theme xmlns:a="http://schemas.openxmlformats.org/drawingml/2006/main" name="Office 테마">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8.xml><?xml version="1.0" encoding="utf-8"?>
<a:theme xmlns:a="http://schemas.openxmlformats.org/drawingml/2006/main" name="Office 테마">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맑은 고딕"/>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맑은 고딕"/>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emplate/>
  <TotalTime>10057</TotalTime>
  <Words>2554</Words>
  <Application>Microsoft Office PowerPoint</Application>
  <PresentationFormat>A4 Paper (210x297 mm)</PresentationFormat>
  <Paragraphs>460</Paragraphs>
  <Slides>22</Slides>
  <Notes>22</Notes>
  <HiddenSlides>0</HiddenSlides>
  <MMClips>0</MMClips>
  <ScaleCrop>false</ScaleCrop>
  <HeadingPairs>
    <vt:vector size="6" baseType="variant">
      <vt:variant>
        <vt:lpstr>Fonts Used</vt:lpstr>
      </vt:variant>
      <vt:variant>
        <vt:i4>8</vt:i4>
      </vt:variant>
      <vt:variant>
        <vt:lpstr>Theme</vt:lpstr>
      </vt:variant>
      <vt:variant>
        <vt:i4>6</vt:i4>
      </vt:variant>
      <vt:variant>
        <vt:lpstr>Slide Titles</vt:lpstr>
      </vt:variant>
      <vt:variant>
        <vt:i4>22</vt:i4>
      </vt:variant>
    </vt:vector>
  </HeadingPairs>
  <TitlesOfParts>
    <vt:vector size="36" baseType="lpstr">
      <vt:lpstr>Wingdings 2</vt:lpstr>
      <vt:lpstr>굴림</vt:lpstr>
      <vt:lpstr>Arial</vt:lpstr>
      <vt:lpstr>맑은 고딕</vt:lpstr>
      <vt:lpstr>Wingdings</vt:lpstr>
      <vt:lpstr>돋움</vt:lpstr>
      <vt:lpstr>돋움체</vt:lpstr>
      <vt:lpstr>Arial Unicode MS</vt:lpstr>
      <vt:lpstr>1_기본 디자인</vt:lpstr>
      <vt:lpstr>디자인 사용자 지정</vt:lpstr>
      <vt:lpstr>1_디자인 사용자 지정</vt:lpstr>
      <vt:lpstr>2_디자인 사용자 지정</vt:lpstr>
      <vt:lpstr>3_기본 디자인</vt:lpstr>
      <vt:lpstr>2_기본 디자인</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LG Electronics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[app title]description</dc:title>
  <dc:creator>LG Apps</dc:creator>
  <cp:lastModifiedBy>Liyona Bonakdar</cp:lastModifiedBy>
  <cp:revision>665</cp:revision>
  <dcterms:created xsi:type="dcterms:W3CDTF">2010-07-06T05:41:28Z</dcterms:created>
  <dcterms:modified xsi:type="dcterms:W3CDTF">2026-10-10T13:03:20Z</dcterms:modified>
</cp:coreProperties>
</file>