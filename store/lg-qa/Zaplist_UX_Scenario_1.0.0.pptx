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3.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4.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5.xml" ContentType="application/vnd.openxmlformats-officedocument.theme+xml"/>
  <Override PartName="/ppt/slideLayouts/slideLayout43.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0" r:id="rId1"/>
    <p:sldMasterId id="2147484825" r:id="rId2"/>
    <p:sldMasterId id="2147484839" r:id="rId3"/>
    <p:sldMasterId id="2147484851" r:id="rId4"/>
    <p:sldMasterId id="2147483701" r:id="rId5"/>
    <p:sldMasterId id="2147483689" r:id="rId6"/>
  </p:sldMasterIdLst>
  <p:notesMasterIdLst>
    <p:notesMasterId r:id="rId29"/>
  </p:notesMasterIdLst>
  <p:handoutMasterIdLst>
    <p:handoutMasterId r:id="rId30"/>
  </p:handoutMasterIdLst>
  <p:sldIdLst>
    <p:sldId id="299" r:id="rId7"/>
    <p:sldId id="319" r:id="rId8"/>
    <p:sldId id="301" r:id="rId9"/>
    <p:sldId id="320" r:id="rId10"/>
    <p:sldId id="318" r:id="rId11"/>
    <p:sldId id="317" r:id="rId12"/>
    <p:sldId id="304" r:id="rId13"/>
    <p:sldId id="323" r:id="rId14"/>
    <p:sldId id="309" r:id="rId15"/>
    <p:sldId id="333" r:id="rId16"/>
    <p:sldId id="332" r:id="rId17"/>
    <p:sldId id="331" r:id="rId18"/>
    <p:sldId id="330" r:id="rId19"/>
    <p:sldId id="329" r:id="rId20"/>
    <p:sldId id="328" r:id="rId21"/>
    <p:sldId id="327" r:id="rId22"/>
    <p:sldId id="326" r:id="rId23"/>
    <p:sldId id="325" r:id="rId24"/>
    <p:sldId id="324" r:id="rId25"/>
    <p:sldId id="321" r:id="rId26"/>
    <p:sldId id="311" r:id="rId27"/>
    <p:sldId id="308" r:id="rId28"/>
  </p:sldIdLst>
  <p:sldSz cx="9906000" cy="6858000" type="A4"/>
  <p:notesSz cx="6858000" cy="9144000"/>
  <p:defaultTextStyle>
    <a:defPPr>
      <a:defRPr lang="ko-KR"/>
    </a:defPPr>
    <a:lvl1pPr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1pPr>
    <a:lvl2pPr marL="4572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2pPr>
    <a:lvl3pPr marL="9144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3pPr>
    <a:lvl4pPr marL="13716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4pPr>
    <a:lvl5pPr marL="18288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5pPr>
    <a:lvl6pPr marL="22860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6pPr>
    <a:lvl7pPr marL="27432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7pPr>
    <a:lvl8pPr marL="32004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8pPr>
    <a:lvl9pPr marL="36576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9pPr>
  </p:defaultTextStyle>
  <p:extLst>
    <p:ext uri="{EFAFB233-063F-42B5-8137-9DF3F51BA10A}">
      <p15:sldGuideLst xmlns:p15="http://schemas.microsoft.com/office/powerpoint/2012/main">
        <p15:guide id="1" orient="horz" pos="3784">
          <p15:clr>
            <a:srgbClr val="A4A3A4"/>
          </p15:clr>
        </p15:guide>
        <p15:guide id="2" orient="horz" pos="482">
          <p15:clr>
            <a:srgbClr val="A4A3A4"/>
          </p15:clr>
        </p15:guide>
        <p15:guide id="3" orient="horz" pos="845">
          <p15:clr>
            <a:srgbClr val="A4A3A4"/>
          </p15:clr>
        </p15:guide>
        <p15:guide id="4" orient="horz" pos="3430">
          <p15:clr>
            <a:srgbClr val="A4A3A4"/>
          </p15:clr>
        </p15:guide>
        <p15:guide id="5" orient="horz" pos="3833">
          <p15:clr>
            <a:srgbClr val="A4A3A4"/>
          </p15:clr>
        </p15:guide>
        <p15:guide id="6" pos="221">
          <p15:clr>
            <a:srgbClr val="A4A3A4"/>
          </p15:clr>
        </p15:guide>
        <p15:guide id="7" pos="312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FF66"/>
    <a:srgbClr val="E9F5A3"/>
    <a:srgbClr val="F6FBAF"/>
    <a:srgbClr val="DDDDDD"/>
    <a:srgbClr val="969696"/>
    <a:srgbClr val="FF0000"/>
    <a:srgbClr val="BBE0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31" autoAdjust="0"/>
    <p:restoredTop sz="99708" autoAdjust="0"/>
  </p:normalViewPr>
  <p:slideViewPr>
    <p:cSldViewPr>
      <p:cViewPr varScale="1">
        <p:scale>
          <a:sx n="111" d="100"/>
          <a:sy n="111" d="100"/>
        </p:scale>
        <p:origin x="1260" y="96"/>
      </p:cViewPr>
      <p:guideLst>
        <p:guide orient="horz" pos="3784"/>
        <p:guide orient="horz" pos="482"/>
        <p:guide orient="horz" pos="845"/>
        <p:guide orient="horz" pos="3430"/>
        <p:guide orient="horz" pos="3833"/>
        <p:guide pos="221"/>
        <p:guide pos="3120"/>
      </p:guideLst>
    </p:cSldViewPr>
  </p:slideViewPr>
  <p:notesTextViewPr>
    <p:cViewPr>
      <p:scale>
        <a:sx n="100" d="100"/>
        <a:sy n="100" d="100"/>
      </p:scale>
      <p:origin x="0" y="0"/>
    </p:cViewPr>
  </p:notesTextViewPr>
  <p:sorterViewPr>
    <p:cViewPr>
      <p:scale>
        <a:sx n="200" d="100"/>
        <a:sy n="200" d="100"/>
      </p:scale>
      <p:origin x="0" y="0"/>
    </p:cViewPr>
  </p:sorterViewPr>
  <p:notesViewPr>
    <p:cSldViewPr>
      <p:cViewPr varScale="1">
        <p:scale>
          <a:sx n="86" d="100"/>
          <a:sy n="86" d="100"/>
        </p:scale>
        <p:origin x="3864" y="108"/>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slideMaster" Target="slideMasters/slideMaster3.xml"/><Relationship Id="rId21" Type="http://schemas.openxmlformats.org/officeDocument/2006/relationships/slide" Target="slides/slide15.xml"/><Relationship Id="rId34"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handoutMaster" Target="handoutMasters/handoutMaster1.xml"/><Relationship Id="rId8"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40D2E433-CAF6-7FFD-0293-5B95FAA32269}"/>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ea typeface="굴림" pitchFamily="50" charset="-127"/>
                <a:cs typeface="Arial" charset="0"/>
              </a:defRPr>
            </a:lvl1pPr>
          </a:lstStyle>
          <a:p>
            <a:pPr>
              <a:defRPr/>
            </a:pPr>
            <a:endParaRPr lang="ko-KR" altLang="en-US"/>
          </a:p>
        </p:txBody>
      </p:sp>
      <p:sp>
        <p:nvSpPr>
          <p:cNvPr id="3" name="날짜 개체 틀 2">
            <a:extLst>
              <a:ext uri="{FF2B5EF4-FFF2-40B4-BE49-F238E27FC236}">
                <a16:creationId xmlns:a16="http://schemas.microsoft.com/office/drawing/2014/main" id="{54C3B896-654C-2522-F319-F355C428D4EC}"/>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ea typeface="굴림" pitchFamily="50" charset="-127"/>
                <a:cs typeface="Arial" charset="0"/>
              </a:defRPr>
            </a:lvl1pPr>
          </a:lstStyle>
          <a:p>
            <a:pPr>
              <a:defRPr/>
            </a:pPr>
            <a:fld id="{4FBD8E99-1E93-4DF7-8F6B-02D642D5832B}" type="datetimeFigureOut">
              <a:rPr lang="ko-KR" altLang="en-US"/>
              <a:pPr>
                <a:defRPr/>
              </a:pPr>
              <a:t>2026-10-10</a:t>
            </a:fld>
            <a:endParaRPr lang="ko-KR" altLang="en-US" dirty="0"/>
          </a:p>
        </p:txBody>
      </p:sp>
      <p:sp>
        <p:nvSpPr>
          <p:cNvPr id="4" name="바닥글 개체 틀 3">
            <a:extLst>
              <a:ext uri="{FF2B5EF4-FFF2-40B4-BE49-F238E27FC236}">
                <a16:creationId xmlns:a16="http://schemas.microsoft.com/office/drawing/2014/main" id="{34E977FE-F71B-C4E7-EBAD-5E59E23007D3}"/>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ea typeface="굴림" pitchFamily="50" charset="-127"/>
                <a:cs typeface="Arial" charset="0"/>
              </a:defRPr>
            </a:lvl1pPr>
          </a:lstStyle>
          <a:p>
            <a:pPr>
              <a:defRPr/>
            </a:pPr>
            <a:endParaRPr lang="ko-KR" altLang="en-US"/>
          </a:p>
        </p:txBody>
      </p:sp>
      <p:sp>
        <p:nvSpPr>
          <p:cNvPr id="5" name="슬라이드 번호 개체 틀 4">
            <a:extLst>
              <a:ext uri="{FF2B5EF4-FFF2-40B4-BE49-F238E27FC236}">
                <a16:creationId xmlns:a16="http://schemas.microsoft.com/office/drawing/2014/main" id="{6CCAABD3-0C57-4131-D2A0-85347574D166}"/>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ea typeface="굴림" panose="020B0600000101010101" pitchFamily="50" charset="-127"/>
              </a:defRPr>
            </a:lvl1pPr>
          </a:lstStyle>
          <a:p>
            <a:pPr>
              <a:defRPr/>
            </a:pPr>
            <a:fld id="{20EB143F-9DB6-4F12-A831-3FE5D203CDE3}"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9AB9C536-EA92-1ACD-FC52-AA0487FD94D5}"/>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47" name="Rectangle 3">
            <a:extLst>
              <a:ext uri="{FF2B5EF4-FFF2-40B4-BE49-F238E27FC236}">
                <a16:creationId xmlns:a16="http://schemas.microsoft.com/office/drawing/2014/main" id="{6504D740-E2F6-F359-3EA3-723BA0AE86DD}"/>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12292" name="Rectangle 4">
            <a:extLst>
              <a:ext uri="{FF2B5EF4-FFF2-40B4-BE49-F238E27FC236}">
                <a16:creationId xmlns:a16="http://schemas.microsoft.com/office/drawing/2014/main" id="{72688CE4-CCA8-328C-5727-75A129CDE79D}"/>
              </a:ext>
            </a:extLst>
          </p:cNvPr>
          <p:cNvSpPr>
            <a:spLocks noRot="1" noChangeArrowheads="1" noTextEdit="1"/>
          </p:cNvSpPr>
          <p:nvPr>
            <p:ph type="sldImg" idx="2"/>
          </p:nvPr>
        </p:nvSpPr>
        <p:spPr bwMode="auto">
          <a:xfrm>
            <a:off x="952500" y="685800"/>
            <a:ext cx="4953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a:extLst>
              <a:ext uri="{FF2B5EF4-FFF2-40B4-BE49-F238E27FC236}">
                <a16:creationId xmlns:a16="http://schemas.microsoft.com/office/drawing/2014/main" id="{BED09ADA-DF2D-7541-6004-414811F8FD66}"/>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ko-KR" altLang="en-US" noProof="0"/>
              <a:t>마스터 텍스트 스타일을 편집합니다</a:t>
            </a:r>
          </a:p>
          <a:p>
            <a:pPr lvl="1"/>
            <a:r>
              <a:rPr lang="ko-KR" altLang="en-US" noProof="0"/>
              <a:t>둘째 수준</a:t>
            </a:r>
          </a:p>
          <a:p>
            <a:pPr lvl="2"/>
            <a:r>
              <a:rPr lang="ko-KR" altLang="en-US" noProof="0"/>
              <a:t>셋째 수준</a:t>
            </a:r>
          </a:p>
          <a:p>
            <a:pPr lvl="3"/>
            <a:r>
              <a:rPr lang="ko-KR" altLang="en-US" noProof="0"/>
              <a:t>넷째 수준</a:t>
            </a:r>
          </a:p>
          <a:p>
            <a:pPr lvl="4"/>
            <a:r>
              <a:rPr lang="ko-KR" altLang="en-US" noProof="0"/>
              <a:t>다섯째 수준</a:t>
            </a:r>
          </a:p>
        </p:txBody>
      </p:sp>
      <p:sp>
        <p:nvSpPr>
          <p:cNvPr id="6150" name="Rectangle 6">
            <a:extLst>
              <a:ext uri="{FF2B5EF4-FFF2-40B4-BE49-F238E27FC236}">
                <a16:creationId xmlns:a16="http://schemas.microsoft.com/office/drawing/2014/main" id="{2E813116-56E1-E44D-4026-219353A3BD09}"/>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51" name="Rectangle 7">
            <a:extLst>
              <a:ext uri="{FF2B5EF4-FFF2-40B4-BE49-F238E27FC236}">
                <a16:creationId xmlns:a16="http://schemas.microsoft.com/office/drawing/2014/main" id="{E6C47CE5-FF40-14EB-8729-2E8E3B9BD097}"/>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latinLnBrk="1" hangingPunct="1">
              <a:defRPr kumimoji="1" sz="1200">
                <a:latin typeface="굴림" panose="020B0600000101010101" pitchFamily="50" charset="-127"/>
                <a:ea typeface="굴림" panose="020B0600000101010101" pitchFamily="50" charset="-127"/>
              </a:defRPr>
            </a:lvl1pPr>
          </a:lstStyle>
          <a:p>
            <a:pPr>
              <a:defRPr/>
            </a:pPr>
            <a:fld id="{A62432A9-DC11-4EF3-AA03-BC0B67DB0B72}" type="slidenum">
              <a:rPr lang="en-US" altLang="ko-KR"/>
              <a:pPr>
                <a:defRPr/>
              </a:pPr>
              <a:t>‹#›</a:t>
            </a:fld>
            <a:endParaRPr lang="en-US" altLang="ko-KR"/>
          </a:p>
        </p:txBody>
      </p:sp>
    </p:spTree>
  </p:cSld>
  <p:clrMap bg1="lt1" tx1="dk1" bg2="lt2" tx2="dk2" accent1="accent1" accent2="accent2" accent3="accent3" accent4="accent4" accent5="accent5" accent6="accent6" hlink="hlink" folHlink="folHlink"/>
  <p:hf hdr="0" ftr="0" dt="0"/>
  <p:notesStyle>
    <a:lvl1pPr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1pPr>
    <a:lvl2pPr marL="4572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2pPr>
    <a:lvl3pPr marL="9144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3pPr>
    <a:lvl4pPr marL="13716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4pPr>
    <a:lvl5pPr marL="18288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슬라이드 이미지 개체 틀 1">
            <a:extLst>
              <a:ext uri="{FF2B5EF4-FFF2-40B4-BE49-F238E27FC236}">
                <a16:creationId xmlns:a16="http://schemas.microsoft.com/office/drawing/2014/main" id="{CCFAC1EB-33C9-A0CA-3FE2-9223F95A99C4}"/>
              </a:ext>
            </a:extLst>
          </p:cNvPr>
          <p:cNvSpPr>
            <a:spLocks noGrp="1" noRot="1" noChangeAspect="1" noChangeArrowheads="1" noTextEdit="1"/>
          </p:cNvSpPr>
          <p:nvPr>
            <p:ph type="sldImg"/>
          </p:nvPr>
        </p:nvSpPr>
        <p:spPr>
          <a:ln/>
        </p:spPr>
      </p:sp>
      <p:sp>
        <p:nvSpPr>
          <p:cNvPr id="15363" name="슬라이드 노트 개체 틀 2">
            <a:extLst>
              <a:ext uri="{FF2B5EF4-FFF2-40B4-BE49-F238E27FC236}">
                <a16:creationId xmlns:a16="http://schemas.microsoft.com/office/drawing/2014/main" id="{856F34E3-AFF3-868E-D310-6589376470E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ko-KR" altLang="en-US">
              <a:latin typeface="굴림" panose="020B0600000101010101" pitchFamily="34" charset="-127"/>
              <a:ea typeface="굴림" panose="020B0600000101010101" pitchFamily="34" charset="-127"/>
            </a:endParaRPr>
          </a:p>
        </p:txBody>
      </p:sp>
      <p:sp>
        <p:nvSpPr>
          <p:cNvPr id="15364" name="슬라이드 번호 개체 틀 3">
            <a:extLst>
              <a:ext uri="{FF2B5EF4-FFF2-40B4-BE49-F238E27FC236}">
                <a16:creationId xmlns:a16="http://schemas.microsoft.com/office/drawing/2014/main" id="{66F8052B-5D1B-82C1-17DB-24202FAAD1A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6DBEED50-79A0-4C48-910E-B641CB2922F0}" type="slidenum">
              <a:rPr lang="en-US" altLang="ko-KR" smtClean="0">
                <a:latin typeface="굴림" panose="020B0600000101010101" pitchFamily="34" charset="-127"/>
              </a:rPr>
              <a:pPr/>
              <a:t>1</a:t>
            </a:fld>
            <a:endParaRPr lang="en-US" altLang="ko-KR">
              <a:latin typeface="굴림" panose="020B0600000101010101" pitchFamily="34" charset="-127"/>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슬라이드 이미지 개체 틀 1">
            <a:extLst>
              <a:ext uri="{FF2B5EF4-FFF2-40B4-BE49-F238E27FC236}">
                <a16:creationId xmlns:a16="http://schemas.microsoft.com/office/drawing/2014/main" id="{5C20916F-5030-E299-C8AD-2C373EFF171A}"/>
              </a:ext>
            </a:extLst>
          </p:cNvPr>
          <p:cNvSpPr>
            <a:spLocks noGrp="1" noRot="1" noChangeAspect="1" noChangeArrowheads="1" noTextEdit="1"/>
          </p:cNvSpPr>
          <p:nvPr>
            <p:ph type="sldImg"/>
          </p:nvPr>
        </p:nvSpPr>
        <p:spPr>
          <a:ln/>
        </p:spPr>
      </p:sp>
      <p:sp>
        <p:nvSpPr>
          <p:cNvPr id="17411" name="슬라이드 노트 개체 틀 2">
            <a:extLst>
              <a:ext uri="{FF2B5EF4-FFF2-40B4-BE49-F238E27FC236}">
                <a16:creationId xmlns:a16="http://schemas.microsoft.com/office/drawing/2014/main" id="{5C26B5B4-ECFD-F259-3760-04AEBBEFB79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7412" name="슬라이드 번호 개체 틀 3">
            <a:extLst>
              <a:ext uri="{FF2B5EF4-FFF2-40B4-BE49-F238E27FC236}">
                <a16:creationId xmlns:a16="http://schemas.microsoft.com/office/drawing/2014/main" id="{4431730A-5897-B188-90DA-9EAA40236B3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4DC518F3-03A8-410C-985F-98DFD7DD5E16}" type="slidenum">
              <a:rPr lang="en-US" altLang="ko-KR" smtClean="0">
                <a:latin typeface="굴림" panose="020B0600000101010101" pitchFamily="34" charset="-127"/>
              </a:rPr>
              <a:pPr/>
              <a:t>2</a:t>
            </a:fld>
            <a:endParaRPr lang="en-US" altLang="ko-KR">
              <a:latin typeface="굴림" panose="020B0600000101010101" pitchFamily="34" charset="-127"/>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슬라이드 이미지 개체 틀 1">
            <a:extLst>
              <a:ext uri="{FF2B5EF4-FFF2-40B4-BE49-F238E27FC236}">
                <a16:creationId xmlns:a16="http://schemas.microsoft.com/office/drawing/2014/main" id="{717BCB73-3535-B9F0-041A-0AA3D75F3747}"/>
              </a:ext>
            </a:extLst>
          </p:cNvPr>
          <p:cNvSpPr>
            <a:spLocks noGrp="1" noRot="1" noChangeAspect="1" noChangeArrowheads="1" noTextEdit="1"/>
          </p:cNvSpPr>
          <p:nvPr>
            <p:ph type="sldImg"/>
          </p:nvPr>
        </p:nvSpPr>
        <p:spPr>
          <a:ln/>
        </p:spPr>
      </p:sp>
      <p:sp>
        <p:nvSpPr>
          <p:cNvPr id="19459" name="슬라이드 노트 개체 틀 2">
            <a:extLst>
              <a:ext uri="{FF2B5EF4-FFF2-40B4-BE49-F238E27FC236}">
                <a16:creationId xmlns:a16="http://schemas.microsoft.com/office/drawing/2014/main" id="{3E1D7D73-84AC-2EEA-0FA4-86D2726B9A8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9460" name="슬라이드 번호 개체 틀 3">
            <a:extLst>
              <a:ext uri="{FF2B5EF4-FFF2-40B4-BE49-F238E27FC236}">
                <a16:creationId xmlns:a16="http://schemas.microsoft.com/office/drawing/2014/main" id="{2C367336-50BF-E672-1EA3-3435CCAE167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409D38D-568E-4083-A3E6-AB34CEC51CEB}" type="slidenum">
              <a:rPr lang="en-US" altLang="ko-KR" smtClean="0">
                <a:latin typeface="굴림" panose="020B0600000101010101" pitchFamily="34" charset="-127"/>
              </a:rPr>
              <a:pPr/>
              <a:t>3</a:t>
            </a:fld>
            <a:endParaRPr lang="en-US" altLang="ko-KR">
              <a:latin typeface="굴림" panose="020B0600000101010101" pitchFamily="34" charset="-127"/>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506" name="Rectangle 7">
            <a:extLst>
              <a:ext uri="{FF2B5EF4-FFF2-40B4-BE49-F238E27FC236}">
                <a16:creationId xmlns:a16="http://schemas.microsoft.com/office/drawing/2014/main" id="{25A3FA9E-50B4-809F-61D2-47CD495A0EE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1pPr>
            <a:lvl2pPr marL="742950" indent="-28575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2pPr>
            <a:lvl3pPr marL="11430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3pPr>
            <a:lvl4pPr marL="16002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4pPr>
            <a:lvl5pPr marL="20574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9pPr>
          </a:lstStyle>
          <a:p>
            <a:fld id="{E2432EFF-074B-47CD-925C-6F8BF44FC4D7}" type="slidenum">
              <a:rPr lang="en-US" altLang="ru-RU" smtClean="0">
                <a:solidFill>
                  <a:srgbClr val="000000"/>
                </a:solidFill>
                <a:latin typeface="굴림" panose="020B0600000101010101" pitchFamily="34" charset="-127"/>
              </a:rPr>
              <a:pPr/>
              <a:t>4</a:t>
            </a:fld>
            <a:endParaRPr lang="en-US" altLang="ru-RU">
              <a:solidFill>
                <a:srgbClr val="000000"/>
              </a:solidFill>
              <a:latin typeface="굴림" panose="020B0600000101010101" pitchFamily="34" charset="-127"/>
            </a:endParaRPr>
          </a:p>
        </p:txBody>
      </p:sp>
      <p:sp>
        <p:nvSpPr>
          <p:cNvPr id="21507" name="Rectangle 1">
            <a:extLst>
              <a:ext uri="{FF2B5EF4-FFF2-40B4-BE49-F238E27FC236}">
                <a16:creationId xmlns:a16="http://schemas.microsoft.com/office/drawing/2014/main" id="{2DE5721C-0096-BECA-A2E7-C4D7351627EC}"/>
              </a:ext>
            </a:extLst>
          </p:cNvPr>
          <p:cNvSpPr>
            <a:spLocks noChangeArrowheads="1" noTextEdit="1"/>
          </p:cNvSpPr>
          <p:nvPr>
            <p:ph type="sldImg"/>
          </p:nvPr>
        </p:nvSpPr>
        <p:spPr>
          <a:solidFill>
            <a:srgbClr val="FFFFFF"/>
          </a:solidFill>
          <a:ln/>
        </p:spPr>
      </p:sp>
      <p:sp>
        <p:nvSpPr>
          <p:cNvPr id="21508" name="Text Box 2">
            <a:extLst>
              <a:ext uri="{FF2B5EF4-FFF2-40B4-BE49-F238E27FC236}">
                <a16:creationId xmlns:a16="http://schemas.microsoft.com/office/drawing/2014/main" id="{CEC9A383-2756-06A8-1A7B-2F9047EB4BD3}"/>
              </a:ext>
            </a:extLst>
          </p:cNvPr>
          <p:cNvSpPr txBox="1">
            <a:spLocks noChangeArrowheads="1"/>
          </p:cNvSpPr>
          <p:nvPr/>
        </p:nvSpPr>
        <p:spPr bwMode="auto">
          <a:xfrm>
            <a:off x="685800" y="4343400"/>
            <a:ext cx="5486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endParaRPr lang="uk-UA" altLang="ru-RU"/>
          </a:p>
        </p:txBody>
      </p:sp>
      <p:sp>
        <p:nvSpPr>
          <p:cNvPr id="21509" name="Text Box 3">
            <a:extLst>
              <a:ext uri="{FF2B5EF4-FFF2-40B4-BE49-F238E27FC236}">
                <a16:creationId xmlns:a16="http://schemas.microsoft.com/office/drawing/2014/main" id="{1E1B23EC-3DCA-28BE-E8BF-43D03F87BF5E}"/>
              </a:ext>
            </a:extLst>
          </p:cNvPr>
          <p:cNvSpPr txBox="1">
            <a:spLocks noChangeArrowheads="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000" tIns="46800" rIns="90000" bIns="46800" anchor="b"/>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1pPr>
            <a:lvl2pPr marL="742950" indent="-28575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2pPr>
            <a:lvl3pPr marL="11430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3pPr>
            <a:lvl4pPr marL="16002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4pPr>
            <a:lvl5pPr marL="20574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9pPr>
          </a:lstStyle>
          <a:p>
            <a:pPr algn="r" eaLnBrk="1" hangingPunct="1"/>
            <a:fld id="{2DCBCE95-68D1-4EBE-960D-6A309AD66EC8}" type="slidenum">
              <a:rPr lang="en-US" altLang="ru-RU" sz="1200">
                <a:solidFill>
                  <a:srgbClr val="000000"/>
                </a:solidFill>
                <a:latin typeface="굴림" panose="020B0600000101010101" pitchFamily="34" charset="-127"/>
              </a:rPr>
              <a:pPr algn="r" eaLnBrk="1" hangingPunct="1"/>
              <a:t>4</a:t>
            </a:fld>
            <a:endParaRPr lang="en-US" altLang="ru-RU" sz="1200">
              <a:solidFill>
                <a:srgbClr val="000000"/>
              </a:solidFill>
              <a:latin typeface="굴림" panose="020B0600000101010101" pitchFamily="34" charset="-127"/>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슬라이드 이미지 개체 틀 1">
            <a:extLst>
              <a:ext uri="{FF2B5EF4-FFF2-40B4-BE49-F238E27FC236}">
                <a16:creationId xmlns:a16="http://schemas.microsoft.com/office/drawing/2014/main" id="{A407A365-BA80-D90F-25F8-3B51BD4E0144}"/>
              </a:ext>
            </a:extLst>
          </p:cNvPr>
          <p:cNvSpPr>
            <a:spLocks noGrp="1" noRot="1" noChangeAspect="1" noChangeArrowheads="1" noTextEdit="1"/>
          </p:cNvSpPr>
          <p:nvPr>
            <p:ph type="sldImg"/>
          </p:nvPr>
        </p:nvSpPr>
        <p:spPr>
          <a:ln/>
        </p:spPr>
      </p:sp>
      <p:sp>
        <p:nvSpPr>
          <p:cNvPr id="23555" name="슬라이드 노트 개체 틀 2">
            <a:extLst>
              <a:ext uri="{FF2B5EF4-FFF2-40B4-BE49-F238E27FC236}">
                <a16:creationId xmlns:a16="http://schemas.microsoft.com/office/drawing/2014/main" id="{DC48ED36-59FA-EB98-487F-AFBA7A57634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3556" name="슬라이드 번호 개체 틀 3">
            <a:extLst>
              <a:ext uri="{FF2B5EF4-FFF2-40B4-BE49-F238E27FC236}">
                <a16:creationId xmlns:a16="http://schemas.microsoft.com/office/drawing/2014/main" id="{45340774-3DCE-CFF8-8838-82BB7F806B4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D3D48168-6A34-49EB-B132-278DD1CA2319}" type="slidenum">
              <a:rPr lang="en-US" altLang="ko-KR" smtClean="0">
                <a:latin typeface="굴림" panose="020B0600000101010101" pitchFamily="34" charset="-127"/>
              </a:rPr>
              <a:pPr/>
              <a:t>5</a:t>
            </a:fld>
            <a:endParaRPr lang="en-US" altLang="ko-KR">
              <a:latin typeface="굴림" panose="020B0600000101010101" pitchFamily="34" charset="-127"/>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슬라이드 이미지 개체 틀 1">
            <a:extLst>
              <a:ext uri="{FF2B5EF4-FFF2-40B4-BE49-F238E27FC236}">
                <a16:creationId xmlns:a16="http://schemas.microsoft.com/office/drawing/2014/main" id="{BF83DBB5-1680-A79C-0C01-755A83729AA9}"/>
              </a:ext>
            </a:extLst>
          </p:cNvPr>
          <p:cNvSpPr>
            <a:spLocks noGrp="1" noRot="1" noChangeAspect="1" noChangeArrowheads="1" noTextEdit="1"/>
          </p:cNvSpPr>
          <p:nvPr>
            <p:ph type="sldImg"/>
          </p:nvPr>
        </p:nvSpPr>
        <p:spPr>
          <a:ln/>
        </p:spPr>
      </p:sp>
      <p:sp>
        <p:nvSpPr>
          <p:cNvPr id="25603" name="슬라이드 노트 개체 틀 2">
            <a:extLst>
              <a:ext uri="{FF2B5EF4-FFF2-40B4-BE49-F238E27FC236}">
                <a16:creationId xmlns:a16="http://schemas.microsoft.com/office/drawing/2014/main" id="{77D35D7A-7E33-0E76-BAD1-D903172BBA0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5604" name="슬라이드 번호 개체 틀 3">
            <a:extLst>
              <a:ext uri="{FF2B5EF4-FFF2-40B4-BE49-F238E27FC236}">
                <a16:creationId xmlns:a16="http://schemas.microsoft.com/office/drawing/2014/main" id="{EA1DB1E2-B04B-C736-C2A7-2536532A941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C8AF8F95-8428-475B-9627-9B4544582759}" type="slidenum">
              <a:rPr lang="en-US" altLang="ko-KR" smtClean="0">
                <a:latin typeface="굴림" panose="020B0600000101010101" pitchFamily="34" charset="-127"/>
              </a:rPr>
              <a:pPr/>
              <a:t>6</a:t>
            </a:fld>
            <a:endParaRPr lang="en-US" altLang="ko-KR">
              <a:latin typeface="굴림" panose="020B0600000101010101" pitchFamily="34" charset="-127"/>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슬라이드 이미지 개체 틀 1">
            <a:extLst>
              <a:ext uri="{FF2B5EF4-FFF2-40B4-BE49-F238E27FC236}">
                <a16:creationId xmlns:a16="http://schemas.microsoft.com/office/drawing/2014/main" id="{FA83BD85-2D03-E996-F05A-C31E9AAF9279}"/>
              </a:ext>
            </a:extLst>
          </p:cNvPr>
          <p:cNvSpPr>
            <a:spLocks noGrp="1" noRot="1" noChangeAspect="1" noChangeArrowheads="1" noTextEdit="1"/>
          </p:cNvSpPr>
          <p:nvPr>
            <p:ph type="sldImg"/>
          </p:nvPr>
        </p:nvSpPr>
        <p:spPr>
          <a:ln/>
        </p:spPr>
      </p:sp>
      <p:sp>
        <p:nvSpPr>
          <p:cNvPr id="27651" name="슬라이드 노트 개체 틀 2">
            <a:extLst>
              <a:ext uri="{FF2B5EF4-FFF2-40B4-BE49-F238E27FC236}">
                <a16:creationId xmlns:a16="http://schemas.microsoft.com/office/drawing/2014/main" id="{2FD4383B-24E2-1301-0CAA-6CA124CEBB2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7652" name="슬라이드 번호 개체 틀 3">
            <a:extLst>
              <a:ext uri="{FF2B5EF4-FFF2-40B4-BE49-F238E27FC236}">
                <a16:creationId xmlns:a16="http://schemas.microsoft.com/office/drawing/2014/main" id="{33632BB0-2464-EC44-1E1C-516864D072E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D83A145-6A62-42C0-9B41-690F960D638D}" type="slidenum">
              <a:rPr lang="en-US" altLang="ko-KR" smtClean="0">
                <a:latin typeface="굴림" panose="020B0600000101010101" pitchFamily="34" charset="-127"/>
              </a:rPr>
              <a:pPr/>
              <a:t>7</a:t>
            </a:fld>
            <a:endParaRPr lang="en-US" altLang="ko-KR">
              <a:latin typeface="굴림" panose="020B0600000101010101" pitchFamily="34" charset="-127"/>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슬라이드 이미지 개체 틀 1">
            <a:extLst>
              <a:ext uri="{FF2B5EF4-FFF2-40B4-BE49-F238E27FC236}">
                <a16:creationId xmlns:a16="http://schemas.microsoft.com/office/drawing/2014/main" id="{30A249EE-353C-FD45-DF64-D8D48546DCDB}"/>
              </a:ext>
            </a:extLst>
          </p:cNvPr>
          <p:cNvSpPr>
            <a:spLocks noGrp="1" noRot="1" noChangeAspect="1" noChangeArrowheads="1" noTextEdit="1"/>
          </p:cNvSpPr>
          <p:nvPr>
            <p:ph type="sldImg"/>
          </p:nvPr>
        </p:nvSpPr>
        <p:spPr>
          <a:ln/>
        </p:spPr>
      </p:sp>
      <p:sp>
        <p:nvSpPr>
          <p:cNvPr id="29699" name="슬라이드 노트 개체 틀 2">
            <a:extLst>
              <a:ext uri="{FF2B5EF4-FFF2-40B4-BE49-F238E27FC236}">
                <a16:creationId xmlns:a16="http://schemas.microsoft.com/office/drawing/2014/main" id="{9908C257-3D43-0353-8D81-5FA37A9723D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9700" name="슬라이드 번호 개체 틀 3">
            <a:extLst>
              <a:ext uri="{FF2B5EF4-FFF2-40B4-BE49-F238E27FC236}">
                <a16:creationId xmlns:a16="http://schemas.microsoft.com/office/drawing/2014/main" id="{DEDCF5D7-F730-E9B1-E553-52297EDE3EC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63EB5FB-F3E2-4B5A-AE78-D8B755FFB964}" type="slidenum">
              <a:rPr lang="en-US" altLang="ko-KR" smtClean="0">
                <a:latin typeface="굴림" panose="020B0600000101010101" pitchFamily="34" charset="-127"/>
              </a:rPr>
              <a:pPr/>
              <a:t>8</a:t>
            </a:fld>
            <a:endParaRPr lang="en-US" altLang="ko-KR">
              <a:latin typeface="굴림" panose="020B0600000101010101" pitchFamily="34" charset="-127"/>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68A4943F-34E5-9D61-C692-BABAA52F5616}"/>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93A26DA-7698-40CA-B691-A7122B4BC59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E275862-548B-31DF-9EA7-A0CB7C0C3CA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E793-70B9-4092-8BA7-D590F83D1E63}" type="slidenum">
              <a:rPr lang="en-US" altLang="ko-KR" smtClean="0">
                <a:latin typeface="굴림" panose="020B0600000101010101" pitchFamily="34" charset="-127"/>
              </a:rPr>
              <a:pPr/>
              <a:t>9</a:t>
            </a:fld>
            <a:endParaRPr lang="en-US" altLang="ko-KR">
              <a:latin typeface="굴림" panose="020B0600000101010101" pitchFamily="34" charset="-127"/>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68A4943F-34E5-9D61-C692-BABAA52F5616}"/>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93A26DA-7698-40CA-B691-A7122B4BC59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E275862-548B-31DF-9EA7-A0CB7C0C3CA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E793-70B9-4092-8BA7-D590F83D1E63}" type="slidenum">
              <a:rPr lang="en-US" altLang="ko-KR" smtClean="0">
                <a:latin typeface="굴림" panose="020B0600000101010101" pitchFamily="34" charset="-127"/>
              </a:rPr>
              <a:pPr/>
              <a:t>10</a:t>
            </a:fld>
            <a:endParaRPr lang="en-US" altLang="ko-KR">
              <a:latin typeface="굴림" panose="020B0600000101010101" pitchFamily="34" charset="-127"/>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68A4943F-34E5-9D61-C692-BABAA52F5616}"/>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93A26DA-7698-40CA-B691-A7122B4BC59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E275862-548B-31DF-9EA7-A0CB7C0C3CA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E793-70B9-4092-8BA7-D590F83D1E63}" type="slidenum">
              <a:rPr lang="en-US" altLang="ko-KR" smtClean="0">
                <a:latin typeface="굴림" panose="020B0600000101010101" pitchFamily="34" charset="-127"/>
              </a:rPr>
              <a:pPr/>
              <a:t>11</a:t>
            </a:fld>
            <a:endParaRPr lang="en-US" altLang="ko-KR">
              <a:latin typeface="굴림" panose="020B0600000101010101" pitchFamily="34" charset="-127"/>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68A4943F-34E5-9D61-C692-BABAA52F5616}"/>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93A26DA-7698-40CA-B691-A7122B4BC59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E275862-548B-31DF-9EA7-A0CB7C0C3CA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E793-70B9-4092-8BA7-D590F83D1E63}" type="slidenum">
              <a:rPr lang="en-US" altLang="ko-KR" smtClean="0">
                <a:latin typeface="굴림" panose="020B0600000101010101" pitchFamily="34" charset="-127"/>
              </a:rPr>
              <a:pPr/>
              <a:t>12</a:t>
            </a:fld>
            <a:endParaRPr lang="en-US" altLang="ko-KR">
              <a:latin typeface="굴림" panose="020B0600000101010101" pitchFamily="34" charset="-127"/>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68A4943F-34E5-9D61-C692-BABAA52F5616}"/>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93A26DA-7698-40CA-B691-A7122B4BC59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E275862-548B-31DF-9EA7-A0CB7C0C3CA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E793-70B9-4092-8BA7-D590F83D1E63}" type="slidenum">
              <a:rPr lang="en-US" altLang="ko-KR" smtClean="0">
                <a:latin typeface="굴림" panose="020B0600000101010101" pitchFamily="34" charset="-127"/>
              </a:rPr>
              <a:pPr/>
              <a:t>13</a:t>
            </a:fld>
            <a:endParaRPr lang="en-US" altLang="ko-KR">
              <a:latin typeface="굴림" panose="020B0600000101010101" pitchFamily="34" charset="-127"/>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68A4943F-34E5-9D61-C692-BABAA52F5616}"/>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93A26DA-7698-40CA-B691-A7122B4BC59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E275862-548B-31DF-9EA7-A0CB7C0C3CA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E793-70B9-4092-8BA7-D590F83D1E63}" type="slidenum">
              <a:rPr lang="en-US" altLang="ko-KR" smtClean="0">
                <a:latin typeface="굴림" panose="020B0600000101010101" pitchFamily="34" charset="-127"/>
              </a:rPr>
              <a:pPr/>
              <a:t>14</a:t>
            </a:fld>
            <a:endParaRPr lang="en-US" altLang="ko-KR">
              <a:latin typeface="굴림" panose="020B0600000101010101" pitchFamily="34" charset="-127"/>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68A4943F-34E5-9D61-C692-BABAA52F5616}"/>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93A26DA-7698-40CA-B691-A7122B4BC59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E275862-548B-31DF-9EA7-A0CB7C0C3CA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E793-70B9-4092-8BA7-D590F83D1E63}" type="slidenum">
              <a:rPr lang="en-US" altLang="ko-KR" smtClean="0">
                <a:latin typeface="굴림" panose="020B0600000101010101" pitchFamily="34" charset="-127"/>
              </a:rPr>
              <a:pPr/>
              <a:t>15</a:t>
            </a:fld>
            <a:endParaRPr lang="en-US" altLang="ko-KR">
              <a:latin typeface="굴림" panose="020B0600000101010101" pitchFamily="34" charset="-127"/>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68A4943F-34E5-9D61-C692-BABAA52F5616}"/>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93A26DA-7698-40CA-B691-A7122B4BC59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E275862-548B-31DF-9EA7-A0CB7C0C3CA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E793-70B9-4092-8BA7-D590F83D1E63}" type="slidenum">
              <a:rPr lang="en-US" altLang="ko-KR" smtClean="0">
                <a:latin typeface="굴림" panose="020B0600000101010101" pitchFamily="34" charset="-127"/>
              </a:rPr>
              <a:pPr/>
              <a:t>16</a:t>
            </a:fld>
            <a:endParaRPr lang="en-US" altLang="ko-KR">
              <a:latin typeface="굴림" panose="020B0600000101010101" pitchFamily="34" charset="-127"/>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68A4943F-34E5-9D61-C692-BABAA52F5616}"/>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93A26DA-7698-40CA-B691-A7122B4BC59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E275862-548B-31DF-9EA7-A0CB7C0C3CA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E793-70B9-4092-8BA7-D590F83D1E63}" type="slidenum">
              <a:rPr lang="en-US" altLang="ko-KR" smtClean="0">
                <a:latin typeface="굴림" panose="020B0600000101010101" pitchFamily="34" charset="-127"/>
              </a:rPr>
              <a:pPr/>
              <a:t>17</a:t>
            </a:fld>
            <a:endParaRPr lang="en-US" altLang="ko-KR">
              <a:latin typeface="굴림" panose="020B0600000101010101" pitchFamily="34" charset="-127"/>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68A4943F-34E5-9D61-C692-BABAA52F5616}"/>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93A26DA-7698-40CA-B691-A7122B4BC59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E275862-548B-31DF-9EA7-A0CB7C0C3CA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E793-70B9-4092-8BA7-D590F83D1E63}" type="slidenum">
              <a:rPr lang="en-US" altLang="ko-KR" smtClean="0">
                <a:latin typeface="굴림" panose="020B0600000101010101" pitchFamily="34" charset="-127"/>
              </a:rPr>
              <a:pPr/>
              <a:t>18</a:t>
            </a:fld>
            <a:endParaRPr lang="en-US" altLang="ko-KR">
              <a:latin typeface="굴림" panose="020B0600000101010101" pitchFamily="34" charset="-127"/>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68A4943F-34E5-9D61-C692-BABAA52F5616}"/>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D93A26DA-7698-40CA-B691-A7122B4BC59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5E275862-548B-31DF-9EA7-A0CB7C0C3CA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122E793-70B9-4092-8BA7-D590F83D1E63}" type="slidenum">
              <a:rPr lang="en-US" altLang="ko-KR" smtClean="0">
                <a:latin typeface="굴림" panose="020B0600000101010101" pitchFamily="34" charset="-127"/>
              </a:rPr>
              <a:pPr/>
              <a:t>19</a:t>
            </a:fld>
            <a:endParaRPr lang="en-US" altLang="ko-KR">
              <a:latin typeface="굴림" panose="020B0600000101010101" pitchFamily="34" charset="-127"/>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슬라이드 이미지 개체 틀 1">
            <a:extLst>
              <a:ext uri="{FF2B5EF4-FFF2-40B4-BE49-F238E27FC236}">
                <a16:creationId xmlns:a16="http://schemas.microsoft.com/office/drawing/2014/main" id="{57492E2E-E183-F5EB-0C34-76F3A1D4A24A}"/>
              </a:ext>
            </a:extLst>
          </p:cNvPr>
          <p:cNvSpPr>
            <a:spLocks noGrp="1" noRot="1" noChangeAspect="1" noChangeArrowheads="1" noTextEdit="1"/>
          </p:cNvSpPr>
          <p:nvPr>
            <p:ph type="sldImg"/>
          </p:nvPr>
        </p:nvSpPr>
        <p:spPr>
          <a:ln/>
        </p:spPr>
      </p:sp>
      <p:sp>
        <p:nvSpPr>
          <p:cNvPr id="37891" name="슬라이드 노트 개체 틀 2">
            <a:extLst>
              <a:ext uri="{FF2B5EF4-FFF2-40B4-BE49-F238E27FC236}">
                <a16:creationId xmlns:a16="http://schemas.microsoft.com/office/drawing/2014/main" id="{D9123529-4A82-774C-89E9-6B4F812BF6F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7892" name="슬라이드 번호 개체 틀 3">
            <a:extLst>
              <a:ext uri="{FF2B5EF4-FFF2-40B4-BE49-F238E27FC236}">
                <a16:creationId xmlns:a16="http://schemas.microsoft.com/office/drawing/2014/main" id="{DBF7E8B7-85C8-3551-7823-3EB0BEB7C42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DA1B6856-F4D1-468C-B735-E8EAF540BEA9}" type="slidenum">
              <a:rPr lang="en-US" altLang="ko-KR" smtClean="0">
                <a:latin typeface="굴림" panose="020B0600000101010101" pitchFamily="34" charset="-127"/>
              </a:rPr>
              <a:pPr/>
              <a:t>20</a:t>
            </a:fld>
            <a:endParaRPr lang="en-US" altLang="ko-KR">
              <a:latin typeface="굴림" panose="020B0600000101010101" pitchFamily="34" charset="-127"/>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슬라이드 이미지 개체 틀 1">
            <a:extLst>
              <a:ext uri="{FF2B5EF4-FFF2-40B4-BE49-F238E27FC236}">
                <a16:creationId xmlns:a16="http://schemas.microsoft.com/office/drawing/2014/main" id="{9AF49F38-A765-934F-B3C9-7D7C346B0CF9}"/>
              </a:ext>
            </a:extLst>
          </p:cNvPr>
          <p:cNvSpPr>
            <a:spLocks noGrp="1" noRot="1" noChangeAspect="1" noChangeArrowheads="1" noTextEdit="1"/>
          </p:cNvSpPr>
          <p:nvPr>
            <p:ph type="sldImg"/>
          </p:nvPr>
        </p:nvSpPr>
        <p:spPr>
          <a:ln/>
        </p:spPr>
      </p:sp>
      <p:sp>
        <p:nvSpPr>
          <p:cNvPr id="39939" name="슬라이드 노트 개체 틀 2">
            <a:extLst>
              <a:ext uri="{FF2B5EF4-FFF2-40B4-BE49-F238E27FC236}">
                <a16:creationId xmlns:a16="http://schemas.microsoft.com/office/drawing/2014/main" id="{735194CC-9151-1700-CA9C-ECB3C810125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9940" name="슬라이드 번호 개체 틀 3">
            <a:extLst>
              <a:ext uri="{FF2B5EF4-FFF2-40B4-BE49-F238E27FC236}">
                <a16:creationId xmlns:a16="http://schemas.microsoft.com/office/drawing/2014/main" id="{74F766D9-0F61-CD42-8328-318BE559DC8D}"/>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algn="r" eaLnBrk="1" latinLnBrk="1" hangingPunct="1"/>
            <a:fld id="{536FCC15-04B8-4619-8688-92BBE42E589A}" type="slidenum">
              <a:rPr kumimoji="1" lang="en-US" altLang="ko-KR" sz="1200">
                <a:latin typeface="굴림" panose="020B0600000101010101" pitchFamily="34" charset="-127"/>
              </a:rPr>
              <a:pPr algn="r" eaLnBrk="1" latinLnBrk="1" hangingPunct="1"/>
              <a:t>21</a:t>
            </a:fld>
            <a:endParaRPr kumimoji="1" lang="en-US" altLang="ko-KR" sz="1200">
              <a:latin typeface="굴림" panose="020B0600000101010101" pitchFamily="34" charset="-127"/>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슬라이드 이미지 개체 틀 1">
            <a:extLst>
              <a:ext uri="{FF2B5EF4-FFF2-40B4-BE49-F238E27FC236}">
                <a16:creationId xmlns:a16="http://schemas.microsoft.com/office/drawing/2014/main" id="{75E86CB5-BE34-2E7E-156A-E574BB8BE828}"/>
              </a:ext>
            </a:extLst>
          </p:cNvPr>
          <p:cNvSpPr>
            <a:spLocks noGrp="1" noRot="1" noChangeAspect="1" noChangeArrowheads="1" noTextEdit="1"/>
          </p:cNvSpPr>
          <p:nvPr>
            <p:ph type="sldImg"/>
          </p:nvPr>
        </p:nvSpPr>
        <p:spPr>
          <a:ln/>
        </p:spPr>
      </p:sp>
      <p:sp>
        <p:nvSpPr>
          <p:cNvPr id="44035" name="슬라이드 노트 개체 틀 2">
            <a:extLst>
              <a:ext uri="{FF2B5EF4-FFF2-40B4-BE49-F238E27FC236}">
                <a16:creationId xmlns:a16="http://schemas.microsoft.com/office/drawing/2014/main" id="{E162A6DC-A24D-689B-3E2B-AE822D9F537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44036" name="슬라이드 번호 개체 틀 3">
            <a:extLst>
              <a:ext uri="{FF2B5EF4-FFF2-40B4-BE49-F238E27FC236}">
                <a16:creationId xmlns:a16="http://schemas.microsoft.com/office/drawing/2014/main" id="{4EF00C11-8E45-A573-8D20-0A52C8ADB37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943D41CD-5239-4670-AAFC-3BF448DBD810}" type="slidenum">
              <a:rPr lang="en-US" altLang="ko-KR" smtClean="0">
                <a:latin typeface="굴림" panose="020B0600000101010101" pitchFamily="34" charset="-127"/>
              </a:rPr>
              <a:pPr/>
              <a:t>22</a:t>
            </a:fld>
            <a:endParaRPr lang="en-US" altLang="ko-KR">
              <a:latin typeface="굴림" panose="020B0600000101010101" pitchFamily="34" charset="-127"/>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F2F48B5C-E457-A52B-73D4-5488CEBC0AB3}"/>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E71E7BB1-1BEF-4BCF-872A-D6AB2167D747}"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
        <p:nvSpPr>
          <p:cNvPr id="6" name="텍스트 개체 틀 18"/>
          <p:cNvSpPr>
            <a:spLocks noGrp="1"/>
          </p:cNvSpPr>
          <p:nvPr>
            <p:ph type="body" sz="quarter" idx="13"/>
          </p:nvPr>
        </p:nvSpPr>
        <p:spPr>
          <a:xfrm>
            <a:off x="344488" y="188640"/>
            <a:ext cx="7416824" cy="369332"/>
          </a:xfrm>
          <a:prstGeom prst="rect">
            <a:avLst/>
          </a:prstGeom>
          <a:noFill/>
          <a:ln w="9525">
            <a:noFill/>
            <a:miter lim="800000"/>
            <a:headEnd/>
            <a:tailEnd/>
          </a:ln>
        </p:spPr>
        <p:txBody>
          <a:bodyPr wrap="square">
            <a:spAutoFit/>
          </a:bodyPr>
          <a:lstStyle>
            <a:lvl1pPr algn="l" rtl="0" eaLnBrk="0" fontAlgn="base" hangingPunct="0">
              <a:spcBef>
                <a:spcPct val="50000"/>
              </a:spcBef>
              <a:spcAft>
                <a:spcPct val="0"/>
              </a:spcAft>
              <a:buNone/>
              <a:defRPr lang="ko-KR" altLang="en-US" sz="1800" b="1" kern="1200" dirty="0">
                <a:solidFill>
                  <a:schemeClr val="tx1"/>
                </a:solidFill>
                <a:latin typeface="맑은 고딕" pitchFamily="50" charset="-127"/>
                <a:ea typeface="맑은 고딕" pitchFamily="50" charset="-127"/>
                <a:cs typeface="+mn-cs"/>
              </a:defRPr>
            </a:lvl1pPr>
          </a:lstStyle>
          <a:p>
            <a:pPr lvl="0"/>
            <a:endParaRPr lang="ko-KR" altLang="en-US" dirty="0"/>
          </a:p>
        </p:txBody>
      </p:sp>
    </p:spTree>
    <p:extLst>
      <p:ext uri="{BB962C8B-B14F-4D97-AF65-F5344CB8AC3E}">
        <p14:creationId xmlns:p14="http://schemas.microsoft.com/office/powerpoint/2010/main" val="5284482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bTitle / Logo">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3C6D1D17-6304-8B17-2D22-5DDD3AFE6266}"/>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18C59B08-8686-4868-A986-4B574F5DE93F}"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407784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508AE6E2-DA74-493D-91AC-9AB2BF18C920}"/>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F248865D-A343-4B55-B9FB-4887837DFB97}"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pic>
        <p:nvPicPr>
          <p:cNvPr id="3" name="Picture 2" descr="C:\Users\a\Desktop\Rhyme A23610\01.Guide\03.[app_title]description\source\엘지로고_영문.jpg">
            <a:extLst>
              <a:ext uri="{FF2B5EF4-FFF2-40B4-BE49-F238E27FC236}">
                <a16:creationId xmlns:a16="http://schemas.microsoft.com/office/drawing/2014/main" id="{B593A3C9-64DE-C82B-D62F-A57976D239FA}"/>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8588" y="6488113"/>
            <a:ext cx="1728787"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70997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B7B506BE-0648-D71F-F26D-81055944051B}"/>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1083CFA0-A1DE-4981-BE2B-409F8FCC391C}"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3168145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1786DFE7-8851-5B4D-9A4C-858C9FF3D8D0}"/>
              </a:ext>
            </a:extLst>
          </p:cNvPr>
          <p:cNvSpPr>
            <a:spLocks noGrp="1"/>
          </p:cNvSpPr>
          <p:nvPr>
            <p:ph type="dt" sz="half" idx="10"/>
          </p:nvPr>
        </p:nvSpPr>
        <p:spPr/>
        <p:txBody>
          <a:bodyPr/>
          <a:lstStyle>
            <a:lvl1pPr>
              <a:defRPr/>
            </a:lvl1pPr>
          </a:lstStyle>
          <a:p>
            <a:pPr>
              <a:defRPr/>
            </a:pPr>
            <a:fld id="{7F7DBEC2-F28A-4777-AD02-A68850E028F6}"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544F4609-7C31-53BC-8505-5BDC0F4F3BE6}"/>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B255663B-6294-9EE0-E6AF-C1878986D576}"/>
              </a:ext>
            </a:extLst>
          </p:cNvPr>
          <p:cNvSpPr>
            <a:spLocks noGrp="1"/>
          </p:cNvSpPr>
          <p:nvPr>
            <p:ph type="sldNum" sz="quarter" idx="12"/>
          </p:nvPr>
        </p:nvSpPr>
        <p:spPr/>
        <p:txBody>
          <a:bodyPr/>
          <a:lstStyle>
            <a:lvl1pPr>
              <a:defRPr/>
            </a:lvl1pPr>
          </a:lstStyle>
          <a:p>
            <a:pPr>
              <a:defRPr/>
            </a:pPr>
            <a:fld id="{A3ED6CAB-0C15-4D22-B7A0-C52C9C287F69}" type="slidenum">
              <a:rPr lang="ko-KR" altLang="en-US"/>
              <a:pPr>
                <a:defRPr/>
              </a:pPr>
              <a:t>‹#›</a:t>
            </a:fld>
            <a:endParaRPr lang="ko-KR" altLang="en-US"/>
          </a:p>
        </p:txBody>
      </p:sp>
    </p:spTree>
    <p:extLst>
      <p:ext uri="{BB962C8B-B14F-4D97-AF65-F5344CB8AC3E}">
        <p14:creationId xmlns:p14="http://schemas.microsoft.com/office/powerpoint/2010/main" val="7987537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298D08C1-A62F-2BFD-7807-6019E86803AA}"/>
              </a:ext>
            </a:extLst>
          </p:cNvPr>
          <p:cNvSpPr>
            <a:spLocks noGrp="1"/>
          </p:cNvSpPr>
          <p:nvPr>
            <p:ph type="dt" sz="half" idx="10"/>
          </p:nvPr>
        </p:nvSpPr>
        <p:spPr/>
        <p:txBody>
          <a:bodyPr/>
          <a:lstStyle>
            <a:lvl1pPr>
              <a:defRPr/>
            </a:lvl1pPr>
          </a:lstStyle>
          <a:p>
            <a:pPr>
              <a:defRPr/>
            </a:pPr>
            <a:fld id="{E5832EC0-A353-4D5E-8A8D-149CC1D58980}"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5A536FC-22FA-BE29-8142-73269CAF9572}"/>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B6335A32-282D-7D65-F3C2-D7B0E4FCB010}"/>
              </a:ext>
            </a:extLst>
          </p:cNvPr>
          <p:cNvSpPr>
            <a:spLocks noGrp="1"/>
          </p:cNvSpPr>
          <p:nvPr>
            <p:ph type="sldNum" sz="quarter" idx="12"/>
          </p:nvPr>
        </p:nvSpPr>
        <p:spPr/>
        <p:txBody>
          <a:bodyPr/>
          <a:lstStyle>
            <a:lvl1pPr>
              <a:defRPr/>
            </a:lvl1pPr>
          </a:lstStyle>
          <a:p>
            <a:pPr>
              <a:defRPr/>
            </a:pPr>
            <a:fld id="{CEDE3BF3-47CA-4B02-AD5D-DEA0C676A66D}" type="slidenum">
              <a:rPr lang="ko-KR" altLang="en-US"/>
              <a:pPr>
                <a:defRPr/>
              </a:pPr>
              <a:t>‹#›</a:t>
            </a:fld>
            <a:endParaRPr lang="ko-KR" altLang="en-US"/>
          </a:p>
        </p:txBody>
      </p:sp>
    </p:spTree>
    <p:extLst>
      <p:ext uri="{BB962C8B-B14F-4D97-AF65-F5344CB8AC3E}">
        <p14:creationId xmlns:p14="http://schemas.microsoft.com/office/powerpoint/2010/main" val="31319684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FDFAD30A-A50A-E9F6-CD7C-3538FC1CC012}"/>
              </a:ext>
            </a:extLst>
          </p:cNvPr>
          <p:cNvSpPr>
            <a:spLocks noGrp="1"/>
          </p:cNvSpPr>
          <p:nvPr>
            <p:ph type="dt" sz="half" idx="10"/>
          </p:nvPr>
        </p:nvSpPr>
        <p:spPr/>
        <p:txBody>
          <a:bodyPr/>
          <a:lstStyle>
            <a:lvl1pPr>
              <a:defRPr/>
            </a:lvl1pPr>
          </a:lstStyle>
          <a:p>
            <a:pPr>
              <a:defRPr/>
            </a:pPr>
            <a:fld id="{9C3F6085-BB88-4E92-A375-D49291EBB3B7}"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ABAEE91A-7F16-73BE-4ECD-628C9996E2F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58722956-C57E-C7B3-1883-2817652D3707}"/>
              </a:ext>
            </a:extLst>
          </p:cNvPr>
          <p:cNvSpPr>
            <a:spLocks noGrp="1"/>
          </p:cNvSpPr>
          <p:nvPr>
            <p:ph type="sldNum" sz="quarter" idx="12"/>
          </p:nvPr>
        </p:nvSpPr>
        <p:spPr/>
        <p:txBody>
          <a:bodyPr/>
          <a:lstStyle>
            <a:lvl1pPr>
              <a:defRPr/>
            </a:lvl1pPr>
          </a:lstStyle>
          <a:p>
            <a:pPr>
              <a:defRPr/>
            </a:pPr>
            <a:fld id="{24F4FC2F-737B-469C-AE28-63B7BFB12687}" type="slidenum">
              <a:rPr lang="ko-KR" altLang="en-US"/>
              <a:pPr>
                <a:defRPr/>
              </a:pPr>
              <a:t>‹#›</a:t>
            </a:fld>
            <a:endParaRPr lang="ko-KR" altLang="en-US"/>
          </a:p>
        </p:txBody>
      </p:sp>
    </p:spTree>
    <p:extLst>
      <p:ext uri="{BB962C8B-B14F-4D97-AF65-F5344CB8AC3E}">
        <p14:creationId xmlns:p14="http://schemas.microsoft.com/office/powerpoint/2010/main" val="31146009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BE4D4D73-D197-AC42-8C83-F6E2197C1286}"/>
              </a:ext>
            </a:extLst>
          </p:cNvPr>
          <p:cNvSpPr>
            <a:spLocks noGrp="1"/>
          </p:cNvSpPr>
          <p:nvPr>
            <p:ph type="dt" sz="half" idx="10"/>
          </p:nvPr>
        </p:nvSpPr>
        <p:spPr/>
        <p:txBody>
          <a:bodyPr/>
          <a:lstStyle>
            <a:lvl1pPr>
              <a:defRPr/>
            </a:lvl1pPr>
          </a:lstStyle>
          <a:p>
            <a:pPr>
              <a:defRPr/>
            </a:pPr>
            <a:fld id="{01C5C819-0607-429B-8C29-2DDEF1DE5B89}"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47CACEB2-8365-8C3E-05F2-305C34E7086E}"/>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CAF0468F-EBF3-B081-453F-6E833AEB3A63}"/>
              </a:ext>
            </a:extLst>
          </p:cNvPr>
          <p:cNvSpPr>
            <a:spLocks noGrp="1"/>
          </p:cNvSpPr>
          <p:nvPr>
            <p:ph type="sldNum" sz="quarter" idx="12"/>
          </p:nvPr>
        </p:nvSpPr>
        <p:spPr/>
        <p:txBody>
          <a:bodyPr/>
          <a:lstStyle>
            <a:lvl1pPr>
              <a:defRPr/>
            </a:lvl1pPr>
          </a:lstStyle>
          <a:p>
            <a:pPr>
              <a:defRPr/>
            </a:pPr>
            <a:fld id="{611526D9-68A1-45E1-A252-094A3BBA9CF4}" type="slidenum">
              <a:rPr lang="ko-KR" altLang="en-US"/>
              <a:pPr>
                <a:defRPr/>
              </a:pPr>
              <a:t>‹#›</a:t>
            </a:fld>
            <a:endParaRPr lang="ko-KR" altLang="en-US"/>
          </a:p>
        </p:txBody>
      </p:sp>
    </p:spTree>
    <p:extLst>
      <p:ext uri="{BB962C8B-B14F-4D97-AF65-F5344CB8AC3E}">
        <p14:creationId xmlns:p14="http://schemas.microsoft.com/office/powerpoint/2010/main" val="37837600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B3EC6CF1-CC05-7E5E-BFCC-EAEB8D5C2CE7}"/>
              </a:ext>
            </a:extLst>
          </p:cNvPr>
          <p:cNvSpPr>
            <a:spLocks noGrp="1"/>
          </p:cNvSpPr>
          <p:nvPr>
            <p:ph type="dt" sz="half" idx="10"/>
          </p:nvPr>
        </p:nvSpPr>
        <p:spPr/>
        <p:txBody>
          <a:bodyPr/>
          <a:lstStyle>
            <a:lvl1pPr>
              <a:defRPr/>
            </a:lvl1pPr>
          </a:lstStyle>
          <a:p>
            <a:pPr>
              <a:defRPr/>
            </a:pPr>
            <a:fld id="{5CCA5D56-F447-4D89-A7E4-B38CE20C2B5F}"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756DA6C0-3195-5B1F-6745-027445628A43}"/>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1396CE96-5257-94C5-D29E-DCA27A53AB6F}"/>
              </a:ext>
            </a:extLst>
          </p:cNvPr>
          <p:cNvSpPr>
            <a:spLocks noGrp="1"/>
          </p:cNvSpPr>
          <p:nvPr>
            <p:ph type="sldNum" sz="quarter" idx="12"/>
          </p:nvPr>
        </p:nvSpPr>
        <p:spPr/>
        <p:txBody>
          <a:bodyPr/>
          <a:lstStyle>
            <a:lvl1pPr>
              <a:defRPr/>
            </a:lvl1pPr>
          </a:lstStyle>
          <a:p>
            <a:pPr>
              <a:defRPr/>
            </a:pPr>
            <a:fld id="{BB9D524D-45DF-4742-910E-2298CF8FC0A6}" type="slidenum">
              <a:rPr lang="ko-KR" altLang="en-US"/>
              <a:pPr>
                <a:defRPr/>
              </a:pPr>
              <a:t>‹#›</a:t>
            </a:fld>
            <a:endParaRPr lang="ko-KR" altLang="en-US"/>
          </a:p>
        </p:txBody>
      </p:sp>
    </p:spTree>
    <p:extLst>
      <p:ext uri="{BB962C8B-B14F-4D97-AF65-F5344CB8AC3E}">
        <p14:creationId xmlns:p14="http://schemas.microsoft.com/office/powerpoint/2010/main" val="1972694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7631BDC6-E1B2-0B0A-A714-E2F42ABDD4C6}"/>
              </a:ext>
            </a:extLst>
          </p:cNvPr>
          <p:cNvSpPr>
            <a:spLocks noGrp="1"/>
          </p:cNvSpPr>
          <p:nvPr>
            <p:ph type="dt" sz="half" idx="10"/>
          </p:nvPr>
        </p:nvSpPr>
        <p:spPr/>
        <p:txBody>
          <a:bodyPr/>
          <a:lstStyle>
            <a:lvl1pPr>
              <a:defRPr/>
            </a:lvl1pPr>
          </a:lstStyle>
          <a:p>
            <a:pPr>
              <a:defRPr/>
            </a:pPr>
            <a:fld id="{99F701E0-9DF5-4090-A2C0-28EC823DE203}"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2DA801B2-1815-AE78-CE3F-5FD4CD433329}"/>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79E7715E-8804-0293-94D4-FEBB93954D58}"/>
              </a:ext>
            </a:extLst>
          </p:cNvPr>
          <p:cNvSpPr>
            <a:spLocks noGrp="1"/>
          </p:cNvSpPr>
          <p:nvPr>
            <p:ph type="sldNum" sz="quarter" idx="12"/>
          </p:nvPr>
        </p:nvSpPr>
        <p:spPr/>
        <p:txBody>
          <a:bodyPr/>
          <a:lstStyle>
            <a:lvl1pPr>
              <a:defRPr/>
            </a:lvl1pPr>
          </a:lstStyle>
          <a:p>
            <a:pPr>
              <a:defRPr/>
            </a:pPr>
            <a:fld id="{62C8888B-8ECA-4D02-8ED7-343C3258319A}" type="slidenum">
              <a:rPr lang="ko-KR" altLang="en-US"/>
              <a:pPr>
                <a:defRPr/>
              </a:pPr>
              <a:t>‹#›</a:t>
            </a:fld>
            <a:endParaRPr lang="ko-KR" altLang="en-US"/>
          </a:p>
        </p:txBody>
      </p:sp>
    </p:spTree>
    <p:extLst>
      <p:ext uri="{BB962C8B-B14F-4D97-AF65-F5344CB8AC3E}">
        <p14:creationId xmlns:p14="http://schemas.microsoft.com/office/powerpoint/2010/main" val="15471064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2F5C1EE0-63CF-D7E5-106E-3AED43631F07}"/>
              </a:ext>
            </a:extLst>
          </p:cNvPr>
          <p:cNvSpPr>
            <a:spLocks noGrp="1"/>
          </p:cNvSpPr>
          <p:nvPr>
            <p:ph type="dt" sz="half" idx="10"/>
          </p:nvPr>
        </p:nvSpPr>
        <p:spPr/>
        <p:txBody>
          <a:bodyPr/>
          <a:lstStyle>
            <a:lvl1pPr>
              <a:defRPr/>
            </a:lvl1pPr>
          </a:lstStyle>
          <a:p>
            <a:pPr>
              <a:defRPr/>
            </a:pPr>
            <a:fld id="{A4E2B1AD-CF99-41E8-84CB-205D88ABA4B5}"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88491D2A-00FE-2EDD-F9B6-2C405A1B2622}"/>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122850FE-0B6F-28F9-04A9-742529ED5A63}"/>
              </a:ext>
            </a:extLst>
          </p:cNvPr>
          <p:cNvSpPr>
            <a:spLocks noGrp="1"/>
          </p:cNvSpPr>
          <p:nvPr>
            <p:ph type="sldNum" sz="quarter" idx="12"/>
          </p:nvPr>
        </p:nvSpPr>
        <p:spPr/>
        <p:txBody>
          <a:bodyPr/>
          <a:lstStyle>
            <a:lvl1pPr>
              <a:defRPr/>
            </a:lvl1pPr>
          </a:lstStyle>
          <a:p>
            <a:pPr>
              <a:defRPr/>
            </a:pPr>
            <a:fld id="{3BD1BD39-C8AF-4814-8379-888852AD75AD}" type="slidenum">
              <a:rPr lang="ko-KR" altLang="en-US"/>
              <a:pPr>
                <a:defRPr/>
              </a:pPr>
              <a:t>‹#›</a:t>
            </a:fld>
            <a:endParaRPr lang="ko-KR" altLang="en-US"/>
          </a:p>
        </p:txBody>
      </p:sp>
    </p:spTree>
    <p:extLst>
      <p:ext uri="{BB962C8B-B14F-4D97-AF65-F5344CB8AC3E}">
        <p14:creationId xmlns:p14="http://schemas.microsoft.com/office/powerpoint/2010/main" val="78026381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C13EA5A0-3A08-1F10-D7A1-6AE3C74A5C04}"/>
              </a:ext>
            </a:extLst>
          </p:cNvPr>
          <p:cNvSpPr>
            <a:spLocks noGrp="1"/>
          </p:cNvSpPr>
          <p:nvPr>
            <p:ph type="dt" sz="half" idx="10"/>
          </p:nvPr>
        </p:nvSpPr>
        <p:spPr/>
        <p:txBody>
          <a:bodyPr/>
          <a:lstStyle>
            <a:lvl1pPr>
              <a:defRPr/>
            </a:lvl1pPr>
          </a:lstStyle>
          <a:p>
            <a:pPr>
              <a:defRPr/>
            </a:pPr>
            <a:fld id="{682F89B8-7A6F-4AA9-B996-27F4E380BDB6}"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FE4FBF9D-EE69-4C2F-BE01-2143C9158A84}"/>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9E4FF4AE-A728-6F57-353F-4837D80AC712}"/>
              </a:ext>
            </a:extLst>
          </p:cNvPr>
          <p:cNvSpPr>
            <a:spLocks noGrp="1"/>
          </p:cNvSpPr>
          <p:nvPr>
            <p:ph type="sldNum" sz="quarter" idx="12"/>
          </p:nvPr>
        </p:nvSpPr>
        <p:spPr/>
        <p:txBody>
          <a:bodyPr/>
          <a:lstStyle>
            <a:lvl1pPr>
              <a:defRPr/>
            </a:lvl1pPr>
          </a:lstStyle>
          <a:p>
            <a:pPr>
              <a:defRPr/>
            </a:pPr>
            <a:fld id="{5B2A1775-1728-4E65-808B-9101E59BA6B0}" type="slidenum">
              <a:rPr lang="ko-KR" altLang="en-US"/>
              <a:pPr>
                <a:defRPr/>
              </a:pPr>
              <a:t>‹#›</a:t>
            </a:fld>
            <a:endParaRPr lang="ko-KR" altLang="en-US"/>
          </a:p>
        </p:txBody>
      </p:sp>
    </p:spTree>
    <p:extLst>
      <p:ext uri="{BB962C8B-B14F-4D97-AF65-F5344CB8AC3E}">
        <p14:creationId xmlns:p14="http://schemas.microsoft.com/office/powerpoint/2010/main" val="19290837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8F06B7F5-F34B-64A9-6AE0-DBE3F7469891}"/>
              </a:ext>
            </a:extLst>
          </p:cNvPr>
          <p:cNvSpPr>
            <a:spLocks noGrp="1"/>
          </p:cNvSpPr>
          <p:nvPr>
            <p:ph type="dt" sz="half" idx="10"/>
          </p:nvPr>
        </p:nvSpPr>
        <p:spPr/>
        <p:txBody>
          <a:bodyPr/>
          <a:lstStyle>
            <a:lvl1pPr>
              <a:defRPr/>
            </a:lvl1pPr>
          </a:lstStyle>
          <a:p>
            <a:pPr>
              <a:defRPr/>
            </a:pPr>
            <a:fld id="{CB1B49E4-8F45-48F3-AEBF-46F86F3A3CA0}"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AAD1D384-541A-E058-1B01-64E533E38F2E}"/>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F47C3726-A65A-C416-D78A-C9865ADD0F96}"/>
              </a:ext>
            </a:extLst>
          </p:cNvPr>
          <p:cNvSpPr>
            <a:spLocks noGrp="1"/>
          </p:cNvSpPr>
          <p:nvPr>
            <p:ph type="sldNum" sz="quarter" idx="12"/>
          </p:nvPr>
        </p:nvSpPr>
        <p:spPr/>
        <p:txBody>
          <a:bodyPr/>
          <a:lstStyle>
            <a:lvl1pPr>
              <a:defRPr/>
            </a:lvl1pPr>
          </a:lstStyle>
          <a:p>
            <a:pPr>
              <a:defRPr/>
            </a:pPr>
            <a:fld id="{06C62F56-E5A5-448C-A4EB-0C6B3BE5E9A1}" type="slidenum">
              <a:rPr lang="ko-KR" altLang="en-US"/>
              <a:pPr>
                <a:defRPr/>
              </a:pPr>
              <a:t>‹#›</a:t>
            </a:fld>
            <a:endParaRPr lang="ko-KR" altLang="en-US"/>
          </a:p>
        </p:txBody>
      </p:sp>
    </p:spTree>
    <p:extLst>
      <p:ext uri="{BB962C8B-B14F-4D97-AF65-F5344CB8AC3E}">
        <p14:creationId xmlns:p14="http://schemas.microsoft.com/office/powerpoint/2010/main" val="269524974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20AAB72-5973-5F65-72D3-2463FD1F46F0}"/>
              </a:ext>
            </a:extLst>
          </p:cNvPr>
          <p:cNvSpPr>
            <a:spLocks noGrp="1"/>
          </p:cNvSpPr>
          <p:nvPr>
            <p:ph type="dt" sz="half" idx="10"/>
          </p:nvPr>
        </p:nvSpPr>
        <p:spPr/>
        <p:txBody>
          <a:bodyPr/>
          <a:lstStyle>
            <a:lvl1pPr>
              <a:defRPr/>
            </a:lvl1pPr>
          </a:lstStyle>
          <a:p>
            <a:pPr>
              <a:defRPr/>
            </a:pPr>
            <a:fld id="{CB6DCAC4-83E4-4F5C-A6FE-E20CFAC8EDB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AD85CCC6-B023-C19A-9E6B-D30AFA32CDE2}"/>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3C7CEF79-1D40-A2DF-D98A-1137A05CB0AA}"/>
              </a:ext>
            </a:extLst>
          </p:cNvPr>
          <p:cNvSpPr>
            <a:spLocks noGrp="1"/>
          </p:cNvSpPr>
          <p:nvPr>
            <p:ph type="sldNum" sz="quarter" idx="12"/>
          </p:nvPr>
        </p:nvSpPr>
        <p:spPr/>
        <p:txBody>
          <a:bodyPr/>
          <a:lstStyle>
            <a:lvl1pPr>
              <a:defRPr/>
            </a:lvl1pPr>
          </a:lstStyle>
          <a:p>
            <a:pPr>
              <a:defRPr/>
            </a:pPr>
            <a:fld id="{A71D4F37-363C-4684-AB6E-273578A17C91}" type="slidenum">
              <a:rPr lang="ko-KR" altLang="en-US"/>
              <a:pPr>
                <a:defRPr/>
              </a:pPr>
              <a:t>‹#›</a:t>
            </a:fld>
            <a:endParaRPr lang="ko-KR" altLang="en-US"/>
          </a:p>
        </p:txBody>
      </p:sp>
    </p:spTree>
    <p:extLst>
      <p:ext uri="{BB962C8B-B14F-4D97-AF65-F5344CB8AC3E}">
        <p14:creationId xmlns:p14="http://schemas.microsoft.com/office/powerpoint/2010/main" val="7464164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FE0A68B-692B-DAF3-014A-6E4BFD9CAB5F}"/>
              </a:ext>
            </a:extLst>
          </p:cNvPr>
          <p:cNvSpPr>
            <a:spLocks noGrp="1"/>
          </p:cNvSpPr>
          <p:nvPr>
            <p:ph type="dt" sz="half" idx="10"/>
          </p:nvPr>
        </p:nvSpPr>
        <p:spPr/>
        <p:txBody>
          <a:bodyPr/>
          <a:lstStyle>
            <a:lvl1pPr>
              <a:defRPr/>
            </a:lvl1pPr>
          </a:lstStyle>
          <a:p>
            <a:pPr>
              <a:defRPr/>
            </a:pPr>
            <a:fld id="{02A1094C-E49A-487B-8C64-7425926DA91A}"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3C474A75-59B5-3660-CD1B-BAC58A237FAA}"/>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F6B76FF-D9DD-1DCD-5288-782D19662A17}"/>
              </a:ext>
            </a:extLst>
          </p:cNvPr>
          <p:cNvSpPr>
            <a:spLocks noGrp="1"/>
          </p:cNvSpPr>
          <p:nvPr>
            <p:ph type="sldNum" sz="quarter" idx="12"/>
          </p:nvPr>
        </p:nvSpPr>
        <p:spPr/>
        <p:txBody>
          <a:bodyPr/>
          <a:lstStyle>
            <a:lvl1pPr>
              <a:defRPr/>
            </a:lvl1pPr>
          </a:lstStyle>
          <a:p>
            <a:pPr>
              <a:defRPr/>
            </a:pPr>
            <a:fld id="{F254603D-529A-40EA-8523-C9C0FB925BEF}" type="slidenum">
              <a:rPr lang="ko-KR" altLang="en-US"/>
              <a:pPr>
                <a:defRPr/>
              </a:pPr>
              <a:t>‹#›</a:t>
            </a:fld>
            <a:endParaRPr lang="ko-KR" altLang="en-US"/>
          </a:p>
        </p:txBody>
      </p:sp>
    </p:spTree>
    <p:extLst>
      <p:ext uri="{BB962C8B-B14F-4D97-AF65-F5344CB8AC3E}">
        <p14:creationId xmlns:p14="http://schemas.microsoft.com/office/powerpoint/2010/main" val="409158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D3D9AA43-01A4-4E1C-03DD-3628F9FA67EF}"/>
              </a:ext>
            </a:extLst>
          </p:cNvPr>
          <p:cNvSpPr>
            <a:spLocks noGrp="1"/>
          </p:cNvSpPr>
          <p:nvPr>
            <p:ph type="dt" sz="half" idx="10"/>
          </p:nvPr>
        </p:nvSpPr>
        <p:spPr/>
        <p:txBody>
          <a:bodyPr/>
          <a:lstStyle>
            <a:lvl1pPr>
              <a:defRPr/>
            </a:lvl1pPr>
          </a:lstStyle>
          <a:p>
            <a:pPr>
              <a:defRPr/>
            </a:pPr>
            <a:fld id="{7B434280-423F-443C-84F4-6F16329AAAAB}"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8B1F59B9-111A-D594-F8F9-36D8813938DF}"/>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72A8C0F7-8143-4E67-F463-13D02E1C948F}"/>
              </a:ext>
            </a:extLst>
          </p:cNvPr>
          <p:cNvSpPr>
            <a:spLocks noGrp="1"/>
          </p:cNvSpPr>
          <p:nvPr>
            <p:ph type="sldNum" sz="quarter" idx="12"/>
          </p:nvPr>
        </p:nvSpPr>
        <p:spPr/>
        <p:txBody>
          <a:bodyPr/>
          <a:lstStyle>
            <a:lvl1pPr>
              <a:defRPr/>
            </a:lvl1pPr>
          </a:lstStyle>
          <a:p>
            <a:pPr>
              <a:defRPr/>
            </a:pPr>
            <a:fld id="{D20584D2-3253-42E5-BF15-E73DE29D731C}" type="slidenum">
              <a:rPr lang="ko-KR" altLang="en-US"/>
              <a:pPr>
                <a:defRPr/>
              </a:pPr>
              <a:t>‹#›</a:t>
            </a:fld>
            <a:endParaRPr lang="ko-KR" altLang="en-US"/>
          </a:p>
        </p:txBody>
      </p:sp>
    </p:spTree>
    <p:extLst>
      <p:ext uri="{BB962C8B-B14F-4D97-AF65-F5344CB8AC3E}">
        <p14:creationId xmlns:p14="http://schemas.microsoft.com/office/powerpoint/2010/main" val="38108994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E1A23502-82C8-65A3-7985-304B6ACF9097}"/>
              </a:ext>
            </a:extLst>
          </p:cNvPr>
          <p:cNvSpPr>
            <a:spLocks noGrp="1"/>
          </p:cNvSpPr>
          <p:nvPr>
            <p:ph type="dt" sz="half" idx="10"/>
          </p:nvPr>
        </p:nvSpPr>
        <p:spPr/>
        <p:txBody>
          <a:bodyPr/>
          <a:lstStyle>
            <a:lvl1pPr>
              <a:defRPr/>
            </a:lvl1pPr>
          </a:lstStyle>
          <a:p>
            <a:pPr>
              <a:defRPr/>
            </a:pPr>
            <a:fld id="{E638A1D6-3C53-4A06-8EFF-AF258089176B}"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18E94BE4-7CC0-448D-C288-0D10FC4DA87C}"/>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B57231DC-B62C-13A3-DBFF-617C9D612974}"/>
              </a:ext>
            </a:extLst>
          </p:cNvPr>
          <p:cNvSpPr>
            <a:spLocks noGrp="1"/>
          </p:cNvSpPr>
          <p:nvPr>
            <p:ph type="sldNum" sz="quarter" idx="12"/>
          </p:nvPr>
        </p:nvSpPr>
        <p:spPr/>
        <p:txBody>
          <a:bodyPr/>
          <a:lstStyle>
            <a:lvl1pPr>
              <a:defRPr/>
            </a:lvl1pPr>
          </a:lstStyle>
          <a:p>
            <a:pPr>
              <a:defRPr/>
            </a:pPr>
            <a:fld id="{0AC9A0E7-5184-462B-B2BD-52C78124D6AB}" type="slidenum">
              <a:rPr lang="ko-KR" altLang="en-US"/>
              <a:pPr>
                <a:defRPr/>
              </a:pPr>
              <a:t>‹#›</a:t>
            </a:fld>
            <a:endParaRPr lang="ko-KR" altLang="en-US"/>
          </a:p>
        </p:txBody>
      </p:sp>
    </p:spTree>
    <p:extLst>
      <p:ext uri="{BB962C8B-B14F-4D97-AF65-F5344CB8AC3E}">
        <p14:creationId xmlns:p14="http://schemas.microsoft.com/office/powerpoint/2010/main" val="222809844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8D159216-277B-6269-8D0A-5A264CD90195}"/>
              </a:ext>
            </a:extLst>
          </p:cNvPr>
          <p:cNvSpPr>
            <a:spLocks noGrp="1"/>
          </p:cNvSpPr>
          <p:nvPr>
            <p:ph type="dt" sz="half" idx="10"/>
          </p:nvPr>
        </p:nvSpPr>
        <p:spPr/>
        <p:txBody>
          <a:bodyPr/>
          <a:lstStyle>
            <a:lvl1pPr>
              <a:defRPr/>
            </a:lvl1pPr>
          </a:lstStyle>
          <a:p>
            <a:pPr>
              <a:defRPr/>
            </a:pPr>
            <a:fld id="{AA1E2C00-1504-4CAE-A7BF-7260EECC3B16}"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78D7D2EC-97CB-26A1-55A9-F963088178A9}"/>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DB0A8206-EF33-CD0A-44AA-DD90E7BA4A97}"/>
              </a:ext>
            </a:extLst>
          </p:cNvPr>
          <p:cNvSpPr>
            <a:spLocks noGrp="1"/>
          </p:cNvSpPr>
          <p:nvPr>
            <p:ph type="sldNum" sz="quarter" idx="12"/>
          </p:nvPr>
        </p:nvSpPr>
        <p:spPr/>
        <p:txBody>
          <a:bodyPr/>
          <a:lstStyle>
            <a:lvl1pPr>
              <a:defRPr/>
            </a:lvl1pPr>
          </a:lstStyle>
          <a:p>
            <a:pPr>
              <a:defRPr/>
            </a:pPr>
            <a:fld id="{CDA209DF-195E-4980-8757-DB6EB7EEF2EB}" type="slidenum">
              <a:rPr lang="ko-KR" altLang="en-US"/>
              <a:pPr>
                <a:defRPr/>
              </a:pPr>
              <a:t>‹#›</a:t>
            </a:fld>
            <a:endParaRPr lang="ko-KR" altLang="en-US"/>
          </a:p>
        </p:txBody>
      </p:sp>
    </p:spTree>
    <p:extLst>
      <p:ext uri="{BB962C8B-B14F-4D97-AF65-F5344CB8AC3E}">
        <p14:creationId xmlns:p14="http://schemas.microsoft.com/office/powerpoint/2010/main" val="240279638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4904F083-4E27-5A83-D3D8-5155FF44F27A}"/>
              </a:ext>
            </a:extLst>
          </p:cNvPr>
          <p:cNvSpPr>
            <a:spLocks noGrp="1"/>
          </p:cNvSpPr>
          <p:nvPr>
            <p:ph type="dt" sz="half" idx="10"/>
          </p:nvPr>
        </p:nvSpPr>
        <p:spPr/>
        <p:txBody>
          <a:bodyPr/>
          <a:lstStyle>
            <a:lvl1pPr>
              <a:defRPr/>
            </a:lvl1pPr>
          </a:lstStyle>
          <a:p>
            <a:pPr>
              <a:defRPr/>
            </a:pPr>
            <a:fld id="{5C443042-93AE-48B0-9C7C-9119372D9376}"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68A460A1-1FF4-5FF6-4DBA-B6312C426997}"/>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F9BBCCA-8F55-5A2A-15DB-879E413DB1D0}"/>
              </a:ext>
            </a:extLst>
          </p:cNvPr>
          <p:cNvSpPr>
            <a:spLocks noGrp="1"/>
          </p:cNvSpPr>
          <p:nvPr>
            <p:ph type="sldNum" sz="quarter" idx="12"/>
          </p:nvPr>
        </p:nvSpPr>
        <p:spPr/>
        <p:txBody>
          <a:bodyPr/>
          <a:lstStyle>
            <a:lvl1pPr>
              <a:defRPr/>
            </a:lvl1pPr>
          </a:lstStyle>
          <a:p>
            <a:pPr>
              <a:defRPr/>
            </a:pPr>
            <a:fld id="{9942E95F-9594-4BB1-9E49-4EBBFB444607}" type="slidenum">
              <a:rPr lang="ko-KR" altLang="en-US"/>
              <a:pPr>
                <a:defRPr/>
              </a:pPr>
              <a:t>‹#›</a:t>
            </a:fld>
            <a:endParaRPr lang="ko-KR" altLang="en-US"/>
          </a:p>
        </p:txBody>
      </p:sp>
    </p:spTree>
    <p:extLst>
      <p:ext uri="{BB962C8B-B14F-4D97-AF65-F5344CB8AC3E}">
        <p14:creationId xmlns:p14="http://schemas.microsoft.com/office/powerpoint/2010/main" val="27023519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4DE84F49-24DD-FF84-A5FA-7C1A295EB9C2}"/>
              </a:ext>
            </a:extLst>
          </p:cNvPr>
          <p:cNvSpPr>
            <a:spLocks noGrp="1"/>
          </p:cNvSpPr>
          <p:nvPr>
            <p:ph type="dt" sz="half" idx="10"/>
          </p:nvPr>
        </p:nvSpPr>
        <p:spPr/>
        <p:txBody>
          <a:bodyPr/>
          <a:lstStyle>
            <a:lvl1pPr>
              <a:defRPr/>
            </a:lvl1pPr>
          </a:lstStyle>
          <a:p>
            <a:pPr>
              <a:defRPr/>
            </a:pPr>
            <a:fld id="{3A497A39-99EA-4285-ACB9-4E901CB023AA}"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AFCEA38-9A95-255A-7FF6-7B44170088B0}"/>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998CFDC3-3847-983F-74B3-F68197261896}"/>
              </a:ext>
            </a:extLst>
          </p:cNvPr>
          <p:cNvSpPr>
            <a:spLocks noGrp="1"/>
          </p:cNvSpPr>
          <p:nvPr>
            <p:ph type="sldNum" sz="quarter" idx="12"/>
          </p:nvPr>
        </p:nvSpPr>
        <p:spPr/>
        <p:txBody>
          <a:bodyPr/>
          <a:lstStyle>
            <a:lvl1pPr>
              <a:defRPr/>
            </a:lvl1pPr>
          </a:lstStyle>
          <a:p>
            <a:pPr>
              <a:defRPr/>
            </a:pPr>
            <a:fld id="{470B7EF4-023C-493D-8198-061FD7C73634}" type="slidenum">
              <a:rPr lang="ko-KR" altLang="en-US"/>
              <a:pPr>
                <a:defRPr/>
              </a:pPr>
              <a:t>‹#›</a:t>
            </a:fld>
            <a:endParaRPr lang="ko-KR" altLang="en-US"/>
          </a:p>
        </p:txBody>
      </p:sp>
    </p:spTree>
    <p:extLst>
      <p:ext uri="{BB962C8B-B14F-4D97-AF65-F5344CB8AC3E}">
        <p14:creationId xmlns:p14="http://schemas.microsoft.com/office/powerpoint/2010/main" val="28721832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1FAD9FFE-90F2-06DC-1B9C-7E9AA4BFE11A}"/>
              </a:ext>
            </a:extLst>
          </p:cNvPr>
          <p:cNvSpPr>
            <a:spLocks noGrp="1"/>
          </p:cNvSpPr>
          <p:nvPr>
            <p:ph type="dt" sz="half" idx="10"/>
          </p:nvPr>
        </p:nvSpPr>
        <p:spPr/>
        <p:txBody>
          <a:bodyPr/>
          <a:lstStyle>
            <a:lvl1pPr>
              <a:defRPr/>
            </a:lvl1pPr>
          </a:lstStyle>
          <a:p>
            <a:pPr>
              <a:defRPr/>
            </a:pPr>
            <a:fld id="{D9E78266-9930-4CEE-86CE-C7DBF5E05EAD}"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C749F581-2C3C-2EAD-A155-0E596A46C851}"/>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FD713875-9B13-8633-6E82-9EA1A8A59B4A}"/>
              </a:ext>
            </a:extLst>
          </p:cNvPr>
          <p:cNvSpPr>
            <a:spLocks noGrp="1"/>
          </p:cNvSpPr>
          <p:nvPr>
            <p:ph type="sldNum" sz="quarter" idx="12"/>
          </p:nvPr>
        </p:nvSpPr>
        <p:spPr/>
        <p:txBody>
          <a:bodyPr/>
          <a:lstStyle>
            <a:lvl1pPr>
              <a:defRPr/>
            </a:lvl1pPr>
          </a:lstStyle>
          <a:p>
            <a:pPr>
              <a:defRPr/>
            </a:pPr>
            <a:fld id="{8DAD6705-9AC6-41A4-AFF7-9D0EB5849E1C}" type="slidenum">
              <a:rPr lang="ko-KR" altLang="en-US"/>
              <a:pPr>
                <a:defRPr/>
              </a:pPr>
              <a:t>‹#›</a:t>
            </a:fld>
            <a:endParaRPr lang="ko-KR" altLang="en-US"/>
          </a:p>
        </p:txBody>
      </p:sp>
    </p:spTree>
    <p:extLst>
      <p:ext uri="{BB962C8B-B14F-4D97-AF65-F5344CB8AC3E}">
        <p14:creationId xmlns:p14="http://schemas.microsoft.com/office/powerpoint/2010/main" val="112968145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019D7FAE-1CC1-FC12-E4F2-01FBE805C266}"/>
              </a:ext>
            </a:extLst>
          </p:cNvPr>
          <p:cNvSpPr>
            <a:spLocks noGrp="1"/>
          </p:cNvSpPr>
          <p:nvPr>
            <p:ph type="dt" sz="half" idx="10"/>
          </p:nvPr>
        </p:nvSpPr>
        <p:spPr/>
        <p:txBody>
          <a:bodyPr/>
          <a:lstStyle>
            <a:lvl1pPr>
              <a:defRPr/>
            </a:lvl1pPr>
          </a:lstStyle>
          <a:p>
            <a:pPr>
              <a:defRPr/>
            </a:pPr>
            <a:fld id="{552622A7-E30B-4755-87B7-A836E0762A66}"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C4143327-93E8-61EC-19B1-D759072FF86B}"/>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70C88099-9141-78F4-5D31-B83429210469}"/>
              </a:ext>
            </a:extLst>
          </p:cNvPr>
          <p:cNvSpPr>
            <a:spLocks noGrp="1"/>
          </p:cNvSpPr>
          <p:nvPr>
            <p:ph type="sldNum" sz="quarter" idx="12"/>
          </p:nvPr>
        </p:nvSpPr>
        <p:spPr/>
        <p:txBody>
          <a:bodyPr/>
          <a:lstStyle>
            <a:lvl1pPr>
              <a:defRPr/>
            </a:lvl1pPr>
          </a:lstStyle>
          <a:p>
            <a:pPr>
              <a:defRPr/>
            </a:pPr>
            <a:fld id="{18FD1EAA-8C6A-4C33-B9B1-95887565718F}" type="slidenum">
              <a:rPr lang="ko-KR" altLang="en-US"/>
              <a:pPr>
                <a:defRPr/>
              </a:pPr>
              <a:t>‹#›</a:t>
            </a:fld>
            <a:endParaRPr lang="ko-KR" altLang="en-US"/>
          </a:p>
        </p:txBody>
      </p:sp>
    </p:spTree>
    <p:extLst>
      <p:ext uri="{BB962C8B-B14F-4D97-AF65-F5344CB8AC3E}">
        <p14:creationId xmlns:p14="http://schemas.microsoft.com/office/powerpoint/2010/main" val="173566604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8E07E3D7-975B-D3E4-006F-49E2E0CA089F}"/>
              </a:ext>
            </a:extLst>
          </p:cNvPr>
          <p:cNvSpPr>
            <a:spLocks noGrp="1"/>
          </p:cNvSpPr>
          <p:nvPr>
            <p:ph type="dt" sz="half" idx="10"/>
          </p:nvPr>
        </p:nvSpPr>
        <p:spPr/>
        <p:txBody>
          <a:bodyPr/>
          <a:lstStyle>
            <a:lvl1pPr>
              <a:defRPr/>
            </a:lvl1pPr>
          </a:lstStyle>
          <a:p>
            <a:pPr>
              <a:defRPr/>
            </a:pPr>
            <a:fld id="{1C6C791F-AF97-490C-B8EF-3E288617325C}"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1597A1E4-43E0-EF05-B5DF-2EE8217D9EA5}"/>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94DB9669-AC9E-1B37-E6AC-05A7648D7B4C}"/>
              </a:ext>
            </a:extLst>
          </p:cNvPr>
          <p:cNvSpPr>
            <a:spLocks noGrp="1"/>
          </p:cNvSpPr>
          <p:nvPr>
            <p:ph type="sldNum" sz="quarter" idx="12"/>
          </p:nvPr>
        </p:nvSpPr>
        <p:spPr/>
        <p:txBody>
          <a:bodyPr/>
          <a:lstStyle>
            <a:lvl1pPr>
              <a:defRPr/>
            </a:lvl1pPr>
          </a:lstStyle>
          <a:p>
            <a:pPr>
              <a:defRPr/>
            </a:pPr>
            <a:fld id="{D5A15519-3405-436A-8B26-0AE10BE9062B}" type="slidenum">
              <a:rPr lang="ko-KR" altLang="en-US"/>
              <a:pPr>
                <a:defRPr/>
              </a:pPr>
              <a:t>‹#›</a:t>
            </a:fld>
            <a:endParaRPr lang="ko-KR" altLang="en-US"/>
          </a:p>
        </p:txBody>
      </p:sp>
    </p:spTree>
    <p:extLst>
      <p:ext uri="{BB962C8B-B14F-4D97-AF65-F5344CB8AC3E}">
        <p14:creationId xmlns:p14="http://schemas.microsoft.com/office/powerpoint/2010/main" val="152538456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21C44B9D-9B7E-CA3D-0908-79C23ED8E8D3}"/>
              </a:ext>
            </a:extLst>
          </p:cNvPr>
          <p:cNvSpPr>
            <a:spLocks noGrp="1"/>
          </p:cNvSpPr>
          <p:nvPr>
            <p:ph type="dt" sz="half" idx="10"/>
          </p:nvPr>
        </p:nvSpPr>
        <p:spPr/>
        <p:txBody>
          <a:bodyPr/>
          <a:lstStyle>
            <a:lvl1pPr>
              <a:defRPr/>
            </a:lvl1pPr>
          </a:lstStyle>
          <a:p>
            <a:pPr>
              <a:defRPr/>
            </a:pPr>
            <a:fld id="{C61359AE-4662-4670-8E30-70AD23E7FD04}"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BB88C761-5560-2E1C-C54E-46F186E2D1D2}"/>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7735C110-C092-8621-2C54-FF209C76531E}"/>
              </a:ext>
            </a:extLst>
          </p:cNvPr>
          <p:cNvSpPr>
            <a:spLocks noGrp="1"/>
          </p:cNvSpPr>
          <p:nvPr>
            <p:ph type="sldNum" sz="quarter" idx="12"/>
          </p:nvPr>
        </p:nvSpPr>
        <p:spPr/>
        <p:txBody>
          <a:bodyPr/>
          <a:lstStyle>
            <a:lvl1pPr>
              <a:defRPr/>
            </a:lvl1pPr>
          </a:lstStyle>
          <a:p>
            <a:pPr>
              <a:defRPr/>
            </a:pPr>
            <a:fld id="{31141AD8-982C-4D99-A1CF-5559941BE39C}" type="slidenum">
              <a:rPr lang="ko-KR" altLang="en-US"/>
              <a:pPr>
                <a:defRPr/>
              </a:pPr>
              <a:t>‹#›</a:t>
            </a:fld>
            <a:endParaRPr lang="ko-KR" altLang="en-US"/>
          </a:p>
        </p:txBody>
      </p:sp>
    </p:spTree>
    <p:extLst>
      <p:ext uri="{BB962C8B-B14F-4D97-AF65-F5344CB8AC3E}">
        <p14:creationId xmlns:p14="http://schemas.microsoft.com/office/powerpoint/2010/main" val="233668236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45FC4ADE-57F5-4D58-0670-ED01F49ADF99}"/>
              </a:ext>
            </a:extLst>
          </p:cNvPr>
          <p:cNvSpPr>
            <a:spLocks noGrp="1"/>
          </p:cNvSpPr>
          <p:nvPr>
            <p:ph type="dt" sz="half" idx="10"/>
          </p:nvPr>
        </p:nvSpPr>
        <p:spPr/>
        <p:txBody>
          <a:bodyPr/>
          <a:lstStyle>
            <a:lvl1pPr>
              <a:defRPr/>
            </a:lvl1pPr>
          </a:lstStyle>
          <a:p>
            <a:pPr>
              <a:defRPr/>
            </a:pPr>
            <a:fld id="{B757E4CD-E441-4713-8D9A-7EA7179DE37F}"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2A0A0353-FF2A-4C64-2F97-4AA78E44C6F0}"/>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BFB16C0A-DCD4-45C9-4683-16AE1D2BD9E8}"/>
              </a:ext>
            </a:extLst>
          </p:cNvPr>
          <p:cNvSpPr>
            <a:spLocks noGrp="1"/>
          </p:cNvSpPr>
          <p:nvPr>
            <p:ph type="sldNum" sz="quarter" idx="12"/>
          </p:nvPr>
        </p:nvSpPr>
        <p:spPr/>
        <p:txBody>
          <a:bodyPr/>
          <a:lstStyle>
            <a:lvl1pPr>
              <a:defRPr/>
            </a:lvl1pPr>
          </a:lstStyle>
          <a:p>
            <a:pPr>
              <a:defRPr/>
            </a:pPr>
            <a:fld id="{DF141AD5-3C07-4B23-AF57-5527674DBE82}" type="slidenum">
              <a:rPr lang="ko-KR" altLang="en-US"/>
              <a:pPr>
                <a:defRPr/>
              </a:pPr>
              <a:t>‹#›</a:t>
            </a:fld>
            <a:endParaRPr lang="ko-KR" altLang="en-US"/>
          </a:p>
        </p:txBody>
      </p:sp>
    </p:spTree>
    <p:extLst>
      <p:ext uri="{BB962C8B-B14F-4D97-AF65-F5344CB8AC3E}">
        <p14:creationId xmlns:p14="http://schemas.microsoft.com/office/powerpoint/2010/main" val="259245884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759436BA-4A54-2F41-F7B7-420D3483DA9E}"/>
              </a:ext>
            </a:extLst>
          </p:cNvPr>
          <p:cNvSpPr>
            <a:spLocks noGrp="1"/>
          </p:cNvSpPr>
          <p:nvPr>
            <p:ph type="dt" sz="half" idx="10"/>
          </p:nvPr>
        </p:nvSpPr>
        <p:spPr/>
        <p:txBody>
          <a:bodyPr/>
          <a:lstStyle>
            <a:lvl1pPr>
              <a:defRPr/>
            </a:lvl1pPr>
          </a:lstStyle>
          <a:p>
            <a:pPr>
              <a:defRPr/>
            </a:pPr>
            <a:fld id="{29D8F8BF-4F97-44A1-9892-93EFBE42EECC}"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2747A023-896D-8A18-932B-7DC6329660BF}"/>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5B766C59-9CF1-ABFA-6F8C-C6628A1A6F4E}"/>
              </a:ext>
            </a:extLst>
          </p:cNvPr>
          <p:cNvSpPr>
            <a:spLocks noGrp="1"/>
          </p:cNvSpPr>
          <p:nvPr>
            <p:ph type="sldNum" sz="quarter" idx="12"/>
          </p:nvPr>
        </p:nvSpPr>
        <p:spPr/>
        <p:txBody>
          <a:bodyPr/>
          <a:lstStyle>
            <a:lvl1pPr>
              <a:defRPr/>
            </a:lvl1pPr>
          </a:lstStyle>
          <a:p>
            <a:pPr>
              <a:defRPr/>
            </a:pPr>
            <a:fld id="{3A2609F5-0710-4541-AF4E-B1450BEC44EF}" type="slidenum">
              <a:rPr lang="ko-KR" altLang="en-US"/>
              <a:pPr>
                <a:defRPr/>
              </a:pPr>
              <a:t>‹#›</a:t>
            </a:fld>
            <a:endParaRPr lang="ko-KR" altLang="en-US"/>
          </a:p>
        </p:txBody>
      </p:sp>
    </p:spTree>
    <p:extLst>
      <p:ext uri="{BB962C8B-B14F-4D97-AF65-F5344CB8AC3E}">
        <p14:creationId xmlns:p14="http://schemas.microsoft.com/office/powerpoint/2010/main" val="4892288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64A8645-EF5C-7A32-C565-CC7B4F3AAB10}"/>
              </a:ext>
            </a:extLst>
          </p:cNvPr>
          <p:cNvSpPr>
            <a:spLocks noGrp="1"/>
          </p:cNvSpPr>
          <p:nvPr>
            <p:ph type="dt" sz="half" idx="10"/>
          </p:nvPr>
        </p:nvSpPr>
        <p:spPr/>
        <p:txBody>
          <a:bodyPr/>
          <a:lstStyle>
            <a:lvl1pPr>
              <a:defRPr/>
            </a:lvl1pPr>
          </a:lstStyle>
          <a:p>
            <a:pPr>
              <a:defRPr/>
            </a:pPr>
            <a:fld id="{A01A599C-5CA2-4868-BB33-76A9D3DA8EFE}"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2BA31393-06F9-C84B-03CE-78C8684FCAE3}"/>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3FD44FDE-1A6D-10F7-0FA2-89B0CF8D19C8}"/>
              </a:ext>
            </a:extLst>
          </p:cNvPr>
          <p:cNvSpPr>
            <a:spLocks noGrp="1"/>
          </p:cNvSpPr>
          <p:nvPr>
            <p:ph type="sldNum" sz="quarter" idx="12"/>
          </p:nvPr>
        </p:nvSpPr>
        <p:spPr/>
        <p:txBody>
          <a:bodyPr/>
          <a:lstStyle>
            <a:lvl1pPr>
              <a:defRPr/>
            </a:lvl1pPr>
          </a:lstStyle>
          <a:p>
            <a:pPr>
              <a:defRPr/>
            </a:pPr>
            <a:fld id="{41168F08-4045-41EF-8D11-2E52661FB2AD}" type="slidenum">
              <a:rPr lang="ko-KR" altLang="en-US"/>
              <a:pPr>
                <a:defRPr/>
              </a:pPr>
              <a:t>‹#›</a:t>
            </a:fld>
            <a:endParaRPr lang="ko-KR" altLang="en-US"/>
          </a:p>
        </p:txBody>
      </p:sp>
    </p:spTree>
    <p:extLst>
      <p:ext uri="{BB962C8B-B14F-4D97-AF65-F5344CB8AC3E}">
        <p14:creationId xmlns:p14="http://schemas.microsoft.com/office/powerpoint/2010/main" val="167630615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68322935-E7E2-FAB4-18E0-6F6448A4FBD9}"/>
              </a:ext>
            </a:extLst>
          </p:cNvPr>
          <p:cNvSpPr>
            <a:spLocks noGrp="1"/>
          </p:cNvSpPr>
          <p:nvPr>
            <p:ph type="dt" sz="half" idx="10"/>
          </p:nvPr>
        </p:nvSpPr>
        <p:spPr/>
        <p:txBody>
          <a:bodyPr/>
          <a:lstStyle>
            <a:lvl1pPr>
              <a:defRPr/>
            </a:lvl1pPr>
          </a:lstStyle>
          <a:p>
            <a:pPr>
              <a:defRPr/>
            </a:pPr>
            <a:fld id="{653274EB-9A40-41B2-8B41-FB409CBAEDD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FD5AA217-E3B0-D1F4-898B-5C9E6E1ABED6}"/>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1484A1CA-835C-2104-E4AF-DD315EFCD9A6}"/>
              </a:ext>
            </a:extLst>
          </p:cNvPr>
          <p:cNvSpPr>
            <a:spLocks noGrp="1"/>
          </p:cNvSpPr>
          <p:nvPr>
            <p:ph type="sldNum" sz="quarter" idx="12"/>
          </p:nvPr>
        </p:nvSpPr>
        <p:spPr/>
        <p:txBody>
          <a:bodyPr/>
          <a:lstStyle>
            <a:lvl1pPr>
              <a:defRPr/>
            </a:lvl1pPr>
          </a:lstStyle>
          <a:p>
            <a:pPr>
              <a:defRPr/>
            </a:pPr>
            <a:fld id="{787AD0ED-76E5-43B6-92B8-C53C8DBF3E31}" type="slidenum">
              <a:rPr lang="ko-KR" altLang="en-US"/>
              <a:pPr>
                <a:defRPr/>
              </a:pPr>
              <a:t>‹#›</a:t>
            </a:fld>
            <a:endParaRPr lang="ko-KR" altLang="en-US"/>
          </a:p>
        </p:txBody>
      </p:sp>
    </p:spTree>
    <p:extLst>
      <p:ext uri="{BB962C8B-B14F-4D97-AF65-F5344CB8AC3E}">
        <p14:creationId xmlns:p14="http://schemas.microsoft.com/office/powerpoint/2010/main" val="23343460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F012E05F-4761-7262-06DA-8E316FE1B896}"/>
              </a:ext>
            </a:extLst>
          </p:cNvPr>
          <p:cNvSpPr>
            <a:spLocks noGrp="1"/>
          </p:cNvSpPr>
          <p:nvPr>
            <p:ph type="dt" sz="half" idx="10"/>
          </p:nvPr>
        </p:nvSpPr>
        <p:spPr/>
        <p:txBody>
          <a:bodyPr/>
          <a:lstStyle>
            <a:lvl1pPr>
              <a:defRPr/>
            </a:lvl1pPr>
          </a:lstStyle>
          <a:p>
            <a:pPr>
              <a:defRPr/>
            </a:pPr>
            <a:fld id="{755498FB-B36E-42A7-AA7F-16D12F841045}"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33FA74D4-ED5F-CCFD-DF12-98E505964F5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849B7CD0-AB5E-EB4C-A56B-C62845B6C199}"/>
              </a:ext>
            </a:extLst>
          </p:cNvPr>
          <p:cNvSpPr>
            <a:spLocks noGrp="1"/>
          </p:cNvSpPr>
          <p:nvPr>
            <p:ph type="sldNum" sz="quarter" idx="12"/>
          </p:nvPr>
        </p:nvSpPr>
        <p:spPr/>
        <p:txBody>
          <a:bodyPr/>
          <a:lstStyle>
            <a:lvl1pPr>
              <a:defRPr/>
            </a:lvl1pPr>
          </a:lstStyle>
          <a:p>
            <a:pPr>
              <a:defRPr/>
            </a:pPr>
            <a:fld id="{03E4123D-FFB5-4309-B401-37F10BC52CFB}" type="slidenum">
              <a:rPr lang="ko-KR" altLang="en-US"/>
              <a:pPr>
                <a:defRPr/>
              </a:pPr>
              <a:t>‹#›</a:t>
            </a:fld>
            <a:endParaRPr lang="ko-KR" altLang="en-US"/>
          </a:p>
        </p:txBody>
      </p:sp>
    </p:spTree>
    <p:extLst>
      <p:ext uri="{BB962C8B-B14F-4D97-AF65-F5344CB8AC3E}">
        <p14:creationId xmlns:p14="http://schemas.microsoft.com/office/powerpoint/2010/main" val="122708509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6435DA02-A681-9E6B-D84D-BBE9519512A1}"/>
              </a:ext>
            </a:extLst>
          </p:cNvPr>
          <p:cNvSpPr>
            <a:spLocks noGrp="1"/>
          </p:cNvSpPr>
          <p:nvPr>
            <p:ph type="dt" sz="half" idx="10"/>
          </p:nvPr>
        </p:nvSpPr>
        <p:spPr/>
        <p:txBody>
          <a:bodyPr/>
          <a:lstStyle>
            <a:lvl1pPr>
              <a:defRPr/>
            </a:lvl1pPr>
          </a:lstStyle>
          <a:p>
            <a:pPr>
              <a:defRPr/>
            </a:pPr>
            <a:fld id="{B6953EDD-17D4-4B98-BB6C-9C4FD3EEF91C}"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503B727C-8CE2-502C-F657-DD42833F77F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B84BD32A-EF77-2F13-FAC7-F42125AAC765}"/>
              </a:ext>
            </a:extLst>
          </p:cNvPr>
          <p:cNvSpPr>
            <a:spLocks noGrp="1"/>
          </p:cNvSpPr>
          <p:nvPr>
            <p:ph type="sldNum" sz="quarter" idx="12"/>
          </p:nvPr>
        </p:nvSpPr>
        <p:spPr/>
        <p:txBody>
          <a:bodyPr/>
          <a:lstStyle>
            <a:lvl1pPr>
              <a:defRPr/>
            </a:lvl1pPr>
          </a:lstStyle>
          <a:p>
            <a:pPr>
              <a:defRPr/>
            </a:pPr>
            <a:fld id="{62E6C039-55BD-4273-A76E-13AAB62EBED5}" type="slidenum">
              <a:rPr lang="ko-KR" altLang="en-US"/>
              <a:pPr>
                <a:defRPr/>
              </a:pPr>
              <a:t>‹#›</a:t>
            </a:fld>
            <a:endParaRPr lang="ko-KR" altLang="en-US"/>
          </a:p>
        </p:txBody>
      </p:sp>
    </p:spTree>
    <p:extLst>
      <p:ext uri="{BB962C8B-B14F-4D97-AF65-F5344CB8AC3E}">
        <p14:creationId xmlns:p14="http://schemas.microsoft.com/office/powerpoint/2010/main" val="134274225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0B1B831D-0035-8B61-4818-4B747AAD9A1B}"/>
              </a:ext>
            </a:extLst>
          </p:cNvPr>
          <p:cNvSpPr>
            <a:spLocks noGrp="1"/>
          </p:cNvSpPr>
          <p:nvPr>
            <p:ph type="dt" sz="half" idx="10"/>
          </p:nvPr>
        </p:nvSpPr>
        <p:spPr/>
        <p:txBody>
          <a:bodyPr/>
          <a:lstStyle>
            <a:lvl1pPr>
              <a:defRPr/>
            </a:lvl1pPr>
          </a:lstStyle>
          <a:p>
            <a:pPr>
              <a:defRPr/>
            </a:pPr>
            <a:fld id="{CA87BFC3-A6DE-466E-A162-9464E8D07A9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6EE2C8A8-8961-1E0F-66DD-8538F174DBB6}"/>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C855E8DE-1CC4-CB49-D739-2180893AFF73}"/>
              </a:ext>
            </a:extLst>
          </p:cNvPr>
          <p:cNvSpPr>
            <a:spLocks noGrp="1"/>
          </p:cNvSpPr>
          <p:nvPr>
            <p:ph type="sldNum" sz="quarter" idx="12"/>
          </p:nvPr>
        </p:nvSpPr>
        <p:spPr/>
        <p:txBody>
          <a:bodyPr/>
          <a:lstStyle>
            <a:lvl1pPr>
              <a:defRPr/>
            </a:lvl1pPr>
          </a:lstStyle>
          <a:p>
            <a:pPr>
              <a:defRPr/>
            </a:pPr>
            <a:fld id="{FDBCB5A9-0FF9-4879-BD7A-86D500DD3AEB}" type="slidenum">
              <a:rPr lang="ko-KR" altLang="en-US"/>
              <a:pPr>
                <a:defRPr/>
              </a:pPr>
              <a:t>‹#›</a:t>
            </a:fld>
            <a:endParaRPr lang="ko-KR" altLang="en-US"/>
          </a:p>
        </p:txBody>
      </p:sp>
    </p:spTree>
    <p:extLst>
      <p:ext uri="{BB962C8B-B14F-4D97-AF65-F5344CB8AC3E}">
        <p14:creationId xmlns:p14="http://schemas.microsoft.com/office/powerpoint/2010/main" val="81954435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4230C0E0-4F25-F57D-5A8E-EC936F1A9CE4}"/>
              </a:ext>
            </a:extLst>
          </p:cNvPr>
          <p:cNvSpPr>
            <a:spLocks noGrp="1"/>
          </p:cNvSpPr>
          <p:nvPr>
            <p:ph type="dt" sz="half" idx="10"/>
          </p:nvPr>
        </p:nvSpPr>
        <p:spPr/>
        <p:txBody>
          <a:bodyPr/>
          <a:lstStyle>
            <a:lvl1pPr>
              <a:defRPr/>
            </a:lvl1pPr>
          </a:lstStyle>
          <a:p>
            <a:pPr>
              <a:defRPr/>
            </a:pPr>
            <a:fld id="{1119B6E6-BC2A-4B1C-AF97-C413ED30526D}"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83BBD30A-C1FD-3E7E-E80C-57F00E74DD8F}"/>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C2C9825F-6068-A767-5A0C-A048C0E682A4}"/>
              </a:ext>
            </a:extLst>
          </p:cNvPr>
          <p:cNvSpPr>
            <a:spLocks noGrp="1"/>
          </p:cNvSpPr>
          <p:nvPr>
            <p:ph type="sldNum" sz="quarter" idx="12"/>
          </p:nvPr>
        </p:nvSpPr>
        <p:spPr/>
        <p:txBody>
          <a:bodyPr/>
          <a:lstStyle>
            <a:lvl1pPr>
              <a:defRPr/>
            </a:lvl1pPr>
          </a:lstStyle>
          <a:p>
            <a:pPr>
              <a:defRPr/>
            </a:pPr>
            <a:fld id="{5ED4E134-D668-42DB-922B-D9F4583309BE}" type="slidenum">
              <a:rPr lang="ko-KR" altLang="en-US"/>
              <a:pPr>
                <a:defRPr/>
              </a:pPr>
              <a:t>‹#›</a:t>
            </a:fld>
            <a:endParaRPr lang="ko-KR" altLang="en-US"/>
          </a:p>
        </p:txBody>
      </p:sp>
    </p:spTree>
    <p:extLst>
      <p:ext uri="{BB962C8B-B14F-4D97-AF65-F5344CB8AC3E}">
        <p14:creationId xmlns:p14="http://schemas.microsoft.com/office/powerpoint/2010/main" val="132031159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F4096166-A9EF-BE73-2DFA-66934418E724}"/>
              </a:ext>
            </a:extLst>
          </p:cNvPr>
          <p:cNvSpPr>
            <a:spLocks noGrp="1"/>
          </p:cNvSpPr>
          <p:nvPr>
            <p:ph type="dt" sz="half" idx="10"/>
          </p:nvPr>
        </p:nvSpPr>
        <p:spPr/>
        <p:txBody>
          <a:bodyPr/>
          <a:lstStyle>
            <a:lvl1pPr>
              <a:defRPr/>
            </a:lvl1pPr>
          </a:lstStyle>
          <a:p>
            <a:pPr>
              <a:defRPr/>
            </a:pPr>
            <a:fld id="{C9021E4B-2D56-4CA6-B509-241BC8474EBD}"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F3C4D94A-2C39-D2CC-0A60-78355EC72B05}"/>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14CF51A6-F84F-1336-4ADF-48AA674AB12A}"/>
              </a:ext>
            </a:extLst>
          </p:cNvPr>
          <p:cNvSpPr>
            <a:spLocks noGrp="1"/>
          </p:cNvSpPr>
          <p:nvPr>
            <p:ph type="sldNum" sz="quarter" idx="12"/>
          </p:nvPr>
        </p:nvSpPr>
        <p:spPr/>
        <p:txBody>
          <a:bodyPr/>
          <a:lstStyle>
            <a:lvl1pPr>
              <a:defRPr/>
            </a:lvl1pPr>
          </a:lstStyle>
          <a:p>
            <a:pPr>
              <a:defRPr/>
            </a:pPr>
            <a:fld id="{96070E09-DA34-46F6-9226-3068841F0077}" type="slidenum">
              <a:rPr lang="ko-KR" altLang="en-US"/>
              <a:pPr>
                <a:defRPr/>
              </a:pPr>
              <a:t>‹#›</a:t>
            </a:fld>
            <a:endParaRPr lang="ko-KR" altLang="en-US"/>
          </a:p>
        </p:txBody>
      </p:sp>
    </p:spTree>
    <p:extLst>
      <p:ext uri="{BB962C8B-B14F-4D97-AF65-F5344CB8AC3E}">
        <p14:creationId xmlns:p14="http://schemas.microsoft.com/office/powerpoint/2010/main" val="191025349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76992E06-6C4B-C9AE-9BA7-4BFD07E36406}"/>
              </a:ext>
            </a:extLst>
          </p:cNvPr>
          <p:cNvSpPr>
            <a:spLocks noGrp="1"/>
          </p:cNvSpPr>
          <p:nvPr>
            <p:ph type="dt" sz="half" idx="10"/>
          </p:nvPr>
        </p:nvSpPr>
        <p:spPr/>
        <p:txBody>
          <a:bodyPr/>
          <a:lstStyle>
            <a:lvl1pPr>
              <a:defRPr/>
            </a:lvl1pPr>
          </a:lstStyle>
          <a:p>
            <a:pPr>
              <a:defRPr/>
            </a:pPr>
            <a:fld id="{DD1FFACF-C44D-48A0-B407-DD4A38D54E94}"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D8CCB644-4A74-E7E9-8F50-AD28DA47140F}"/>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13609424-91B7-C0AB-1EA9-F023416B1C53}"/>
              </a:ext>
            </a:extLst>
          </p:cNvPr>
          <p:cNvSpPr>
            <a:spLocks noGrp="1"/>
          </p:cNvSpPr>
          <p:nvPr>
            <p:ph type="sldNum" sz="quarter" idx="12"/>
          </p:nvPr>
        </p:nvSpPr>
        <p:spPr/>
        <p:txBody>
          <a:bodyPr/>
          <a:lstStyle>
            <a:lvl1pPr>
              <a:defRPr/>
            </a:lvl1pPr>
          </a:lstStyle>
          <a:p>
            <a:pPr>
              <a:defRPr/>
            </a:pPr>
            <a:fld id="{9200FAB1-4A34-48F6-9D10-3EE74EB6AEDE}" type="slidenum">
              <a:rPr lang="ko-KR" altLang="en-US"/>
              <a:pPr>
                <a:defRPr/>
              </a:pPr>
              <a:t>‹#›</a:t>
            </a:fld>
            <a:endParaRPr lang="ko-KR" altLang="en-US"/>
          </a:p>
        </p:txBody>
      </p:sp>
    </p:spTree>
    <p:extLst>
      <p:ext uri="{BB962C8B-B14F-4D97-AF65-F5344CB8AC3E}">
        <p14:creationId xmlns:p14="http://schemas.microsoft.com/office/powerpoint/2010/main" val="246987644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B4659D6F-5123-C256-00A8-5E2B4C8D38A4}"/>
              </a:ext>
            </a:extLst>
          </p:cNvPr>
          <p:cNvSpPr>
            <a:spLocks noGrp="1"/>
          </p:cNvSpPr>
          <p:nvPr>
            <p:ph type="dt" sz="half" idx="10"/>
          </p:nvPr>
        </p:nvSpPr>
        <p:spPr/>
        <p:txBody>
          <a:bodyPr/>
          <a:lstStyle>
            <a:lvl1pPr>
              <a:defRPr/>
            </a:lvl1pPr>
          </a:lstStyle>
          <a:p>
            <a:pPr>
              <a:defRPr/>
            </a:pPr>
            <a:fld id="{D834B78F-5E38-45A4-A210-0E8D22214088}"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6484BC80-9F88-B683-3856-76F02409A0FB}"/>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C50B99BB-C60B-92DE-A0BF-754B7571309C}"/>
              </a:ext>
            </a:extLst>
          </p:cNvPr>
          <p:cNvSpPr>
            <a:spLocks noGrp="1"/>
          </p:cNvSpPr>
          <p:nvPr>
            <p:ph type="sldNum" sz="quarter" idx="12"/>
          </p:nvPr>
        </p:nvSpPr>
        <p:spPr/>
        <p:txBody>
          <a:bodyPr/>
          <a:lstStyle>
            <a:lvl1pPr>
              <a:defRPr/>
            </a:lvl1pPr>
          </a:lstStyle>
          <a:p>
            <a:pPr>
              <a:defRPr/>
            </a:pPr>
            <a:fld id="{B55948B9-6248-4B0D-8B95-6EBB98F89409}" type="slidenum">
              <a:rPr lang="ko-KR" altLang="en-US"/>
              <a:pPr>
                <a:defRPr/>
              </a:pPr>
              <a:t>‹#›</a:t>
            </a:fld>
            <a:endParaRPr lang="ko-KR" altLang="en-US"/>
          </a:p>
        </p:txBody>
      </p:sp>
    </p:spTree>
    <p:extLst>
      <p:ext uri="{BB962C8B-B14F-4D97-AF65-F5344CB8AC3E}">
        <p14:creationId xmlns:p14="http://schemas.microsoft.com/office/powerpoint/2010/main" val="13839910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47695AF7-1AFF-2CB9-482A-84FA115D90E2}"/>
              </a:ext>
            </a:extLst>
          </p:cNvPr>
          <p:cNvSpPr>
            <a:spLocks noGrp="1"/>
          </p:cNvSpPr>
          <p:nvPr>
            <p:ph type="dt" sz="half" idx="10"/>
          </p:nvPr>
        </p:nvSpPr>
        <p:spPr/>
        <p:txBody>
          <a:bodyPr/>
          <a:lstStyle>
            <a:lvl1pPr>
              <a:defRPr/>
            </a:lvl1pPr>
          </a:lstStyle>
          <a:p>
            <a:pPr>
              <a:defRPr/>
            </a:pPr>
            <a:fld id="{C57B3579-9141-44E1-B923-E17326428158}"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8BA9FBB6-5ABC-D580-A454-D638DCA782A1}"/>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013B4478-A313-7046-0976-896A3D8F2ABF}"/>
              </a:ext>
            </a:extLst>
          </p:cNvPr>
          <p:cNvSpPr>
            <a:spLocks noGrp="1"/>
          </p:cNvSpPr>
          <p:nvPr>
            <p:ph type="sldNum" sz="quarter" idx="12"/>
          </p:nvPr>
        </p:nvSpPr>
        <p:spPr/>
        <p:txBody>
          <a:bodyPr/>
          <a:lstStyle>
            <a:lvl1pPr>
              <a:defRPr/>
            </a:lvl1pPr>
          </a:lstStyle>
          <a:p>
            <a:pPr>
              <a:defRPr/>
            </a:pPr>
            <a:fld id="{A9FF48F8-615E-4C97-B466-D42F6BF792F3}" type="slidenum">
              <a:rPr lang="ko-KR" altLang="en-US"/>
              <a:pPr>
                <a:defRPr/>
              </a:pPr>
              <a:t>‹#›</a:t>
            </a:fld>
            <a:endParaRPr lang="ko-KR" altLang="en-US"/>
          </a:p>
        </p:txBody>
      </p:sp>
    </p:spTree>
    <p:extLst>
      <p:ext uri="{BB962C8B-B14F-4D97-AF65-F5344CB8AC3E}">
        <p14:creationId xmlns:p14="http://schemas.microsoft.com/office/powerpoint/2010/main" val="93244756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F15105A2-C9F1-8A51-DC32-BEDF9DD8AFD2}"/>
              </a:ext>
            </a:extLst>
          </p:cNvPr>
          <p:cNvSpPr>
            <a:spLocks noGrp="1"/>
          </p:cNvSpPr>
          <p:nvPr>
            <p:ph type="dt" sz="half" idx="10"/>
          </p:nvPr>
        </p:nvSpPr>
        <p:spPr/>
        <p:txBody>
          <a:bodyPr/>
          <a:lstStyle>
            <a:lvl1pPr>
              <a:defRPr/>
            </a:lvl1pPr>
          </a:lstStyle>
          <a:p>
            <a:pPr>
              <a:defRPr/>
            </a:pPr>
            <a:fld id="{EA5F7331-D563-4563-86F0-48876BBCBDC5}"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9E1BD988-14E4-660E-D246-BCEC7C78E68E}"/>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C4265A7E-B33D-1DDE-A143-92CCD10644F6}"/>
              </a:ext>
            </a:extLst>
          </p:cNvPr>
          <p:cNvSpPr>
            <a:spLocks noGrp="1"/>
          </p:cNvSpPr>
          <p:nvPr>
            <p:ph type="sldNum" sz="quarter" idx="12"/>
          </p:nvPr>
        </p:nvSpPr>
        <p:spPr/>
        <p:txBody>
          <a:bodyPr/>
          <a:lstStyle>
            <a:lvl1pPr>
              <a:defRPr/>
            </a:lvl1pPr>
          </a:lstStyle>
          <a:p>
            <a:pPr>
              <a:defRPr/>
            </a:pPr>
            <a:fld id="{420C8C8E-CA9F-4B6B-8962-AAA9635FB306}" type="slidenum">
              <a:rPr lang="ko-KR" altLang="en-US"/>
              <a:pPr>
                <a:defRPr/>
              </a:pPr>
              <a:t>‹#›</a:t>
            </a:fld>
            <a:endParaRPr lang="ko-KR" altLang="en-US"/>
          </a:p>
        </p:txBody>
      </p:sp>
    </p:spTree>
    <p:extLst>
      <p:ext uri="{BB962C8B-B14F-4D97-AF65-F5344CB8AC3E}">
        <p14:creationId xmlns:p14="http://schemas.microsoft.com/office/powerpoint/2010/main" val="126084227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E6C1DAEE-EB2F-BC7A-22A7-3DAA6B02BE23}"/>
              </a:ext>
            </a:extLst>
          </p:cNvPr>
          <p:cNvSpPr>
            <a:spLocks noGrp="1"/>
          </p:cNvSpPr>
          <p:nvPr>
            <p:ph type="dt" sz="half" idx="10"/>
          </p:nvPr>
        </p:nvSpPr>
        <p:spPr/>
        <p:txBody>
          <a:bodyPr/>
          <a:lstStyle>
            <a:lvl1pPr>
              <a:defRPr/>
            </a:lvl1pPr>
          </a:lstStyle>
          <a:p>
            <a:pPr>
              <a:defRPr/>
            </a:pPr>
            <a:fld id="{8D47CBCE-3A43-4FD8-BDDD-D7A87B464DF0}"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57518378-E0E8-EA00-326C-18BB07155636}"/>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D076D546-A66B-B701-1B10-08BE98A3AE90}"/>
              </a:ext>
            </a:extLst>
          </p:cNvPr>
          <p:cNvSpPr>
            <a:spLocks noGrp="1"/>
          </p:cNvSpPr>
          <p:nvPr>
            <p:ph type="sldNum" sz="quarter" idx="12"/>
          </p:nvPr>
        </p:nvSpPr>
        <p:spPr/>
        <p:txBody>
          <a:bodyPr/>
          <a:lstStyle>
            <a:lvl1pPr>
              <a:defRPr/>
            </a:lvl1pPr>
          </a:lstStyle>
          <a:p>
            <a:pPr>
              <a:defRPr/>
            </a:pPr>
            <a:fld id="{034ADB7E-6B9E-410E-B5F4-F6303126B337}" type="slidenum">
              <a:rPr lang="ko-KR" altLang="en-US"/>
              <a:pPr>
                <a:defRPr/>
              </a:pPr>
              <a:t>‹#›</a:t>
            </a:fld>
            <a:endParaRPr lang="ko-KR" altLang="en-US"/>
          </a:p>
        </p:txBody>
      </p:sp>
    </p:spTree>
    <p:extLst>
      <p:ext uri="{BB962C8B-B14F-4D97-AF65-F5344CB8AC3E}">
        <p14:creationId xmlns:p14="http://schemas.microsoft.com/office/powerpoint/2010/main" val="39879516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51E71604-25FA-91AF-90A5-9A6F0A4B72F4}"/>
              </a:ext>
            </a:extLst>
          </p:cNvPr>
          <p:cNvSpPr>
            <a:spLocks noGrp="1"/>
          </p:cNvSpPr>
          <p:nvPr>
            <p:ph type="dt" sz="half" idx="10"/>
          </p:nvPr>
        </p:nvSpPr>
        <p:spPr/>
        <p:txBody>
          <a:bodyPr/>
          <a:lstStyle>
            <a:lvl1pPr>
              <a:defRPr/>
            </a:lvl1pPr>
          </a:lstStyle>
          <a:p>
            <a:pPr>
              <a:defRPr/>
            </a:pPr>
            <a:fld id="{8F9D1341-2001-4AE5-A6C0-D4505D6DFBA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3B1CDB2D-6E7B-8542-6930-D9CDFDC126BA}"/>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363BB4BA-E560-8506-B9A9-67560EF6B796}"/>
              </a:ext>
            </a:extLst>
          </p:cNvPr>
          <p:cNvSpPr>
            <a:spLocks noGrp="1"/>
          </p:cNvSpPr>
          <p:nvPr>
            <p:ph type="sldNum" sz="quarter" idx="12"/>
          </p:nvPr>
        </p:nvSpPr>
        <p:spPr/>
        <p:txBody>
          <a:bodyPr/>
          <a:lstStyle>
            <a:lvl1pPr>
              <a:defRPr/>
            </a:lvl1pPr>
          </a:lstStyle>
          <a:p>
            <a:pPr>
              <a:defRPr/>
            </a:pPr>
            <a:fld id="{992EA690-6BD0-4908-B135-98FCB9F04D0A}" type="slidenum">
              <a:rPr lang="ko-KR" altLang="en-US"/>
              <a:pPr>
                <a:defRPr/>
              </a:pPr>
              <a:t>‹#›</a:t>
            </a:fld>
            <a:endParaRPr lang="ko-KR" altLang="en-US"/>
          </a:p>
        </p:txBody>
      </p:sp>
    </p:spTree>
    <p:extLst>
      <p:ext uri="{BB962C8B-B14F-4D97-AF65-F5344CB8AC3E}">
        <p14:creationId xmlns:p14="http://schemas.microsoft.com/office/powerpoint/2010/main" val="278165910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490037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38A64F7-80AE-C0F7-4DB3-BDAC14608E5C}"/>
              </a:ext>
            </a:extLst>
          </p:cNvPr>
          <p:cNvSpPr/>
          <p:nvPr userDrawn="1"/>
        </p:nvSpPr>
        <p:spPr bwMode="auto">
          <a:xfrm>
            <a:off x="3175" y="1773238"/>
            <a:ext cx="9899650" cy="71437"/>
          </a:xfrm>
          <a:prstGeom prst="rect">
            <a:avLst/>
          </a:prstGeom>
          <a:solidFill>
            <a:schemeClr val="bg1">
              <a:lumMod val="8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sp>
        <p:nvSpPr>
          <p:cNvPr id="3" name="직사각형 2">
            <a:extLst>
              <a:ext uri="{FF2B5EF4-FFF2-40B4-BE49-F238E27FC236}">
                <a16:creationId xmlns:a16="http://schemas.microsoft.com/office/drawing/2014/main" id="{1FDACFB3-A9B8-A514-80DD-1A5C2F282655}"/>
              </a:ext>
            </a:extLst>
          </p:cNvPr>
          <p:cNvSpPr/>
          <p:nvPr userDrawn="1"/>
        </p:nvSpPr>
        <p:spPr bwMode="auto">
          <a:xfrm>
            <a:off x="3175" y="1844675"/>
            <a:ext cx="9899650" cy="144463"/>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pic>
        <p:nvPicPr>
          <p:cNvPr id="4" name="그림 3">
            <a:extLst>
              <a:ext uri="{FF2B5EF4-FFF2-40B4-BE49-F238E27FC236}">
                <a16:creationId xmlns:a16="http://schemas.microsoft.com/office/drawing/2014/main" id="{601F24B4-82ED-D6B2-11CF-BB7A0CB729D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텍스트 개체 틀 18"/>
          <p:cNvSpPr>
            <a:spLocks noGrp="1"/>
          </p:cNvSpPr>
          <p:nvPr>
            <p:ph type="body" sz="quarter" idx="13"/>
          </p:nvPr>
        </p:nvSpPr>
        <p:spPr>
          <a:xfrm>
            <a:off x="0" y="1052736"/>
            <a:ext cx="9906000" cy="720155"/>
          </a:xfrm>
          <a:prstGeom prst="rect">
            <a:avLst/>
          </a:prstGeom>
        </p:spPr>
        <p:txBody>
          <a:bodyPr anchor="ctr" anchorCtr="0"/>
          <a:lstStyle>
            <a:lvl1pPr algn="ctr">
              <a:buNone/>
              <a:defRPr sz="2800" b="1"/>
            </a:lvl1pPr>
          </a:lstStyle>
          <a:p>
            <a:pPr lvl="0"/>
            <a:endParaRPr lang="ko-KR" altLang="en-US" dirty="0"/>
          </a:p>
        </p:txBody>
      </p:sp>
    </p:spTree>
    <p:extLst>
      <p:ext uri="{BB962C8B-B14F-4D97-AF65-F5344CB8AC3E}">
        <p14:creationId xmlns:p14="http://schemas.microsoft.com/office/powerpoint/2010/main" val="317164569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78E05B87-42D9-C006-D1F4-CFF44F784E55}"/>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C7261C1D-89D6-416F-8692-51163904F8FB}"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6171848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329782F7-2E49-6B49-A057-D65F27DD7796}"/>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8B137F80-8DF6-4EC3-87A7-3C43FC392354}"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31158357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slideLayout" Target="../slideLayouts/slideLayout17.xml"/><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slideLayout" Target="../slideLayouts/slideLayout16.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5.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6.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4.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42.xml"/><Relationship Id="rId2" Type="http://schemas.openxmlformats.org/officeDocument/2006/relationships/slideLayout" Target="../slideLayouts/slideLayout41.xml"/><Relationship Id="rId1" Type="http://schemas.openxmlformats.org/officeDocument/2006/relationships/slideLayout" Target="../slideLayouts/slideLayout40.xml"/><Relationship Id="rId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그림 6">
            <a:extLst>
              <a:ext uri="{FF2B5EF4-FFF2-40B4-BE49-F238E27FC236}">
                <a16:creationId xmlns:a16="http://schemas.microsoft.com/office/drawing/2014/main" id="{ECE77A3D-7CA7-944D-59E0-4C15248E41F8}"/>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8709" name="Line 5">
            <a:extLst>
              <a:ext uri="{FF2B5EF4-FFF2-40B4-BE49-F238E27FC236}">
                <a16:creationId xmlns:a16="http://schemas.microsoft.com/office/drawing/2014/main" id="{A0DDA7EE-FFA9-B247-2F9A-E81E76C4A847}"/>
              </a:ext>
            </a:extLst>
          </p:cNvPr>
          <p:cNvSpPr>
            <a:spLocks noChangeShapeType="1"/>
          </p:cNvSpPr>
          <p:nvPr userDrawn="1"/>
        </p:nvSpPr>
        <p:spPr bwMode="auto">
          <a:xfrm>
            <a:off x="3175" y="625475"/>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328710" name="Line 6">
            <a:extLst>
              <a:ext uri="{FF2B5EF4-FFF2-40B4-BE49-F238E27FC236}">
                <a16:creationId xmlns:a16="http://schemas.microsoft.com/office/drawing/2014/main" id="{3E739270-0174-B378-3396-1E48CA287135}"/>
              </a:ext>
            </a:extLst>
          </p:cNvPr>
          <p:cNvSpPr>
            <a:spLocks noChangeShapeType="1"/>
          </p:cNvSpPr>
          <p:nvPr userDrawn="1"/>
        </p:nvSpPr>
        <p:spPr bwMode="auto">
          <a:xfrm>
            <a:off x="3175" y="6332538"/>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0" name="Line 5">
            <a:extLst>
              <a:ext uri="{FF2B5EF4-FFF2-40B4-BE49-F238E27FC236}">
                <a16:creationId xmlns:a16="http://schemas.microsoft.com/office/drawing/2014/main" id="{9DCC79B5-96E0-97E0-0A78-E316287DBA95}"/>
              </a:ext>
            </a:extLst>
          </p:cNvPr>
          <p:cNvSpPr>
            <a:spLocks noChangeShapeType="1"/>
          </p:cNvSpPr>
          <p:nvPr userDrawn="1"/>
        </p:nvSpPr>
        <p:spPr bwMode="auto">
          <a:xfrm>
            <a:off x="3175" y="612775"/>
            <a:ext cx="9899650"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1" name="Line 6">
            <a:extLst>
              <a:ext uri="{FF2B5EF4-FFF2-40B4-BE49-F238E27FC236}">
                <a16:creationId xmlns:a16="http://schemas.microsoft.com/office/drawing/2014/main" id="{CD051F16-0309-7096-E281-737E14FDF007}"/>
              </a:ext>
            </a:extLst>
          </p:cNvPr>
          <p:cNvSpPr>
            <a:spLocks noChangeShapeType="1"/>
          </p:cNvSpPr>
          <p:nvPr userDrawn="1"/>
        </p:nvSpPr>
        <p:spPr bwMode="auto">
          <a:xfrm>
            <a:off x="1588" y="6343650"/>
            <a:ext cx="9901237"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Tree>
  </p:cSld>
  <p:clrMap bg1="lt1" tx1="dk1" bg2="lt2" tx2="dk2" accent1="accent1" accent2="accent2" accent3="accent3" accent4="accent4" accent5="accent5" accent6="accent6" hlink="hlink" folHlink="folHlink"/>
  <p:sldLayoutIdLst>
    <p:sldLayoutId id="2147486406" r:id="rId1"/>
    <p:sldLayoutId id="2147486407" r:id="rId2"/>
    <p:sldLayoutId id="2147486408" r:id="rId3"/>
    <p:sldLayoutId id="2147486409" r:id="rId4"/>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제목 개체 틀 1">
            <a:extLst>
              <a:ext uri="{FF2B5EF4-FFF2-40B4-BE49-F238E27FC236}">
                <a16:creationId xmlns:a16="http://schemas.microsoft.com/office/drawing/2014/main" id="{8AD9E253-A6DE-EF25-A3B7-48CA1226C444}"/>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2051" name="텍스트 개체 틀 2">
            <a:extLst>
              <a:ext uri="{FF2B5EF4-FFF2-40B4-BE49-F238E27FC236}">
                <a16:creationId xmlns:a16="http://schemas.microsoft.com/office/drawing/2014/main" id="{F5B1C35C-801B-F5A9-F021-6B4471A59FBB}"/>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589F8B80-007C-AD53-03B2-B2264E4474E0}"/>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A2A41A1D-FC88-4580-B3F1-F9EEE6B34566}"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BCC34EE0-F745-8E8F-165F-578E796AA8B2}"/>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FA922975-0A9B-6B15-2AF2-3E057DF13A21}"/>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3CC8C115-0D6D-4696-B246-B59409862B23}"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70" r:id="rId1"/>
    <p:sldLayoutId id="2147486371" r:id="rId2"/>
    <p:sldLayoutId id="2147486372" r:id="rId3"/>
    <p:sldLayoutId id="2147486373" r:id="rId4"/>
    <p:sldLayoutId id="2147486374" r:id="rId5"/>
    <p:sldLayoutId id="2147486375" r:id="rId6"/>
    <p:sldLayoutId id="2147486376" r:id="rId7"/>
    <p:sldLayoutId id="2147486377" r:id="rId8"/>
    <p:sldLayoutId id="2147486378" r:id="rId9"/>
    <p:sldLayoutId id="2147486379" r:id="rId10"/>
    <p:sldLayoutId id="2147486380" r:id="rId11"/>
    <p:sldLayoutId id="2147486381" r:id="rId12"/>
    <p:sldLayoutId id="2147486382" r:id="rId13"/>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제목 개체 틀 1">
            <a:extLst>
              <a:ext uri="{FF2B5EF4-FFF2-40B4-BE49-F238E27FC236}">
                <a16:creationId xmlns:a16="http://schemas.microsoft.com/office/drawing/2014/main" id="{74D9E513-C264-5E69-7ECD-A9A18F703311}"/>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3075" name="텍스트 개체 틀 2">
            <a:extLst>
              <a:ext uri="{FF2B5EF4-FFF2-40B4-BE49-F238E27FC236}">
                <a16:creationId xmlns:a16="http://schemas.microsoft.com/office/drawing/2014/main" id="{99BD5E69-36FF-6F7C-8610-1731B4729672}"/>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2F24E9F1-747D-01AE-FB50-3F22128F21F9}"/>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84B37ECB-5125-4A98-B278-5CE05BCD7BD9}"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5836AC7D-81F8-AB05-2BEC-577F94FA7B49}"/>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D98CEFE5-5AAA-4147-C6F9-292C6E190BF9}"/>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B3835090-20C2-4178-AD2C-A6AD7A13FD7A}"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83" r:id="rId1"/>
    <p:sldLayoutId id="2147486384" r:id="rId2"/>
    <p:sldLayoutId id="2147486385" r:id="rId3"/>
    <p:sldLayoutId id="2147486386" r:id="rId4"/>
    <p:sldLayoutId id="2147486387" r:id="rId5"/>
    <p:sldLayoutId id="2147486388" r:id="rId6"/>
    <p:sldLayoutId id="2147486389" r:id="rId7"/>
    <p:sldLayoutId id="2147486390" r:id="rId8"/>
    <p:sldLayoutId id="2147486391" r:id="rId9"/>
    <p:sldLayoutId id="2147486392" r:id="rId10"/>
    <p:sldLayoutId id="2147486393"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제목 개체 틀 1">
            <a:extLst>
              <a:ext uri="{FF2B5EF4-FFF2-40B4-BE49-F238E27FC236}">
                <a16:creationId xmlns:a16="http://schemas.microsoft.com/office/drawing/2014/main" id="{7CDE9F9C-953B-24E1-FDC3-B0595CD63680}"/>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4099" name="텍스트 개체 틀 2">
            <a:extLst>
              <a:ext uri="{FF2B5EF4-FFF2-40B4-BE49-F238E27FC236}">
                <a16:creationId xmlns:a16="http://schemas.microsoft.com/office/drawing/2014/main" id="{51BD0A0C-E991-F4F8-94A4-175378D4CFD3}"/>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9E2D5542-1083-AEEE-BBC8-57C5A288DB0A}"/>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D1C54168-229E-4419-B0A0-736663BB7B93}"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238AD21E-7A96-6EEC-3883-C7A72AC7390A}"/>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D618C09C-FB40-02C3-180D-B3EDCCB2EEC4}"/>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D3920CB5-FC84-469B-B4C0-02D28E7DFD7E}"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94" r:id="rId1"/>
    <p:sldLayoutId id="2147486395" r:id="rId2"/>
    <p:sldLayoutId id="2147486396" r:id="rId3"/>
    <p:sldLayoutId id="2147486397" r:id="rId4"/>
    <p:sldLayoutId id="2147486398" r:id="rId5"/>
    <p:sldLayoutId id="2147486399" r:id="rId6"/>
    <p:sldLayoutId id="2147486400" r:id="rId7"/>
    <p:sldLayoutId id="2147486401" r:id="rId8"/>
    <p:sldLayoutId id="2147486402" r:id="rId9"/>
    <p:sldLayoutId id="2147486403" r:id="rId10"/>
    <p:sldLayoutId id="2147486404"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05" r:id="rId1"/>
    <p:sldLayoutId id="2147486410" r:id="rId2"/>
    <p:sldLayoutId id="2147486411" r:id="rId3"/>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12" r:id="rId1"/>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텍스트 개체 틀 10">
            <a:extLst>
              <a:ext uri="{FF2B5EF4-FFF2-40B4-BE49-F238E27FC236}">
                <a16:creationId xmlns:a16="http://schemas.microsoft.com/office/drawing/2014/main" id="{4BBD647A-91B8-D22E-A3F6-8FF7A7FAEBF8}"/>
              </a:ext>
            </a:extLst>
          </p:cNvPr>
          <p:cNvSpPr>
            <a:spLocks noGrp="1"/>
          </p:cNvSpPr>
          <p:nvPr>
            <p:ph type="body" sz="quarter" idx="13"/>
          </p:nvPr>
        </p:nvSpPr>
        <p:spPr bwMode="auto">
          <a:xfrm>
            <a:off x="0" y="1052513"/>
            <a:ext cx="9906000" cy="7207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compatLnSpc="1">
            <a:prstTxWarp prst="textNoShape">
              <a:avLst/>
            </a:prstTxWarp>
          </a:bodyPr>
          <a:lstStyle/>
          <a:p>
            <a:pPr latinLnBrk="0" marL="0" indent="0" eaLnBrk="1" hangingPunct="1">
              <a:spcBef>
                <a:spcPct val="0"/>
              </a:spcBef>
            </a:pPr>
            <a:r>
              <a:rPr lang="en-US" altLang="ko-KR">
                <a:solidFill>
                  <a:schemeClr val="tx2"/>
                </a:solidFill>
                <a:latin typeface="Arial" panose="020B0604020202020204" pitchFamily="34" charset="0"/>
                <a:ea typeface="맑은 고딕" panose="020B0503020000020004" pitchFamily="34" charset="-127"/>
                <a:cs typeface="Arial" panose="020B0604020202020204" pitchFamily="34" charset="0"/>
              </a:rPr>
              <a:t>Zaplist</a:t>
            </a:r>
            <a:endParaRPr lang="ko-KR" altLang="en-US">
              <a:solidFill>
                <a:schemeClr val="tx2"/>
              </a:solidFill>
              <a:latin typeface="Arial" panose="020B0604020202020204" pitchFamily="34" charset="0"/>
              <a:ea typeface="맑은 고딕" panose="020B0503020000020004" pitchFamily="34" charset="-127"/>
              <a:cs typeface="Arial" panose="020B0604020202020204" pitchFamily="34" charset="0"/>
            </a:endParaRPr>
          </a:p>
        </p:txBody>
      </p:sp>
      <p:sp>
        <p:nvSpPr>
          <p:cNvPr id="14339" name="텍스트 개체 틀 7">
            <a:extLst>
              <a:ext uri="{FF2B5EF4-FFF2-40B4-BE49-F238E27FC236}">
                <a16:creationId xmlns:a16="http://schemas.microsoft.com/office/drawing/2014/main" id="{B5756A5E-C115-7557-5801-6872006B5545}"/>
              </a:ext>
            </a:extLst>
          </p:cNvPr>
          <p:cNvSpPr txBox="1">
            <a:spLocks/>
          </p:cNvSpPr>
          <p:nvPr/>
        </p:nvSpPr>
        <p:spPr bwMode="auto">
          <a:xfrm>
            <a:off x="273050" y="188913"/>
            <a:ext cx="44640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36000" rIns="0" anchor="ct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20000"/>
              </a:spcBef>
            </a:pPr>
            <a:r>
              <a:rPr kumimoji="1" lang="en-US" altLang="ko-KR" sz="1500">
                <a:latin typeface="Arial" panose="020B0604020202020204" pitchFamily="34" charset="0"/>
                <a:ea typeface="맑은 고딕" panose="020B0503020000020004" pitchFamily="34" charset="-127"/>
                <a:cs typeface="Arial" panose="020B0604020202020204" pitchFamily="34" charset="0"/>
              </a:rPr>
              <a:t>UX Scenario Document File Version 4.3</a:t>
            </a:r>
            <a:endParaRPr kumimoji="1" lang="ko-KR" altLang="en-US" sz="1500">
              <a:latin typeface="Arial" panose="020B0604020202020204" pitchFamily="34" charset="0"/>
              <a:ea typeface="맑은 고딕" panose="020B0503020000020004" pitchFamily="34" charset="-127"/>
              <a:cs typeface="Arial" panose="020B0604020202020204" pitchFamily="34" charset="0"/>
            </a:endParaRPr>
          </a:p>
        </p:txBody>
      </p:sp>
      <p:graphicFrame>
        <p:nvGraphicFramePr>
          <p:cNvPr id="13" name="표 12">
            <a:extLst>
              <a:ext uri="{FF2B5EF4-FFF2-40B4-BE49-F238E27FC236}">
                <a16:creationId xmlns:a16="http://schemas.microsoft.com/office/drawing/2014/main" id="{ED29D4EB-E8AC-2FB8-EB2C-5488242FFF3D}"/>
              </a:ext>
            </a:extLst>
          </p:cNvPr>
          <p:cNvGraphicFramePr>
            <a:graphicFrameLocks noGrp="1"/>
          </p:cNvGraphicFramePr>
          <p:nvPr>
            <p:extLst>
              <p:ext uri="{D42A27DB-BD31-4B8C-83A1-F6EECF244321}">
                <p14:modId xmlns:p14="http://schemas.microsoft.com/office/powerpoint/2010/main" val="4144832924"/>
              </p:ext>
            </p:extLst>
          </p:nvPr>
        </p:nvGraphicFramePr>
        <p:xfrm>
          <a:off x="4521200" y="4797425"/>
          <a:ext cx="4932363" cy="1493838"/>
        </p:xfrm>
        <a:graphic>
          <a:graphicData uri="http://schemas.openxmlformats.org/drawingml/2006/table">
            <a:tbl>
              <a:tblPr firstRow="1" bandRow="1">
                <a:tableStyleId>{5C22544A-7EE6-4342-B048-85BDC9FD1C3A}</a:tableStyleId>
              </a:tblPr>
              <a:tblGrid>
                <a:gridCol w="1836135">
                  <a:extLst>
                    <a:ext uri="{9D8B030D-6E8A-4147-A177-3AD203B41FA5}">
                      <a16:colId xmlns:a16="http://schemas.microsoft.com/office/drawing/2014/main" val="20000"/>
                    </a:ext>
                  </a:extLst>
                </a:gridCol>
                <a:gridCol w="3096228">
                  <a:extLst>
                    <a:ext uri="{9D8B030D-6E8A-4147-A177-3AD203B41FA5}">
                      <a16:colId xmlns:a16="http://schemas.microsoft.com/office/drawing/2014/main" val="20001"/>
                    </a:ext>
                  </a:extLst>
                </a:gridCol>
              </a:tblGrid>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Submission Date</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2026 / 10 / 10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0"/>
                  </a:ext>
                </a:extLst>
              </a:tr>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App Ver.</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1.0.0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823136">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ko-KR" sz="1600" b="1" dirty="0">
                          <a:solidFill>
                            <a:schemeClr val="tx1"/>
                          </a:solidFill>
                          <a:latin typeface="Arial" pitchFamily="34" charset="0"/>
                          <a:ea typeface="맑은 고딕" pitchFamily="50" charset="-127"/>
                          <a:cs typeface="Arial" pitchFamily="34" charset="0"/>
                        </a:rPr>
                        <a:t>App Developer</a:t>
                      </a:r>
                      <a:endParaRPr lang="ko-KR" altLang="en-US" sz="1600" b="1" dirty="0">
                        <a:solidFill>
                          <a:schemeClr val="tx1"/>
                        </a:solidFill>
                        <a:latin typeface="Arial" pitchFamily="34" charset="0"/>
                        <a:ea typeface="맑은 고딕" pitchFamily="50" charset="-127"/>
                        <a:cs typeface="Arial" pitchFamily="34" charset="0"/>
                      </a:endParaRPr>
                    </a:p>
                    <a:p>
                      <a:pPr algn="r" latinLnBrk="0"/>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latin typeface="Arial" pitchFamily="34" charset="0"/>
                          <a:cs typeface="Arial" pitchFamily="34" charset="0"/>
                        </a:rPr>
                        <a:t>Name: Zaplist</a:t>
                      </a:r>
                    </a:p>
                    <a:p>
                      <a:pPr latinLnBrk="0"/>
                      <a:r>
                        <a:rPr lang="en-US" altLang="ko-KR" sz="1600" b="0" i="0">
                          <a:latin typeface="Arial" pitchFamily="34" charset="0"/>
                          <a:cs typeface="Arial" pitchFamily="34" charset="0"/>
                        </a:rPr>
                        <a:t>E-mail address: nomoredazzling@gmail.com</a:t>
                      </a:r>
                      <a:endParaRPr lang="ko-KR" altLang="en-US" sz="1600" b="0" i="0" dirty="0">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39">
            <a:extLst>
              <a:ext uri="{FF2B5EF4-FFF2-40B4-BE49-F238E27FC236}">
                <a16:creationId xmlns:a16="http://schemas.microsoft.com/office/drawing/2014/main" id="{36B37F45-A730-AD66-6BFE-12D6BFC30C84}"/>
              </a:ext>
            </a:extLst>
          </p:cNvPr>
          <p:cNvSpPr>
            <a:spLocks noChangeArrowheads="1"/>
          </p:cNvSpPr>
          <p:nvPr/>
        </p:nvSpPr>
        <p:spPr bwMode="auto">
          <a:xfrm>
            <a:off x="2289175" y="2409825"/>
            <a:ext cx="4895850" cy="2879725"/>
          </a:xfrm>
          <a:prstGeom prst="rect">
            <a:avLst/>
          </a:prstGeom>
          <a:noFill/>
          <a:ln w="12700" algn="ctr">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endParaRPr lang="ko-KR" altLang="en-US">
              <a:latin typeface="Arial" panose="020B0604020202020204" pitchFamily="34" charset="0"/>
              <a:cs typeface="Arial" panose="020B0604020202020204" pitchFamily="34" charset="0"/>
            </a:endParaRPr>
          </a:p>
        </p:txBody>
      </p:sp>
      <p:sp>
        <p:nvSpPr>
          <p:cNvPr id="17" name="텍스트 개체 틀 16">
            <a:extLst>
              <a:ext uri="{FF2B5EF4-FFF2-40B4-BE49-F238E27FC236}">
                <a16:creationId xmlns:a16="http://schemas.microsoft.com/office/drawing/2014/main" id="{9150CDE9-EBCD-BA3E-7961-619910C52E5D}"/>
              </a:ext>
            </a:extLst>
          </p:cNvPr>
          <p:cNvSpPr>
            <a:spLocks noGrp="1"/>
          </p:cNvSpPr>
          <p:nvPr>
            <p:ph type="body" sz="quarter" idx="13"/>
          </p:nvPr>
        </p:nvSpPr>
        <p:spPr>
          <a:xfrm>
            <a:off x="3008313" y="1484313"/>
            <a:ext cx="4032250" cy="523875"/>
          </a:xfrm>
        </p:spPr>
        <p:txBody>
          <a:bodyPr/>
          <a:lstStyle/>
          <a:p>
            <a:pPr latinLnBrk="0">
              <a:defRPr/>
            </a:pPr>
            <a:r>
              <a:rPr lang="en-US" altLang="ko-KR" sz="2800">
                <a:latin typeface="Arial" pitchFamily="34" charset="0"/>
                <a:ea typeface="돋움" pitchFamily="50" charset="-127"/>
                <a:cs typeface="Arial" pitchFamily="34" charset="0"/>
              </a:rPr>
              <a:t>Table of Contents</a:t>
            </a:r>
            <a:endParaRPr sz="2800">
              <a:latin typeface="Arial" pitchFamily="34" charset="0"/>
              <a:cs typeface="Arial" pitchFamily="34" charset="0"/>
            </a:endParaRPr>
          </a:p>
        </p:txBody>
      </p:sp>
      <p:sp>
        <p:nvSpPr>
          <p:cNvPr id="16388" name="텍스트 개체 틀 16">
            <a:extLst>
              <a:ext uri="{FF2B5EF4-FFF2-40B4-BE49-F238E27FC236}">
                <a16:creationId xmlns:a16="http://schemas.microsoft.com/office/drawing/2014/main" id="{A0B0E8DB-CE8A-C283-2FC9-44BFEBE16948}"/>
              </a:ext>
            </a:extLst>
          </p:cNvPr>
          <p:cNvSpPr txBox="1">
            <a:spLocks noChangeArrowheads="1"/>
          </p:cNvSpPr>
          <p:nvPr/>
        </p:nvSpPr>
        <p:spPr bwMode="auto">
          <a:xfrm>
            <a:off x="3584575" y="2563813"/>
            <a:ext cx="3816350" cy="2570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1. Basic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2. Document History</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3. Remote Control Keys</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4. Detailed Login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5. Main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6. Sub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7. Paid Content (not applicable)</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8. In-App Ad (not applicable)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a:extLst>
              <a:ext uri="{FF2B5EF4-FFF2-40B4-BE49-F238E27FC236}">
                <a16:creationId xmlns:a16="http://schemas.microsoft.com/office/drawing/2014/main" id="{4E8D2D94-6D0C-DA47-26AE-EDD9817A68C1}"/>
              </a:ext>
            </a:extLst>
          </p:cNvPr>
          <p:cNvGraphicFramePr>
            <a:graphicFrameLocks noGrp="1"/>
          </p:cNvGraphicFramePr>
          <p:nvPr>
            <p:extLst>
              <p:ext uri="{D42A27DB-BD31-4B8C-83A1-F6EECF244321}">
                <p14:modId xmlns:p14="http://schemas.microsoft.com/office/powerpoint/2010/main" val="810785383"/>
              </p:ext>
            </p:extLst>
          </p:nvPr>
        </p:nvGraphicFramePr>
        <p:xfrm>
          <a:off x="200025" y="668281"/>
          <a:ext cx="9577388" cy="5613040"/>
        </p:xfrm>
        <a:graphic>
          <a:graphicData uri="http://schemas.openxmlformats.org/drawingml/2006/table">
            <a:tbl>
              <a:tblPr firstRow="1" bandRow="1">
                <a:tableStyleId>{5C22544A-7EE6-4342-B048-85BDC9FD1C3A}</a:tableStyleId>
              </a:tblPr>
              <a:tblGrid>
                <a:gridCol w="1296188">
                  <a:extLst>
                    <a:ext uri="{9D8B030D-6E8A-4147-A177-3AD203B41FA5}">
                      <a16:colId xmlns:a16="http://schemas.microsoft.com/office/drawing/2014/main" val="20000"/>
                    </a:ext>
                  </a:extLst>
                </a:gridCol>
                <a:gridCol w="2232651">
                  <a:extLst>
                    <a:ext uri="{9D8B030D-6E8A-4147-A177-3AD203B41FA5}">
                      <a16:colId xmlns:a16="http://schemas.microsoft.com/office/drawing/2014/main" val="20001"/>
                    </a:ext>
                  </a:extLst>
                </a:gridCol>
                <a:gridCol w="2967170">
                  <a:extLst>
                    <a:ext uri="{9D8B030D-6E8A-4147-A177-3AD203B41FA5}">
                      <a16:colId xmlns:a16="http://schemas.microsoft.com/office/drawing/2014/main" val="20002"/>
                    </a:ext>
                  </a:extLst>
                </a:gridCol>
                <a:gridCol w="3081379">
                  <a:extLst>
                    <a:ext uri="{9D8B030D-6E8A-4147-A177-3AD203B41FA5}">
                      <a16:colId xmlns:a16="http://schemas.microsoft.com/office/drawing/2014/main" val="20003"/>
                    </a:ext>
                  </a:extLst>
                </a:gridCol>
              </a:tblGrid>
              <a:tr h="307695">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Category</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Items</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Input (By Developer)</a:t>
                      </a:r>
                      <a:endParaRPr lang="ko-KR" altLang="en-US"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Example</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10000"/>
                  </a:ext>
                </a:extLst>
              </a:tr>
              <a:tr h="237905">
                <a:tc rowSpan="1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1" dirty="0">
                          <a:solidFill>
                            <a:schemeClr val="tx1"/>
                          </a:solidFill>
                          <a:latin typeface="Arial" pitchFamily="34" charset="0"/>
                          <a:ea typeface="맑은 고딕" pitchFamily="50" charset="-127"/>
                          <a:cs typeface="Arial" pitchFamily="34" charset="0"/>
                        </a:rPr>
                        <a:t>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 Title</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Zaplist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1"/>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Category</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Entertainment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Entertainment</a:t>
                      </a:r>
                      <a:r>
                        <a:rPr lang="en-US" altLang="ko-KR" sz="1000" b="0" baseline="0" dirty="0">
                          <a:solidFill>
                            <a:schemeClr val="tx1"/>
                          </a:solidFill>
                          <a:latin typeface="Arial" pitchFamily="34" charset="0"/>
                          <a:ea typeface="맑은 고딕" pitchFamily="50" charset="-127"/>
                          <a:cs typeface="Arial" pitchFamily="34" charset="0"/>
                        </a:rPr>
                        <a:t> / Game / Life</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2"/>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File Type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 (packaged </a:t>
                      </a:r>
                      <a:r>
                        <a:rPr lang="en-US" altLang="ko-KR" sz="900" b="1" i="0" kern="1200" baseline="0">
                          <a:solidFill>
                            <a:schemeClr val="tx1"/>
                          </a:solidFill>
                          <a:latin typeface="Arial" pitchFamily="34" charset="0"/>
                          <a:ea typeface="맑은 고딕" pitchFamily="50" charset="-127"/>
                          <a:cs typeface="Arial" pitchFamily="34" charset="0"/>
                        </a:rPr>
                        <a:t>IPK)</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Web / Adobe Flash /</a:t>
                      </a:r>
                      <a:r>
                        <a:rPr lang="en-US" altLang="ko-KR" sz="1000" b="0" baseline="0" dirty="0">
                          <a:solidFill>
                            <a:schemeClr val="tx1"/>
                          </a:solidFill>
                          <a:latin typeface="Arial" pitchFamily="34" charset="0"/>
                          <a:ea typeface="맑은 고딕" pitchFamily="50" charset="-127"/>
                          <a:cs typeface="Arial" pitchFamily="34" charset="0"/>
                        </a:rPr>
                        <a:t> Native</a:t>
                      </a:r>
                      <a:r>
                        <a:rPr lang="en-US" altLang="ko-KR" sz="1000" b="0" kern="1200" baseline="0" dirty="0">
                          <a:solidFill>
                            <a:schemeClr val="tx1"/>
                          </a:solidFill>
                          <a:latin typeface="Arial" pitchFamily="34" charset="0"/>
                          <a:ea typeface="맑은 고딕" pitchFamily="50" charset="-127"/>
                          <a:cs typeface="Arial" pitchFamily="34" charset="0"/>
                        </a:rPr>
                        <a:t> App</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3"/>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Optimized Resolution</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1920*1080</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1280*720 / 1910*1080</a:t>
                      </a:r>
                      <a:endParaRPr lang="ko-KR" altLang="en-US" sz="1000" b="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4"/>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Service</a:t>
                      </a:r>
                      <a:r>
                        <a:rPr lang="en-US" altLang="ko-KR" sz="1000" b="1" baseline="0" dirty="0">
                          <a:solidFill>
                            <a:schemeClr val="tx1"/>
                          </a:solidFill>
                          <a:latin typeface="Arial" pitchFamily="34" charset="0"/>
                          <a:ea typeface="맑은 고딕" pitchFamily="50" charset="-127"/>
                          <a:cs typeface="Arial" pitchFamily="34" charset="0"/>
                        </a:rPr>
                        <a:t> Area Information</a:t>
                      </a:r>
                      <a:endParaRPr lang="en-US" altLang="ko-KR"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Global</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Global</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dirty="0">
                          <a:solidFill>
                            <a:schemeClr val="tx1"/>
                          </a:solidFill>
                          <a:latin typeface="Arial" pitchFamily="34" charset="0"/>
                          <a:ea typeface="맑은 고딕" pitchFamily="50" charset="-127"/>
                          <a:cs typeface="Arial" pitchFamily="34" charset="0"/>
                        </a:rPr>
                        <a:t>KR,</a:t>
                      </a:r>
                      <a:r>
                        <a:rPr lang="en-US" altLang="ko-KR" sz="1000" b="0" baseline="0" dirty="0">
                          <a:solidFill>
                            <a:schemeClr val="tx1"/>
                          </a:solidFill>
                          <a:latin typeface="Arial" pitchFamily="34" charset="0"/>
                          <a:ea typeface="맑은 고딕" pitchFamily="50" charset="-127"/>
                          <a:cs typeface="Arial" pitchFamily="34" charset="0"/>
                        </a:rPr>
                        <a:t> US</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5"/>
                  </a:ext>
                </a:extLst>
              </a:tr>
              <a:tr h="237905">
                <a:tc vMerge="1">
                  <a:txBody>
                    <a:bodyPr/>
                    <a:lstStyle/>
                    <a:p>
                      <a:pPr marL="228600" indent="-228600" algn="l" latinLnBrk="0">
                        <a:buFont typeface="+mj-lt"/>
                        <a:buNone/>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App Service Language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English</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English,</a:t>
                      </a:r>
                      <a:r>
                        <a:rPr lang="en-US" altLang="ko-KR" sz="1000" b="0" baseline="0" dirty="0">
                          <a:solidFill>
                            <a:schemeClr val="tx1"/>
                          </a:solidFill>
                          <a:latin typeface="Arial" pitchFamily="34" charset="0"/>
                          <a:ea typeface="맑은 고딕" pitchFamily="50" charset="-127"/>
                          <a:cs typeface="Arial" pitchFamily="34" charset="0"/>
                        </a:rPr>
                        <a:t> Spanish</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6"/>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kern="0" dirty="0">
                          <a:solidFill>
                            <a:schemeClr val="tx1"/>
                          </a:solidFill>
                          <a:latin typeface="Arial" pitchFamily="34" charset="0"/>
                          <a:ea typeface="+mn-ea"/>
                          <a:cs typeface="Arial" pitchFamily="34" charset="0"/>
                        </a:rPr>
                        <a:t>Geo-IP Block</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No</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7"/>
                  </a:ext>
                </a:extLst>
              </a:tr>
              <a:tr h="237905">
                <a:tc vMerge="1">
                  <a:txBody>
                    <a:bodyPr/>
                    <a:lstStyle/>
                    <a:p>
                      <a:pPr marL="228600" indent="-228600" algn="l" latinLnBrk="0">
                        <a:buFont typeface="+mj-lt"/>
                        <a:buNone/>
                      </a:pPr>
                      <a:endParaRPr lang="ko-KR" altLang="en-US" sz="1000" b="1" i="1" u="sng"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i="0" u="none" dirty="0">
                          <a:solidFill>
                            <a:schemeClr val="tx1"/>
                          </a:solidFill>
                          <a:latin typeface="Arial" pitchFamily="34" charset="0"/>
                          <a:ea typeface="맑은 고딕" pitchFamily="50" charset="-127"/>
                          <a:cs typeface="Arial" pitchFamily="34" charset="0"/>
                        </a:rPr>
                        <a:t>SDK</a:t>
                      </a:r>
                      <a:r>
                        <a:rPr lang="en-US" altLang="ko-KR" sz="1000" b="1" i="0" u="none" baseline="0" dirty="0">
                          <a:solidFill>
                            <a:schemeClr val="tx1"/>
                          </a:solidFill>
                          <a:latin typeface="Arial" pitchFamily="34" charset="0"/>
                          <a:ea typeface="맑은 고딕" pitchFamily="50" charset="-127"/>
                          <a:cs typeface="Arial" pitchFamily="34" charset="0"/>
                        </a:rPr>
                        <a:t> Version</a:t>
                      </a:r>
                      <a:endParaRPr lang="ko-KR" altLang="en-US" sz="1000" b="1" i="0" u="none"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 (webOS TV 4.0 and </a:t>
                      </a:r>
                      <a:r>
                        <a:rPr lang="en-US" altLang="ko-KR" sz="900" b="1" i="0" kern="1200" baseline="0">
                          <a:solidFill>
                            <a:schemeClr val="tx1"/>
                          </a:solidFill>
                          <a:latin typeface="Arial" pitchFamily="34" charset="0"/>
                          <a:ea typeface="맑은 고딕" pitchFamily="50" charset="-127"/>
                          <a:cs typeface="Arial" pitchFamily="34" charset="0"/>
                        </a:rPr>
                        <a:t>later)</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NetCast (XX. XX. XXX)</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baseline="0" dirty="0" err="1">
                          <a:solidFill>
                            <a:schemeClr val="tx1"/>
                          </a:solidFill>
                          <a:latin typeface="Arial" pitchFamily="34" charset="0"/>
                          <a:ea typeface="맑은 고딕" pitchFamily="50" charset="-127"/>
                          <a:cs typeface="Arial" pitchFamily="34" charset="0"/>
                        </a:rPr>
                        <a:t>webOS</a:t>
                      </a:r>
                      <a:r>
                        <a:rPr lang="en-US" altLang="ko-KR" sz="1000" b="0" baseline="0" dirty="0">
                          <a:solidFill>
                            <a:schemeClr val="tx1"/>
                          </a:solidFill>
                          <a:latin typeface="Arial" pitchFamily="34" charset="0"/>
                          <a:ea typeface="맑은 고딕" pitchFamily="50" charset="-127"/>
                          <a:cs typeface="Arial" pitchFamily="34" charset="0"/>
                        </a:rPr>
                        <a:t> (X. X. X)</a:t>
                      </a:r>
                      <a:endParaRPr lang="ko-KR" altLang="en-US" sz="1000" b="0" i="1" u="sng"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8"/>
                  </a:ext>
                </a:extLst>
              </a:tr>
              <a:tr h="237905">
                <a:tc vMerge="1">
                  <a:txBody>
                    <a:bodyPr/>
                    <a:lstStyle/>
                    <a:p>
                      <a:pPr algn="l" latinLnBrk="0"/>
                      <a:endParaRPr lang="ko-KR" altLang="en-US" sz="1000" b="0"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baseline="0" dirty="0">
                          <a:solidFill>
                            <a:schemeClr val="tx1"/>
                          </a:solidFill>
                          <a:latin typeface="Arial" pitchFamily="34" charset="0"/>
                          <a:ea typeface="맑은 고딕" pitchFamily="50" charset="-127"/>
                          <a:cs typeface="Arial" pitchFamily="34" charset="0"/>
                        </a:rPr>
                        <a:t>In-App Ad</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Banner AD / AVOD / 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9"/>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Paid Content</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latinLnBrk="0"/>
                      <a:r>
                        <a:rPr lang="en-US" altLang="ko-KR" sz="900">
                          <a:solidFill>
                            <a:schemeClr val="tx1"/>
                          </a:solidFill>
                        </a:rPr>
                        <a:t>Not Applicable</a:t>
                      </a:r>
                      <a:endParaRPr lang="en-US" altLang="ko-KR" sz="900" dirty="0">
                        <a:solidFill>
                          <a:schemeClr val="tx1"/>
                        </a:solidFill>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Transaction / Subscription / Not Applicable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0"/>
                  </a:ext>
                </a:extLst>
              </a:tr>
              <a:tr h="237905">
                <a:tc vMerge="1">
                  <a:txBody>
                    <a:bodyPr/>
                    <a:lstStyle/>
                    <a:p>
                      <a:pPr latinLnBrk="0"/>
                      <a:endParaRPr lang="ko-KR" altLang="en-US"/>
                    </a:p>
                  </a:txBody>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Sound </a:t>
                      </a:r>
                      <a:r>
                        <a:rPr lang="en-US" altLang="ko-KR" sz="1000" b="0" dirty="0">
                          <a:solidFill>
                            <a:schemeClr val="tx1"/>
                          </a:solidFill>
                          <a:latin typeface="Arial" pitchFamily="34" charset="0"/>
                          <a:ea typeface="맑은 고딕" pitchFamily="50" charset="-127"/>
                          <a:cs typeface="Arial" pitchFamily="34" charset="0"/>
                        </a:rPr>
                        <a:t>(For</a:t>
                      </a:r>
                      <a:r>
                        <a:rPr lang="en-US" altLang="ko-KR" sz="1000" b="0" baseline="0" dirty="0">
                          <a:solidFill>
                            <a:schemeClr val="tx1"/>
                          </a:solidFill>
                          <a:latin typeface="Arial" pitchFamily="34" charset="0"/>
                          <a:ea typeface="맑은 고딕" pitchFamily="50" charset="-127"/>
                          <a:cs typeface="Arial" pitchFamily="34" charset="0"/>
                        </a:rPr>
                        <a:t> Game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(not a game; no BGM or sound </a:t>
                      </a:r>
                      <a:r>
                        <a:rPr lang="en-US" altLang="ko-KR" sz="900" b="1" i="0" kern="1200" baseline="0">
                          <a:solidFill>
                            <a:schemeClr val="tx1"/>
                          </a:solidFill>
                          <a:latin typeface="Arial" pitchFamily="34" charset="0"/>
                          <a:ea typeface="맑은 고딕" pitchFamily="50" charset="-127"/>
                          <a:cs typeface="Arial" pitchFamily="34" charset="0"/>
                        </a:rPr>
                        <a:t>effects)</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BGM (Yes / No), Sound Effect (Yes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1"/>
                  </a:ext>
                </a:extLst>
              </a:tr>
              <a:tr h="237905">
                <a:tc row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dirty="0">
                          <a:solidFill>
                            <a:schemeClr val="tx1"/>
                          </a:solidFill>
                          <a:latin typeface="Arial" pitchFamily="34" charset="0"/>
                          <a:ea typeface="맑은 고딕" pitchFamily="50" charset="-127"/>
                          <a:cs typeface="Arial" pitchFamily="34" charset="0"/>
                        </a:rPr>
                        <a:t>Test</a:t>
                      </a:r>
                      <a:r>
                        <a:rPr lang="en-US" altLang="ko-KR" sz="1000" b="1" baseline="0" dirty="0">
                          <a:solidFill>
                            <a:schemeClr val="tx1"/>
                          </a:solidFill>
                          <a:latin typeface="Arial" pitchFamily="34" charset="0"/>
                          <a:ea typeface="맑은 고딕" pitchFamily="50" charset="-127"/>
                          <a:cs typeface="Arial" pitchFamily="34" charset="0"/>
                        </a:rPr>
                        <a:t> 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Service URL</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(packaged app)</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for LG Smart World/</a:t>
                      </a:r>
                      <a:r>
                        <a:rPr lang="en-US" altLang="ko-KR" sz="1000" b="0" dirty="0">
                          <a:solidFill>
                            <a:schemeClr val="tx1"/>
                          </a:solidFill>
                          <a:latin typeface="Arial" pitchFamily="34" charset="0"/>
                          <a:ea typeface="맑은 고딕" pitchFamily="50" charset="-127"/>
                          <a:cs typeface="Arial" pitchFamily="34" charset="0"/>
                        </a:rPr>
                        <a:t>LG</a:t>
                      </a:r>
                      <a:r>
                        <a:rPr lang="en-US" altLang="ko-KR" sz="1000" b="0" baseline="0" dirty="0">
                          <a:solidFill>
                            <a:schemeClr val="tx1"/>
                          </a:solidFill>
                          <a:latin typeface="Arial" pitchFamily="34" charset="0"/>
                          <a:ea typeface="맑은 고딕" pitchFamily="50" charset="-127"/>
                          <a:cs typeface="Arial" pitchFamily="34" charset="0"/>
                        </a:rPr>
                        <a:t> Content Store</a:t>
                      </a:r>
                      <a:endParaRPr lang="en-US" altLang="ko-KR"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2"/>
                  </a:ext>
                </a:extLst>
              </a:tr>
              <a:tr h="535281">
                <a:tc vMerge="1">
                  <a:txBody>
                    <a:bodyPr/>
                    <a:lstStyle/>
                    <a:p>
                      <a:pPr algn="l" latinLnBrk="0"/>
                      <a:endParaRPr lang="ko-KR" altLang="en-US" sz="1000" b="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Test URL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(the IPK is attached)</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only for QA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ko-KR" sz="900" b="0" baseline="0" dirty="0">
                          <a:solidFill>
                            <a:schemeClr val="tx1"/>
                          </a:solidFill>
                          <a:latin typeface="Arial" pitchFamily="34" charset="0"/>
                          <a:ea typeface="맑은 고딕" pitchFamily="50" charset="-127"/>
                          <a:cs typeface="Arial" pitchFamily="34" charset="0"/>
                        </a:rPr>
                        <a:t>(If necessary, please attach </a:t>
                      </a:r>
                      <a:r>
                        <a:rPr lang="en-US" altLang="ko-KR" sz="900" b="1" baseline="0" dirty="0">
                          <a:solidFill>
                            <a:schemeClr val="tx1"/>
                          </a:solidFill>
                          <a:latin typeface="Arial" pitchFamily="34" charset="0"/>
                          <a:ea typeface="맑은 고딕" pitchFamily="50" charset="-127"/>
                          <a:cs typeface="Arial" pitchFamily="34" charset="0"/>
                        </a:rPr>
                        <a:t>a test .</a:t>
                      </a:r>
                      <a:r>
                        <a:rPr lang="en-US" altLang="ko-KR" sz="900" b="1" baseline="0" dirty="0" err="1">
                          <a:solidFill>
                            <a:schemeClr val="tx1"/>
                          </a:solidFill>
                          <a:latin typeface="Arial" pitchFamily="34" charset="0"/>
                          <a:ea typeface="맑은 고딕" pitchFamily="50" charset="-127"/>
                          <a:cs typeface="Arial" pitchFamily="34" charset="0"/>
                        </a:rPr>
                        <a:t>ipk</a:t>
                      </a:r>
                      <a:r>
                        <a:rPr lang="en-US" altLang="ko-KR" sz="900" b="1" baseline="0" dirty="0">
                          <a:solidFill>
                            <a:schemeClr val="tx1"/>
                          </a:solidFill>
                          <a:latin typeface="Arial" pitchFamily="34" charset="0"/>
                          <a:ea typeface="맑은 고딕" pitchFamily="50" charset="-127"/>
                          <a:cs typeface="Arial" pitchFamily="34" charset="0"/>
                        </a:rPr>
                        <a:t> file </a:t>
                      </a:r>
                      <a:r>
                        <a:rPr lang="en-US" altLang="ko-KR" sz="900" b="0" baseline="0" dirty="0">
                          <a:solidFill>
                            <a:schemeClr val="tx1"/>
                          </a:solidFill>
                          <a:latin typeface="Arial" pitchFamily="34" charset="0"/>
                          <a:ea typeface="맑은 고딕" pitchFamily="50" charset="-127"/>
                          <a:cs typeface="Arial" pitchFamily="34" charset="0"/>
                        </a:rPr>
                        <a:t>to </a:t>
                      </a:r>
                      <a:r>
                        <a:rPr lang="en-US" altLang="ko-KR" sz="900" b="1" i="1" baseline="0" dirty="0">
                          <a:solidFill>
                            <a:srgbClr val="FF0000"/>
                          </a:solidFill>
                          <a:latin typeface="Arial" pitchFamily="34" charset="0"/>
                          <a:ea typeface="맑은 고딕" pitchFamily="50" charset="-127"/>
                          <a:cs typeface="Arial" pitchFamily="34" charset="0"/>
                        </a:rPr>
                        <a:t>Test IPK File or Test URL </a:t>
                      </a:r>
                      <a:r>
                        <a:rPr lang="en-US" altLang="ko-KR" sz="900" b="0" baseline="0" dirty="0">
                          <a:solidFill>
                            <a:schemeClr val="tx1"/>
                          </a:solidFill>
                          <a:latin typeface="Arial" pitchFamily="34" charset="0"/>
                          <a:ea typeface="맑은 고딕" pitchFamily="50" charset="-127"/>
                          <a:cs typeface="Arial" pitchFamily="34" charset="0"/>
                        </a:rPr>
                        <a:t>section at LG </a:t>
                      </a:r>
                      <a:r>
                        <a:rPr lang="en-US" altLang="ko-KR" sz="900" b="0" i="0" baseline="0" dirty="0">
                          <a:solidFill>
                            <a:schemeClr val="tx1"/>
                          </a:solidFill>
                          <a:latin typeface="Arial" pitchFamily="34" charset="0"/>
                          <a:ea typeface="맑은 고딕" pitchFamily="50" charset="-127"/>
                          <a:cs typeface="Arial" pitchFamily="34" charset="0"/>
                        </a:rPr>
                        <a:t>Seller Lounge</a:t>
                      </a:r>
                      <a:r>
                        <a:rPr lang="en-US" altLang="ko-KR" sz="900" b="0" baseline="0" dirty="0">
                          <a:solidFill>
                            <a:schemeClr val="tx1"/>
                          </a:solidFill>
                          <a:latin typeface="Arial" pitchFamily="34" charset="0"/>
                          <a:ea typeface="맑은 고딕" pitchFamily="50" charset="-127"/>
                          <a:cs typeface="Arial" pitchFamily="34" charset="0"/>
                        </a:rPr>
                        <a:t>)</a:t>
                      </a:r>
                      <a:endParaRPr lang="en-US" altLang="ko-KR" sz="9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3"/>
                  </a:ext>
                </a:extLst>
              </a:tr>
              <a:tr h="237905">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i="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i="0" baseline="0" dirty="0">
                          <a:solidFill>
                            <a:schemeClr val="tx1"/>
                          </a:solidFill>
                          <a:latin typeface="Arial" pitchFamily="34" charset="0"/>
                          <a:ea typeface="맑은 고딕" pitchFamily="50" charset="-127"/>
                          <a:cs typeface="Arial" pitchFamily="34" charset="0"/>
                        </a:rPr>
                        <a:t>Service Platform</a:t>
                      </a:r>
                      <a:endParaRPr lang="ko-KR" altLang="en-US" sz="1000" b="0" i="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NetCast / 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4"/>
                  </a:ext>
                </a:extLst>
              </a:tr>
              <a:tr h="1561276">
                <a:tc gridSpan="4">
                  <a:txBody>
                    <a:bodyPr/>
                    <a:lstStyle/>
                    <a:p>
                      <a:pPr latinLnBrk="0"/>
                      <a:r>
                        <a:rPr lang="en-US" altLang="ko-KR" sz="900" b="1" kern="1200" dirty="0">
                          <a:solidFill>
                            <a:schemeClr val="tx1"/>
                          </a:solidFill>
                          <a:latin typeface="Arial" pitchFamily="34" charset="0"/>
                          <a:ea typeface="돋움체" pitchFamily="49" charset="-127"/>
                          <a:cs typeface="Arial" pitchFamily="34" charset="0"/>
                        </a:rPr>
                        <a:t>Notes</a:t>
                      </a:r>
                    </a:p>
                    <a:p>
                      <a:pPr latinLnBrk="0"/>
                      <a:r>
                        <a:rPr lang="en-US" altLang="ko-KR" sz="900" kern="1200" dirty="0">
                          <a:solidFill>
                            <a:schemeClr val="tx1"/>
                          </a:solidFill>
                          <a:latin typeface="Arial" pitchFamily="34" charset="0"/>
                          <a:ea typeface="돋움체" pitchFamily="49" charset="-127"/>
                          <a:cs typeface="Arial" pitchFamily="34" charset="0"/>
                        </a:rPr>
                        <a:t>    1. Correct</a:t>
                      </a:r>
                      <a:r>
                        <a:rPr lang="en-US" altLang="ko-KR" sz="900" kern="1200" baseline="0" dirty="0">
                          <a:solidFill>
                            <a:schemeClr val="tx1"/>
                          </a:solidFill>
                          <a:latin typeface="Arial" pitchFamily="34" charset="0"/>
                          <a:ea typeface="돋움체" pitchFamily="49" charset="-127"/>
                          <a:cs typeface="Arial" pitchFamily="34" charset="0"/>
                        </a:rPr>
                        <a:t> and detailed </a:t>
                      </a:r>
                      <a:r>
                        <a:rPr lang="en-US" altLang="ko-KR" sz="900" kern="1200" dirty="0">
                          <a:solidFill>
                            <a:schemeClr val="tx1"/>
                          </a:solidFill>
                          <a:latin typeface="Arial" pitchFamily="34" charset="0"/>
                          <a:ea typeface="돋움체" pitchFamily="49" charset="-127"/>
                          <a:cs typeface="Arial" pitchFamily="34" charset="0"/>
                        </a:rPr>
                        <a:t>Basic</a:t>
                      </a:r>
                      <a:r>
                        <a:rPr lang="en-US" altLang="ko-KR" sz="900" kern="1200" baseline="0" dirty="0">
                          <a:solidFill>
                            <a:schemeClr val="tx1"/>
                          </a:solidFill>
                          <a:latin typeface="Arial" pitchFamily="34" charset="0"/>
                          <a:ea typeface="돋움체" pitchFamily="49" charset="-127"/>
                          <a:cs typeface="Arial" pitchFamily="34" charset="0"/>
                        </a:rPr>
                        <a:t> Information</a:t>
                      </a:r>
                      <a:r>
                        <a:rPr lang="ko-KR" altLang="en-US" sz="900" kern="1200" dirty="0">
                          <a:solidFill>
                            <a:schemeClr val="tx1"/>
                          </a:solidFill>
                          <a:latin typeface="Arial" pitchFamily="34" charset="0"/>
                          <a:ea typeface="돋움체" pitchFamily="49" charset="-127"/>
                          <a:cs typeface="Arial" pitchFamily="34" charset="0"/>
                        </a:rPr>
                        <a:t> </a:t>
                      </a:r>
                      <a:r>
                        <a:rPr lang="en-US" altLang="ko-KR" sz="900" kern="1200" dirty="0">
                          <a:solidFill>
                            <a:schemeClr val="tx1"/>
                          </a:solidFill>
                          <a:latin typeface="Arial" pitchFamily="34" charset="0"/>
                          <a:ea typeface="돋움체" pitchFamily="49" charset="-127"/>
                          <a:cs typeface="Arial" pitchFamily="34" charset="0"/>
                        </a:rPr>
                        <a:t>required for </a:t>
                      </a:r>
                      <a:r>
                        <a:rPr lang="en-US" altLang="ko-KR" sz="900" kern="1200" baseline="0" dirty="0">
                          <a:solidFill>
                            <a:schemeClr val="tx1"/>
                          </a:solidFill>
                          <a:latin typeface="Arial" pitchFamily="34" charset="0"/>
                          <a:ea typeface="돋움체" pitchFamily="49" charset="-127"/>
                          <a:cs typeface="Arial" pitchFamily="34" charset="0"/>
                        </a:rPr>
                        <a:t>App QA.</a:t>
                      </a:r>
                      <a:endParaRPr lang="en-US" altLang="ko-KR" sz="900" kern="1200" dirty="0">
                        <a:solidFill>
                          <a:schemeClr val="tx1"/>
                        </a:solidFill>
                        <a:latin typeface="Arial" pitchFamily="34" charset="0"/>
                        <a:ea typeface="돋움체" pitchFamily="49" charset="-127"/>
                        <a:cs typeface="Arial" pitchFamily="34" charset="0"/>
                      </a:endParaRPr>
                    </a:p>
                    <a:p>
                      <a:pPr latinLnBrk="0"/>
                      <a:r>
                        <a:rPr lang="en-US" altLang="ko-KR" sz="900" b="0" i="0" dirty="0">
                          <a:solidFill>
                            <a:schemeClr val="tx1"/>
                          </a:solidFill>
                          <a:latin typeface="Arial" pitchFamily="34" charset="0"/>
                          <a:ea typeface="맑은 고딕" pitchFamily="50" charset="-127"/>
                          <a:cs typeface="Arial" pitchFamily="34" charset="0"/>
                        </a:rPr>
                        <a:t>    2. </a:t>
                      </a:r>
                      <a:r>
                        <a:rPr lang="en-US" sz="900" kern="1200" dirty="0">
                          <a:solidFill>
                            <a:schemeClr val="tx1"/>
                          </a:solidFill>
                          <a:latin typeface="Arial" pitchFamily="34" charset="0"/>
                          <a:ea typeface="Arial Unicode MS" pitchFamily="50" charset="-127"/>
                          <a:cs typeface="Arial" pitchFamily="34" charset="0"/>
                        </a:rPr>
                        <a:t>If you indicate Geo-IP Blocking as “Yes” you must white list the range of IPs required by the QA Team for testing. </a:t>
                      </a:r>
                      <a:r>
                        <a:rPr lang="en-US" sz="900" i="0" kern="1200" dirty="0">
                          <a:solidFill>
                            <a:schemeClr val="tx1"/>
                          </a:solidFill>
                          <a:latin typeface="Arial" pitchFamily="34" charset="0"/>
                          <a:ea typeface="Arial Unicode MS" pitchFamily="50" charset="-127"/>
                          <a:cs typeface="Arial" pitchFamily="34" charset="0"/>
                        </a:rPr>
                        <a:t>Please request the range of IPs to white list through the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LG</a:t>
                      </a:r>
                      <a:r>
                        <a:rPr lang="ko-KR" altLang="en-US" sz="900" i="0" kern="120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Lounge 1:1 Inquiry.</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3. You can use a 3rd party billing system for Paid Content. You shall be aware that you are liable for all claims arising from the use of a 3rd party billing system.</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4. You can monetize your application with in-app advertising services with a 3rd party ad platform.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baseline="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shall not violate LG’s content guideline and will be solely responsible for any claims from violation of the content guideline.</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5. </a:t>
                      </a:r>
                      <a:r>
                        <a:rPr lang="en-US" altLang="ko-KR" sz="900" i="0" kern="1200" dirty="0">
                          <a:solidFill>
                            <a:schemeClr val="tx1"/>
                          </a:solidFill>
                          <a:latin typeface="Arial" pitchFamily="34" charset="0"/>
                          <a:ea typeface="돋움체" pitchFamily="49" charset="-127"/>
                          <a:cs typeface="Arial" pitchFamily="34" charset="0"/>
                        </a:rPr>
                        <a:t>Game</a:t>
                      </a:r>
                      <a:r>
                        <a:rPr lang="en-US" altLang="ko-KR" sz="900" i="0" kern="1200" baseline="0" dirty="0">
                          <a:solidFill>
                            <a:schemeClr val="tx1"/>
                          </a:solidFill>
                          <a:latin typeface="Arial" pitchFamily="34" charset="0"/>
                          <a:ea typeface="돋움체" pitchFamily="49" charset="-127"/>
                          <a:cs typeface="Arial" pitchFamily="34" charset="0"/>
                        </a:rPr>
                        <a:t> apps: If there is sound, detailed description of the BGM / Sound Effects, etc. is required.</a:t>
                      </a:r>
                      <a:endParaRPr lang="en-US" altLang="ko-KR" sz="900" i="0" kern="1200" baseline="0" dirty="0">
                        <a:solidFill>
                          <a:schemeClr val="tx1"/>
                        </a:solidFill>
                        <a:latin typeface="Arial" pitchFamily="34" charset="0"/>
                        <a:ea typeface="Arial Unicode MS" pitchFamily="50" charset="-127"/>
                        <a:cs typeface="Arial"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i="0" kern="1200" baseline="0" dirty="0">
                          <a:solidFill>
                            <a:schemeClr val="tx1"/>
                          </a:solidFill>
                          <a:latin typeface="Arial" pitchFamily="34" charset="0"/>
                          <a:ea typeface="Arial Unicode MS" pitchFamily="50" charset="-127"/>
                          <a:cs typeface="Arial" pitchFamily="34" charset="0"/>
                        </a:rPr>
                        <a:t>    6. </a:t>
                      </a:r>
                      <a:r>
                        <a:rPr lang="en-US" altLang="ko-KR" sz="900" i="0" kern="1200" dirty="0">
                          <a:solidFill>
                            <a:schemeClr val="tx1"/>
                          </a:solidFill>
                          <a:latin typeface="Arial" pitchFamily="34" charset="0"/>
                          <a:ea typeface="Arial Unicode MS" pitchFamily="50" charset="-127"/>
                          <a:cs typeface="Arial" pitchFamily="34" charset="0"/>
                        </a:rPr>
                        <a:t>Even though there may be no payment process within the app itself, having any related payment process outside the app such as paying on the app’s website, converting to a paid account, etc., will categorize the app as having Paid Content. If this is the case for your app, add detailed guidelines regarding the app’s paid content on the UX Scenario document, and mark the Paid Content option as “Transaction” or “Subscription” on the LG Seller Lounge. You can also mark the both options together.</a:t>
                      </a:r>
                      <a:endParaRPr lang="ko-KR" altLang="ko-KR" sz="900" i="0" kern="1200" dirty="0">
                        <a:solidFill>
                          <a:schemeClr val="tx1"/>
                        </a:solidFill>
                        <a:highlight>
                          <a:srgbClr val="FFFF00"/>
                        </a:highlight>
                        <a:latin typeface="Arial" pitchFamily="34" charset="0"/>
                        <a:ea typeface="Arial Unicode MS"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85000"/>
                      </a:schemeClr>
                    </a:solidFill>
                  </a:tcPr>
                </a:tc>
                <a:tc hMerge="1">
                  <a:txBody>
                    <a:bodyPr/>
                    <a:lstStyle/>
                    <a:p>
                      <a:pPr latinLnBrk="0"/>
                      <a:endParaRPr lang="ko-KR" altLang="en-US"/>
                    </a:p>
                  </a:txBody>
                  <a:tcPr/>
                </a:tc>
                <a:tc hMerge="1">
                  <a:txBody>
                    <a:bodyPr/>
                    <a:lstStyle/>
                    <a:p>
                      <a:pPr algn="l" latinLnBrk="0"/>
                      <a:endParaRPr lang="en-US" altLang="ko-KR" sz="1100" b="0" dirty="0">
                        <a:solidFill>
                          <a:schemeClr val="tx1"/>
                        </a:solidFill>
                        <a:latin typeface="맑은 고딕" pitchFamily="50" charset="-127"/>
                        <a:ea typeface="맑은 고딕" pitchFamily="50" charset="-127"/>
                      </a:endParaRPr>
                    </a:p>
                  </a:txBody>
                  <a:tcPr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hMerge="1">
                  <a:txBody>
                    <a:bodyPr/>
                    <a:lstStyle/>
                    <a:p>
                      <a:pPr latinLnBrk="0"/>
                      <a:endParaRPr lang="ko-KR" altLang="en-US"/>
                    </a:p>
                  </a:txBody>
                  <a:tcPr/>
                </a:tc>
                <a:extLst>
                  <a:ext uri="{0D108BD9-81ED-4DB2-BD59-A6C34878D82A}">
                    <a16:rowId xmlns:a16="http://schemas.microsoft.com/office/drawing/2014/main" val="10015"/>
                  </a:ext>
                </a:extLst>
              </a:tr>
            </a:tbl>
          </a:graphicData>
        </a:graphic>
      </p:graphicFrame>
      <p:sp>
        <p:nvSpPr>
          <p:cNvPr id="4" name="텍스트 개체 틀 3">
            <a:extLst>
              <a:ext uri="{FF2B5EF4-FFF2-40B4-BE49-F238E27FC236}">
                <a16:creationId xmlns:a16="http://schemas.microsoft.com/office/drawing/2014/main" id="{B891F9F8-DADB-9DC7-27D9-6BACB4BCC897}"/>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cs typeface="Arial" pitchFamily="34" charset="0"/>
              </a:rPr>
              <a:t>1. Basic Information</a:t>
            </a:r>
            <a:endParaRPr>
              <a:latin typeface="Arial" pitchFamily="34" charset="0"/>
              <a:cs typeface="Arial"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361" name="Group 1">
            <a:extLst>
              <a:ext uri="{FF2B5EF4-FFF2-40B4-BE49-F238E27FC236}">
                <a16:creationId xmlns:a16="http://schemas.microsoft.com/office/drawing/2014/main" id="{D2BF574A-3CBA-49C7-5F93-9A5DF1B758DD}"/>
              </a:ext>
            </a:extLst>
          </p:cNvPr>
          <p:cNvGraphicFramePr>
            <a:graphicFrameLocks noGrp="1"/>
          </p:cNvGraphicFramePr>
          <p:nvPr>
            <p:extLst>
              <p:ext uri="{D42A27DB-BD31-4B8C-83A1-F6EECF244321}">
                <p14:modId xmlns:p14="http://schemas.microsoft.com/office/powerpoint/2010/main" val="3906320648"/>
              </p:ext>
            </p:extLst>
          </p:nvPr>
        </p:nvGraphicFramePr>
        <p:xfrm>
          <a:off x="166688" y="765175"/>
          <a:ext cx="9501187" cy="5397500"/>
        </p:xfrm>
        <a:graphic>
          <a:graphicData uri="http://schemas.openxmlformats.org/drawingml/2006/table">
            <a:tbl>
              <a:tblPr/>
              <a:tblGrid>
                <a:gridCol w="730250">
                  <a:extLst>
                    <a:ext uri="{9D8B030D-6E8A-4147-A177-3AD203B41FA5}">
                      <a16:colId xmlns:a16="http://schemas.microsoft.com/office/drawing/2014/main" val="20000"/>
                    </a:ext>
                  </a:extLst>
                </a:gridCol>
                <a:gridCol w="1169987">
                  <a:extLst>
                    <a:ext uri="{9D8B030D-6E8A-4147-A177-3AD203B41FA5}">
                      <a16:colId xmlns:a16="http://schemas.microsoft.com/office/drawing/2014/main" val="20001"/>
                    </a:ext>
                  </a:extLst>
                </a:gridCol>
                <a:gridCol w="1028700">
                  <a:extLst>
                    <a:ext uri="{9D8B030D-6E8A-4147-A177-3AD203B41FA5}">
                      <a16:colId xmlns:a16="http://schemas.microsoft.com/office/drawing/2014/main" val="20002"/>
                    </a:ext>
                  </a:extLst>
                </a:gridCol>
                <a:gridCol w="3286125">
                  <a:extLst>
                    <a:ext uri="{9D8B030D-6E8A-4147-A177-3AD203B41FA5}">
                      <a16:colId xmlns:a16="http://schemas.microsoft.com/office/drawing/2014/main" val="20003"/>
                    </a:ext>
                  </a:extLst>
                </a:gridCol>
                <a:gridCol w="3286125">
                  <a:extLst>
                    <a:ext uri="{9D8B030D-6E8A-4147-A177-3AD203B41FA5}">
                      <a16:colId xmlns:a16="http://schemas.microsoft.com/office/drawing/2014/main" val="20004"/>
                    </a:ext>
                  </a:extLst>
                </a:gridCol>
              </a:tblGrid>
              <a:tr h="411145">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No.</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Sent</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Version</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File Name</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Contents</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extLst>
                  <a:ext uri="{0D108BD9-81ED-4DB2-BD59-A6C34878D82A}">
                    <a16:rowId xmlns:a16="http://schemas.microsoft.com/office/drawing/2014/main" val="10000"/>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a:t>
                      </a: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10.10.2026</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1.0.0</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Zaplist_UX_Scenario_1.0.0</a:t>
                      </a: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Initial document</a:t>
                      </a: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2"/>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3"/>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4"/>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5"/>
                  </a:ext>
                </a:extLst>
              </a:tr>
              <a:tr h="43495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6"/>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7"/>
                  </a:ext>
                </a:extLst>
              </a:tr>
              <a:tr h="51456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2800" b="0" i="0" u="none" strike="noStrike" cap="none" normalizeH="0" baseline="0">
                        <a:ln>
                          <a:noFill/>
                        </a:ln>
                        <a:solidFill>
                          <a:srgbClr val="000000"/>
                        </a:solidFill>
                        <a:effectLst/>
                        <a:latin typeface="굴림" panose="020B0600000101010101" pitchFamily="50" charset="-127"/>
                        <a:ea typeface="굴림" panose="020B0600000101010101"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8"/>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9"/>
                  </a:ext>
                </a:extLst>
              </a:tr>
              <a:tr h="493690">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0"/>
                  </a:ext>
                </a:extLst>
              </a:tr>
              <a:tr h="4317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1"/>
                  </a:ext>
                </a:extLst>
              </a:tr>
            </a:tbl>
          </a:graphicData>
        </a:graphic>
      </p:graphicFrame>
      <p:sp>
        <p:nvSpPr>
          <p:cNvPr id="20566" name="Text Box 163">
            <a:extLst>
              <a:ext uri="{FF2B5EF4-FFF2-40B4-BE49-F238E27FC236}">
                <a16:creationId xmlns:a16="http://schemas.microsoft.com/office/drawing/2014/main" id="{8ACB1CB5-B55C-C339-F99E-AE12A0E0915A}"/>
              </a:ext>
            </a:extLst>
          </p:cNvPr>
          <p:cNvSpPr txBox="1">
            <a:spLocks noChangeArrowheads="1"/>
          </p:cNvSpPr>
          <p:nvPr/>
        </p:nvSpPr>
        <p:spPr bwMode="auto">
          <a:xfrm>
            <a:off x="0" y="188913"/>
            <a:ext cx="77597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89986" tIns="46793" rIns="89986" bIns="46793"/>
          <a:lstStyle>
            <a:lvl1pPr marL="342900" indent="-341313">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1pPr>
            <a:lvl2pPr marL="742950" indent="-28575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2pPr>
            <a:lvl3pPr marL="11430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3pPr>
            <a:lvl4pPr marL="16002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4pPr>
            <a:lvl5pPr marL="20574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9pPr>
          </a:lstStyle>
          <a:p>
            <a:pPr latinLnBrk="0">
              <a:spcBef>
                <a:spcPts val="1125"/>
              </a:spcBef>
            </a:pPr>
            <a:r>
              <a:rPr lang="en-US" altLang="ru-RU" b="1">
                <a:solidFill>
                  <a:srgbClr val="000000"/>
                </a:solidFill>
                <a:latin typeface="Arial" panose="020B0604020202020204" pitchFamily="34" charset="0"/>
                <a:ea typeface="맑은 고딕" panose="020B0503020000020004" pitchFamily="34" charset="-127"/>
                <a:cs typeface="Arial" panose="020B0604020202020204" pitchFamily="34" charset="0"/>
              </a:rPr>
              <a:t>2. Document History</a:t>
            </a:r>
          </a:p>
        </p:txBody>
      </p:sp>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18043A0E-42B0-E16F-4CFF-FAFDAE76E35F}"/>
              </a:ext>
            </a:extLst>
          </p:cNvPr>
          <p:cNvSpPr/>
          <p:nvPr/>
        </p:nvSpPr>
        <p:spPr bwMode="auto">
          <a:xfrm>
            <a:off x="9525"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Everything also works with the arrows and OK alone: the Magic Remote has no color or media keys, so each color-key and media-key action also has an on-screen button.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Home, Exit, volume and input keys are handled by the </a:t>
            </a:r>
            <a:r>
              <a:rPr lang="en-US" altLang="ko-KR" sz="900">
                <a:latin typeface="Arial" pitchFamily="34" charset="0"/>
                <a:ea typeface="굴림" panose="020B0600000101010101" pitchFamily="50" charset="-127"/>
                <a:cs typeface="Arial" pitchFamily="34" charset="0"/>
              </a:rPr>
              <a:t>TV.</a:t>
            </a:r>
            <a:endParaRPr lang="en-US" altLang="ko-KR" sz="900" dirty="0">
              <a:latin typeface="Arial" pitchFamily="34" charset="0"/>
              <a:ea typeface="굴림" panose="020B0600000101010101" pitchFamily="50" charset="-127"/>
              <a:cs typeface="Arial" pitchFamily="34" charset="0"/>
            </a:endParaRPr>
          </a:p>
        </p:txBody>
      </p:sp>
      <p:sp>
        <p:nvSpPr>
          <p:cNvPr id="22531" name="TextBox 5">
            <a:extLst>
              <a:ext uri="{FF2B5EF4-FFF2-40B4-BE49-F238E27FC236}">
                <a16:creationId xmlns:a16="http://schemas.microsoft.com/office/drawing/2014/main" id="{43A1284F-32B2-9499-D726-792379AD3DA3}"/>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Keys used in the app</a:t>
            </a:r>
          </a:p>
        </p:txBody>
      </p:sp>
      <p:sp>
        <p:nvSpPr>
          <p:cNvPr id="17" name="텍스트 개체 틀 16">
            <a:extLst>
              <a:ext uri="{FF2B5EF4-FFF2-40B4-BE49-F238E27FC236}">
                <a16:creationId xmlns:a16="http://schemas.microsoft.com/office/drawing/2014/main" id="{A2229EB0-0A80-88AE-E4E7-D5AFA740940E}"/>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3. Remote Control Keys</a:t>
            </a:r>
            <a:endParaRPr>
              <a:latin typeface="Arial" pitchFamily="34" charset="0"/>
              <a:cs typeface="Arial" pitchFamily="34" charset="0"/>
            </a:endParaRPr>
          </a:p>
        </p:txBody>
      </p:sp>
      <p:graphicFrame>
        <p:nvGraphicFramePr>
          <p:cNvPr id="2" name="Table 1">
            <a:extLst>
              <a:ext uri="{FF2B5EF4-FFF2-40B4-BE49-F238E27FC236}">
                <a16:creationId xmlns:a16="http://schemas.microsoft.com/office/drawing/2014/main" id="{48173AFC-E987-9925-9E69-905EBA01AFCD}"/>
              </a:ext>
            </a:extLst>
          </p:cNvPr>
          <p:cNvGraphicFramePr>
            <a:graphicFrameLocks noGrp="1"/>
          </p:cNvGraphicFramePr>
          <p:nvPr>
            <p:extLst>
              <p:ext uri="{D42A27DB-BD31-4B8C-83A1-F6EECF244321}">
                <p14:modId xmlns:p14="http://schemas.microsoft.com/office/powerpoint/2010/main" val="1313695261"/>
              </p:ext>
            </p:extLst>
          </p:nvPr>
        </p:nvGraphicFramePr>
        <p:xfrm>
          <a:off x="342900" y="1016000"/>
          <a:ext cx="9220200" cy="1828800"/>
        </p:xfrm>
        <a:graphic>
          <a:graphicData uri="http://schemas.openxmlformats.org/drawingml/2006/table">
            <a:tbl>
              <a:tblPr firstRow="1" bandRow="1">
                <a:tableStyleId>{5940675A-B579-460E-94D1-54222C63F5DA}</a:tableStyleId>
              </a:tblPr>
              <a:tblGrid>
                <a:gridCol w="1651000">
                  <a:extLst>
                    <a:ext uri="{9D8B030D-6E8A-4147-A177-3AD203B41FA5}">
                      <a16:colId xmlns:a16="http://schemas.microsoft.com/office/drawing/2014/main" val="3824748621"/>
                    </a:ext>
                  </a:extLst>
                </a:gridCol>
                <a:gridCol w="7569200">
                  <a:extLst>
                    <a:ext uri="{9D8B030D-6E8A-4147-A177-3AD203B41FA5}">
                      <a16:colId xmlns:a16="http://schemas.microsoft.com/office/drawing/2014/main" val="1604568162"/>
                    </a:ext>
                  </a:extLst>
                </a:gridCol>
              </a:tblGrid>
              <a:tr h="127000">
                <a:tc>
                  <a:txBody>
                    <a:bodyPr/>
                    <a:lstStyle/>
                    <a:p>
                      <a:pPr latinLnBrk="0" algn="ctr"/>
                      <a:r>
                        <a:rPr lang="en-US" sz="900" b="1" i="0">
                          <a:solidFill>
                            <a:srgbClr val="FFFFFF"/>
                          </a:solidFill>
                          <a:latin typeface="Arial" panose="020B0604020202020204" pitchFamily="34" charset="0"/>
                        </a:rPr>
                        <a:t>Key</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a:txBody>
                    <a:bodyPr/>
                    <a:lstStyle/>
                    <a:p>
                      <a:pPr latinLnBrk="0" algn="ctr"/>
                      <a:r>
                        <a:rPr lang="en-US" sz="900" b="1" i="0" dirty="0">
                          <a:solidFill>
                            <a:srgbClr val="FFFFFF"/>
                          </a:solidFill>
                          <a:latin typeface="Arial" panose="020B0604020202020204" pitchFamily="34" charset="0"/>
                        </a:rPr>
                        <a:t>What </a:t>
                      </a:r>
                      <a:r>
                        <a:rPr lang="en-US" sz="900" b="1" i="0">
                          <a:solidFill>
                            <a:srgbClr val="FFFFFF"/>
                          </a:solidFill>
                          <a:latin typeface="Arial" panose="020B0604020202020204" pitchFamily="34" charset="0"/>
                        </a:rPr>
                        <a:t>it does</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extLst>
                  <a:ext uri="{0D108BD9-81ED-4DB2-BD59-A6C34878D82A}">
                    <a16:rowId xmlns:a16="http://schemas.microsoft.com/office/drawing/2014/main" val="3741931984"/>
                  </a:ext>
                </a:extLst>
              </a:tr>
              <a:tr h="127000">
                <a:tc>
                  <a:txBody>
                    <a:bodyPr/>
                    <a:lstStyle/>
                    <a:p>
                      <a:pPr latinLnBrk="0" algn="l"/>
                      <a:r>
                        <a:rPr lang="en-US" sz="900" b="0" i="0">
                          <a:solidFill>
                            <a:srgbClr val="000000"/>
                          </a:solidFill>
                          <a:latin typeface="Arial" panose="020B0604020202020204" pitchFamily="34" charset="0"/>
                        </a:rPr>
                        <a:t>Arrow keys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Move the focus. In the player: Up/Down change the channel, Left/Right show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44151239"/>
                  </a:ext>
                </a:extLst>
              </a:tr>
              <a:tr h="127000">
                <a:tc>
                  <a:txBody>
                    <a:bodyPr/>
                    <a:lstStyle/>
                    <a:p>
                      <a:pPr latinLnBrk="0" algn="l"/>
                      <a:r>
                        <a:rPr lang="en-US" sz="900" b="0" i="0">
                          <a:solidFill>
                            <a:srgbClr val="000000"/>
                          </a:solidFill>
                          <a:latin typeface="Arial" panose="020B0604020202020204" pitchFamily="34" charset="0"/>
                        </a:rPr>
                        <a:t>OK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Select, or play the focused channel. In the player: open the channel </a:t>
                      </a:r>
                      <a:r>
                        <a:rPr lang="en-US" sz="900" b="0" i="0">
                          <a:solidFill>
                            <a:srgbClr val="000000"/>
                          </a:solidFill>
                          <a:latin typeface="Arial" panose="020B0604020202020204" pitchFamily="34" charset="0"/>
                        </a:rPr>
                        <a:t>list.</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38176394"/>
                  </a:ext>
                </a:extLst>
              </a:tr>
              <a:tr h="127000">
                <a:tc>
                  <a:txBody>
                    <a:bodyPr/>
                    <a:lstStyle/>
                    <a:p>
                      <a:pPr latinLnBrk="0" algn="l"/>
                      <a:r>
                        <a:rPr lang="en-US" sz="900" b="0" i="0" dirty="0">
                          <a:solidFill>
                            <a:srgbClr val="000000"/>
                          </a:solidFill>
                          <a:latin typeface="Arial" panose="020B0604020202020204" pitchFamily="34" charset="0"/>
                        </a:rPr>
                        <a:t>OK (</a:t>
                      </a:r>
                      <a:r>
                        <a:rPr lang="en-US" sz="900" b="0" i="0">
                          <a:solidFill>
                            <a:srgbClr val="000000"/>
                          </a:solidFill>
                          <a:latin typeface="Arial" panose="020B0604020202020204" pitchFamily="34" charset="0"/>
                        </a:rPr>
                        <a:t>hold)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Channel menu: add to or remove from Favorites; in Favorites also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20925317"/>
                  </a:ext>
                </a:extLst>
              </a:tr>
              <a:tr h="127000">
                <a:tc>
                  <a:txBody>
                    <a:bodyPr/>
                    <a:lstStyle/>
                    <a:p>
                      <a:pPr latinLnBrk="0" algn="l"/>
                      <a:r>
                        <a:rPr lang="en-US" sz="900" b="0" i="0">
                          <a:solidFill>
                            <a:srgbClr val="000000"/>
                          </a:solidFill>
                          <a:latin typeface="Arial" panose="020B0604020202020204" pitchFamily="34" charset="0"/>
                        </a:rPr>
                        <a:t>Back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Close the open bar, menu or list, or go back one screen. On Home: leave the app through the system (exit popup or Home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799161"/>
                  </a:ext>
                </a:extLst>
              </a:tr>
              <a:tr h="127000">
                <a:tc>
                  <a:txBody>
                    <a:bodyPr/>
                    <a:lstStyle/>
                    <a:p>
                      <a:pPr latinLnBrk="0" algn="l"/>
                      <a:r>
                        <a:rPr lang="en-US" sz="900" b="0" i="0" dirty="0">
                          <a:solidFill>
                            <a:srgbClr val="000000"/>
                          </a:solidFill>
                          <a:latin typeface="Arial" panose="020B0604020202020204" pitchFamily="34" charset="0"/>
                        </a:rPr>
                        <a:t>CH + / </a:t>
                      </a:r>
                      <a:r>
                        <a:rPr lang="en-US" sz="900" b="0" i="0">
                          <a:solidFill>
                            <a:srgbClr val="000000"/>
                          </a:solidFill>
                          <a:latin typeface="Arial" panose="020B0604020202020204" pitchFamily="34" charset="0"/>
                        </a:rPr>
                        <a:t>CH -</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Page up/down in lists. In the player: next/previous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17051513"/>
                  </a:ext>
                </a:extLst>
              </a:tr>
              <a:tr h="127000">
                <a:tc>
                  <a:txBody>
                    <a:bodyPr/>
                    <a:lstStyle/>
                    <a:p>
                      <a:pPr latinLnBrk="0" algn="l"/>
                      <a:r>
                        <a:rPr lang="en-US" sz="900" b="0" i="0">
                          <a:solidFill>
                            <a:srgbClr val="000000"/>
                          </a:solidFill>
                          <a:latin typeface="Arial" panose="020B0604020202020204" pitchFamily="34" charset="0"/>
                        </a:rPr>
                        <a:t>0-9</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go to a channel </a:t>
                      </a:r>
                      <a:r>
                        <a:rPr lang="en-US" sz="900" b="0" i="0">
                          <a:solidFill>
                            <a:srgbClr val="000000"/>
                          </a:solidFill>
                          <a:latin typeface="Arial" panose="020B0604020202020204" pitchFamily="34" charset="0"/>
                        </a:rPr>
                        <a:t>number.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128937507"/>
                  </a:ext>
                </a:extLst>
              </a:tr>
              <a:tr h="127000">
                <a:tc>
                  <a:txBody>
                    <a:bodyPr/>
                    <a:lstStyle/>
                    <a:p>
                      <a:pPr latinLnBrk="0" algn="l"/>
                      <a:r>
                        <a:rPr lang="en-US" sz="900" b="0" i="0">
                          <a:solidFill>
                            <a:srgbClr val="000000"/>
                          </a:solidFill>
                          <a:latin typeface="Arial" panose="020B0604020202020204" pitchFamily="34" charset="0"/>
                        </a:rPr>
                        <a:t>Red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Add or remove the focused or playing channel from </a:t>
                      </a:r>
                      <a:r>
                        <a:rPr lang="en-US" sz="900" b="0" i="0">
                          <a:solidFill>
                            <a:srgbClr val="000000"/>
                          </a:solidFill>
                          <a:latin typeface="Arial" panose="020B0604020202020204" pitchFamily="34" charset="0"/>
                        </a:rPr>
                        <a:t>Favorites.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04620703"/>
                  </a:ext>
                </a:extLst>
              </a:tr>
              <a:tr h="127000">
                <a:tc>
                  <a:txBody>
                    <a:bodyPr/>
                    <a:lstStyle/>
                    <a:p>
                      <a:pPr latinLnBrk="0" algn="l"/>
                      <a:r>
                        <a:rPr lang="en-US" sz="900" b="0" i="0">
                          <a:solidFill>
                            <a:srgbClr val="000000"/>
                          </a:solidFill>
                          <a:latin typeface="Arial" panose="020B0604020202020204" pitchFamily="34" charset="0"/>
                        </a:rPr>
                        <a:t>Yellow</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change the picture mode. In Favorites: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3411511"/>
                  </a:ext>
                </a:extLst>
              </a:tr>
              <a:tr h="127000">
                <a:tc>
                  <a:txBody>
                    <a:bodyPr/>
                    <a:lstStyle/>
                    <a:p>
                      <a:pPr latinLnBrk="0" algn="l"/>
                      <a:r>
                        <a:rPr lang="en-US" sz="900" b="0" i="0">
                          <a:solidFill>
                            <a:srgbClr val="000000"/>
                          </a:solidFill>
                          <a:latin typeface="Arial" panose="020B0604020202020204" pitchFamily="34" charset="0"/>
                        </a:rPr>
                        <a:t>Info</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show or hide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79169950"/>
                  </a:ext>
                </a:extLst>
              </a:tr>
              <a:tr h="127000">
                <a:tc>
                  <a:txBody>
                    <a:bodyPr/>
                    <a:lstStyle/>
                    <a:p>
                      <a:pPr latinLnBrk="0" algn="l"/>
                      <a:r>
                        <a:rPr lang="en-US" sz="900" b="0" i="0" dirty="0">
                          <a:solidFill>
                            <a:srgbClr val="000000"/>
                          </a:solidFill>
                          <a:latin typeface="Arial" panose="020B0604020202020204" pitchFamily="34" charset="0"/>
                        </a:rPr>
                        <a:t>Play / Pause </a:t>
                      </a:r>
                      <a:r>
                        <a:rPr lang="en-US" sz="900" b="0" i="0">
                          <a:solidFill>
                            <a:srgbClr val="000000"/>
                          </a:solidFill>
                          <a:latin typeface="Arial" panose="020B0604020202020204" pitchFamily="34" charset="0"/>
                        </a:rPr>
                        <a:t>/ Stop</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resume, pause, or return to the previous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01934774"/>
                  </a:ext>
                </a:extLst>
              </a:tr>
              <a:tr h="127000">
                <a:tc>
                  <a:txBody>
                    <a:bodyPr/>
                    <a:lstStyle/>
                    <a:p>
                      <a:pPr latinLnBrk="0" algn="l"/>
                      <a:r>
                        <a:rPr lang="en-US" sz="900" b="0" i="0">
                          <a:solidFill>
                            <a:srgbClr val="000000"/>
                          </a:solidFill>
                          <a:latin typeface="Arial" panose="020B0604020202020204" pitchFamily="34" charset="0"/>
                        </a:rPr>
                        <a:t>Magic Remote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Point and click any item; hold OK on a channel for its menu; the wheel scrolls lists and the TV </a:t>
                      </a:r>
                      <a:r>
                        <a:rPr lang="en-US" sz="900" b="0" i="0">
                          <a:solidFill>
                            <a:srgbClr val="000000"/>
                          </a:solidFill>
                          <a:latin typeface="Arial" panose="020B0604020202020204" pitchFamily="34" charset="0"/>
                        </a:rPr>
                        <a:t>guide.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06186631"/>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a:extLst>
              <a:ext uri="{FF2B5EF4-FFF2-40B4-BE49-F238E27FC236}">
                <a16:creationId xmlns:a16="http://schemas.microsoft.com/office/drawing/2014/main" id="{311C7D32-C962-EEB9-B368-14E5294F33A7}"/>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Zaplist</a:t>
            </a:r>
            <a:r>
              <a:rPr lang="en-US" altLang="ko-KR" sz="900" dirty="0">
                <a:latin typeface="Arial" panose="020B0604020202020204" pitchFamily="34" charset="0"/>
                <a:ea typeface="Arial Unicode MS" panose="020B0604020202020204" pitchFamily="50" charset="-127"/>
                <a:cs typeface="Arial" panose="020B0604020202020204" pitchFamily="34" charset="0"/>
              </a:rPr>
              <a:t> has no sign-in, account or activation, and it includes no channels: users add a playlist from their TV provider.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To test: on the start page press OK on "Add a playlist", enter any name and the test playlist URL from the table, then press "Check and save". Home opens with 5 channels in 2 categories; the TV guide fills in moments later.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To test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Xtream</a:t>
            </a:r>
            <a:r>
              <a:rPr lang="en-US" altLang="ko-KR" sz="900" dirty="0">
                <a:latin typeface="Arial" panose="020B0604020202020204" pitchFamily="34" charset="0"/>
                <a:ea typeface="Arial Unicode MS" panose="020B0604020202020204" pitchFamily="50" charset="-127"/>
                <a:cs typeface="Arial" panose="020B0604020202020204" pitchFamily="34" charset="0"/>
              </a:rPr>
              <a:t> Codes: choose the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Xtream</a:t>
            </a:r>
            <a:r>
              <a:rPr lang="en-US" altLang="ko-KR" sz="900" dirty="0">
                <a:latin typeface="Arial" panose="020B0604020202020204" pitchFamily="34" charset="0"/>
                <a:ea typeface="Arial Unicode MS" panose="020B0604020202020204" pitchFamily="50" charset="-127"/>
                <a:cs typeface="Arial" panose="020B0604020202020204" pitchFamily="34" charset="0"/>
              </a:rPr>
              <a:t> Codes tab and enter the test server, username and password from the table. It serves the same test channels and guide.</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Optional: the QR code opens a web page on a phone where the playlist can be typed instead. It is sent encrypted (the key is in the QR code) and fills this form for "Check and save".</a:t>
            </a:r>
          </a:p>
        </p:txBody>
      </p:sp>
      <p:sp>
        <p:nvSpPr>
          <p:cNvPr id="18" name="텍스트 개체 틀 16">
            <a:extLst>
              <a:ext uri="{FF2B5EF4-FFF2-40B4-BE49-F238E27FC236}">
                <a16:creationId xmlns:a16="http://schemas.microsoft.com/office/drawing/2014/main" id="{FE529199-65A8-0D5C-6190-A8648B626D86}"/>
              </a:ext>
            </a:extLst>
          </p:cNvPr>
          <p:cNvSpPr txBox="1">
            <a:spLocks/>
          </p:cNvSpPr>
          <p:nvPr/>
        </p:nvSpPr>
        <p:spPr bwMode="auto">
          <a:xfrm>
            <a:off x="0" y="188913"/>
            <a:ext cx="7761288" cy="369887"/>
          </a:xfrm>
          <a:prstGeom prst="rect">
            <a:avLst/>
          </a:prstGeom>
          <a:noFill/>
          <a:ln>
            <a:miter lim="800000"/>
            <a:headEnd/>
            <a:tailEnd/>
          </a:ln>
        </p:spPr>
        <p:txBody>
          <a:bodyPr>
            <a:spAutoFit/>
          </a:bodyPr>
          <a:lstStyle/>
          <a:p>
            <a:pPr marL="342900" indent="-342900" latinLnBrk="0">
              <a:spcBef>
                <a:spcPct val="50000"/>
              </a:spcBef>
              <a:defRPr/>
            </a:pPr>
            <a:r>
              <a:rPr kumimoji="1" lang="en-US" altLang="ko-KR" b="1" kern="0">
                <a:latin typeface="Arial" pitchFamily="34" charset="0"/>
                <a:ea typeface="돋움" pitchFamily="50" charset="-127"/>
                <a:cs typeface="Arial" pitchFamily="34" charset="0"/>
              </a:rPr>
              <a:t>4. Detailed Login Information</a:t>
            </a:r>
            <a:endParaRPr kumimoji="1" lang="ko-KR" altLang="en-US" b="1" kern="0" dirty="0">
              <a:latin typeface="Arial" pitchFamily="34" charset="0"/>
              <a:ea typeface="맑은 고딕" pitchFamily="50" charset="-127"/>
              <a:cs typeface="Arial" pitchFamily="34" charset="0"/>
            </a:endParaRPr>
          </a:p>
        </p:txBody>
      </p:sp>
      <p:sp>
        <p:nvSpPr>
          <p:cNvPr id="2" name="TextBox 5">
            <a:extLst>
              <a:ext uri="{FF2B5EF4-FFF2-40B4-BE49-F238E27FC236}">
                <a16:creationId xmlns:a16="http://schemas.microsoft.com/office/drawing/2014/main" id="{8748008C-3893-BCBE-2518-00F6D9B74A10}"/>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Adding a playlist (the app has no user </a:t>
            </a:r>
            <a:r>
              <a:rPr lang="en-US" sz="1400" b="1">
                <a:latin typeface="Arial" panose="020B0604020202020204" pitchFamily="34" charset="0"/>
              </a:rPr>
              <a:t>accounts)</a:t>
            </a:r>
            <a:endParaRPr lang="en-US" sz="1400" b="1" dirty="0">
              <a:latin typeface="Arial" panose="020B0604020202020204" pitchFamily="34" charset="0"/>
            </a:endParaRPr>
          </a:p>
        </p:txBody>
      </p:sp>
      <p:pic>
        <p:nvPicPr>
          <p:cNvPr id="4" name="Picture 3">
            <a:extLst>
              <a:ext uri="{FF2B5EF4-FFF2-40B4-BE49-F238E27FC236}">
                <a16:creationId xmlns:a16="http://schemas.microsoft.com/office/drawing/2014/main" id="{2423D75C-8C73-D15C-8478-98C1302BB0E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5" name="Rectangle 4">
            <a:extLst>
              <a:ext uri="{FF2B5EF4-FFF2-40B4-BE49-F238E27FC236}">
                <a16:creationId xmlns:a16="http://schemas.microsoft.com/office/drawing/2014/main" id="{55A94F1D-D7D3-CAED-9A30-190FF7C87C5D}"/>
              </a:ext>
            </a:extLst>
          </p:cNvPr>
          <p:cNvSpPr/>
          <p:nvPr/>
        </p:nvSpPr>
        <p:spPr bwMode="auto">
          <a:xfrm>
            <a:off x="2356941" y="1105396"/>
            <a:ext cx="1778993"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6" name="Oval 5">
            <a:extLst>
              <a:ext uri="{FF2B5EF4-FFF2-40B4-BE49-F238E27FC236}">
                <a16:creationId xmlns:a16="http://schemas.microsoft.com/office/drawing/2014/main" id="{44B89F04-4941-6AD9-0BA0-6FE2B6072587}"/>
              </a:ext>
            </a:extLst>
          </p:cNvPr>
          <p:cNvSpPr/>
          <p:nvPr/>
        </p:nvSpPr>
        <p:spPr bwMode="auto">
          <a:xfrm>
            <a:off x="22225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7" name="Rectangle 6">
            <a:extLst>
              <a:ext uri="{FF2B5EF4-FFF2-40B4-BE49-F238E27FC236}">
                <a16:creationId xmlns:a16="http://schemas.microsoft.com/office/drawing/2014/main" id="{91D882F0-E5CA-FB39-3D03-7B03473585AC}"/>
              </a:ext>
            </a:extLst>
          </p:cNvPr>
          <p:cNvSpPr/>
          <p:nvPr/>
        </p:nvSpPr>
        <p:spPr bwMode="auto">
          <a:xfrm>
            <a:off x="2373313" y="1460103"/>
            <a:ext cx="3645296"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8" name="Oval 7">
            <a:extLst>
              <a:ext uri="{FF2B5EF4-FFF2-40B4-BE49-F238E27FC236}">
                <a16:creationId xmlns:a16="http://schemas.microsoft.com/office/drawing/2014/main" id="{10518A6D-2210-F731-81D0-5C243BEB1FC1}"/>
              </a:ext>
            </a:extLst>
          </p:cNvPr>
          <p:cNvSpPr/>
          <p:nvPr/>
        </p:nvSpPr>
        <p:spPr bwMode="auto">
          <a:xfrm>
            <a:off x="22352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9" name="Rectangle 8">
            <a:extLst>
              <a:ext uri="{FF2B5EF4-FFF2-40B4-BE49-F238E27FC236}">
                <a16:creationId xmlns:a16="http://schemas.microsoft.com/office/drawing/2014/main" id="{241F092E-042C-531E-30DB-34AC35573A17}"/>
              </a:ext>
            </a:extLst>
          </p:cNvPr>
          <p:cNvSpPr/>
          <p:nvPr/>
        </p:nvSpPr>
        <p:spPr bwMode="auto">
          <a:xfrm>
            <a:off x="2373313" y="1940322"/>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0" name="Oval 9">
            <a:extLst>
              <a:ext uri="{FF2B5EF4-FFF2-40B4-BE49-F238E27FC236}">
                <a16:creationId xmlns:a16="http://schemas.microsoft.com/office/drawing/2014/main" id="{AD22C5FF-23CA-BC55-AE3C-C0C11ED6BC89}"/>
              </a:ext>
            </a:extLst>
          </p:cNvPr>
          <p:cNvSpPr/>
          <p:nvPr/>
        </p:nvSpPr>
        <p:spPr bwMode="auto">
          <a:xfrm>
            <a:off x="2235200" y="181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1" name="Rectangle 10">
            <a:extLst>
              <a:ext uri="{FF2B5EF4-FFF2-40B4-BE49-F238E27FC236}">
                <a16:creationId xmlns:a16="http://schemas.microsoft.com/office/drawing/2014/main" id="{DC51C349-5870-F4BC-ECE4-686B755C59A3}"/>
              </a:ext>
            </a:extLst>
          </p:cNvPr>
          <p:cNvSpPr/>
          <p:nvPr/>
        </p:nvSpPr>
        <p:spPr bwMode="auto">
          <a:xfrm>
            <a:off x="2373313" y="2420541"/>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36BA2477-EC51-F722-DFB1-A23D80E93FC0}"/>
              </a:ext>
            </a:extLst>
          </p:cNvPr>
          <p:cNvSpPr/>
          <p:nvPr/>
        </p:nvSpPr>
        <p:spPr bwMode="auto">
          <a:xfrm>
            <a:off x="22352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4" name="Rectangle 13">
            <a:extLst>
              <a:ext uri="{FF2B5EF4-FFF2-40B4-BE49-F238E27FC236}">
                <a16:creationId xmlns:a16="http://schemas.microsoft.com/office/drawing/2014/main" id="{06E61ADB-5DA6-09B7-1C1F-D55920F2167B}"/>
              </a:ext>
            </a:extLst>
          </p:cNvPr>
          <p:cNvSpPr/>
          <p:nvPr/>
        </p:nvSpPr>
        <p:spPr bwMode="auto">
          <a:xfrm>
            <a:off x="2373313" y="2906216"/>
            <a:ext cx="99317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5" name="Oval 14">
            <a:extLst>
              <a:ext uri="{FF2B5EF4-FFF2-40B4-BE49-F238E27FC236}">
                <a16:creationId xmlns:a16="http://schemas.microsoft.com/office/drawing/2014/main" id="{87CAC2BD-3DB5-1E06-AFD7-76C649FCBDE6}"/>
              </a:ext>
            </a:extLst>
          </p:cNvPr>
          <p:cNvSpPr/>
          <p:nvPr/>
        </p:nvSpPr>
        <p:spPr bwMode="auto">
          <a:xfrm>
            <a:off x="2235200" y="278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9" name="Rectangle 18">
            <a:extLst>
              <a:ext uri="{FF2B5EF4-FFF2-40B4-BE49-F238E27FC236}">
                <a16:creationId xmlns:a16="http://schemas.microsoft.com/office/drawing/2014/main" id="{66658A2A-21CA-9050-040D-D6D0BDD9E6A5}"/>
              </a:ext>
            </a:extLst>
          </p:cNvPr>
          <p:cNvSpPr/>
          <p:nvPr/>
        </p:nvSpPr>
        <p:spPr bwMode="auto">
          <a:xfrm>
            <a:off x="485180" y="1416447"/>
            <a:ext cx="1680765" cy="184447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E3FEC888-9A1D-9AF8-872F-22E41396FBB6}"/>
              </a:ext>
            </a:extLst>
          </p:cNvPr>
          <p:cNvSpPr/>
          <p:nvPr/>
        </p:nvSpPr>
        <p:spPr bwMode="auto">
          <a:xfrm>
            <a:off x="3429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21" name="Table 20">
            <a:extLst>
              <a:ext uri="{FF2B5EF4-FFF2-40B4-BE49-F238E27FC236}">
                <a16:creationId xmlns:a16="http://schemas.microsoft.com/office/drawing/2014/main" id="{2487BCF7-EF80-0AA6-47AF-188882622B7C}"/>
              </a:ext>
            </a:extLst>
          </p:cNvPr>
          <p:cNvGraphicFramePr>
            <a:graphicFrameLocks noGrp="1"/>
          </p:cNvGraphicFramePr>
          <p:nvPr>
            <p:extLst>
              <p:ext uri="{D42A27DB-BD31-4B8C-83A1-F6EECF244321}">
                <p14:modId xmlns:p14="http://schemas.microsoft.com/office/powerpoint/2010/main" val="995374382"/>
              </p:ext>
            </p:extLst>
          </p:nvPr>
        </p:nvGraphicFramePr>
        <p:xfrm>
          <a:off x="7239000" y="647700"/>
          <a:ext cx="2616200" cy="2286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519224459"/>
                    </a:ext>
                  </a:extLst>
                </a:gridCol>
                <a:gridCol w="2336800">
                  <a:extLst>
                    <a:ext uri="{9D8B030D-6E8A-4147-A177-3AD203B41FA5}">
                      <a16:colId xmlns:a16="http://schemas.microsoft.com/office/drawing/2014/main" val="297963992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26880017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Source type: M3U playlist or </a:t>
                      </a:r>
                      <a:r>
                        <a:rPr lang="en-US" sz="800" b="0" i="0" dirty="0" err="1">
                          <a:solidFill>
                            <a:srgbClr val="000000"/>
                          </a:solidFill>
                          <a:latin typeface="Arial" panose="020B0604020202020204" pitchFamily="34" charset="0"/>
                        </a:rPr>
                        <a:t>Xtream</a:t>
                      </a:r>
                      <a:r>
                        <a:rPr lang="en-US" sz="800" b="0" i="0" dirty="0">
                          <a:solidFill>
                            <a:srgbClr val="000000"/>
                          </a:solidFill>
                          <a:latin typeface="Arial" panose="020B0604020202020204" pitchFamily="34" charset="0"/>
                        </a:rPr>
                        <a:t> </a:t>
                      </a:r>
                      <a:r>
                        <a:rPr lang="en-US" sz="800" b="0" i="0">
                          <a:solidFill>
                            <a:srgbClr val="000000"/>
                          </a:solidFill>
                          <a:latin typeface="Arial" panose="020B0604020202020204" pitchFamily="34" charset="0"/>
                        </a:rPr>
                        <a:t>Codes login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00166471"/>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Name shown in the </a:t>
                      </a:r>
                      <a:r>
                        <a:rPr lang="en-US" sz="800" b="0" i="0">
                          <a:solidFill>
                            <a:srgbClr val="000000"/>
                          </a:solidFill>
                          <a:latin typeface="Arial" panose="020B0604020202020204" pitchFamily="34" charset="0"/>
                        </a:rPr>
                        <a:t>source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74816383"/>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URL (M3U/</a:t>
                      </a:r>
                      <a:r>
                        <a:rPr lang="en-US" sz="800" b="0" i="0">
                          <a:solidFill>
                            <a:srgbClr val="000000"/>
                          </a:solidFill>
                          <a:latin typeface="Arial" panose="020B0604020202020204" pitchFamily="34" charset="0"/>
                        </a:rPr>
                        <a:t>M3U8)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0708100"/>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(XMLTV) URL</a:t>
                      </a:r>
                      <a:r>
                        <a:rPr lang="en-US" sz="800" b="0" i="0">
                          <a:solidFill>
                            <a:srgbClr val="000000"/>
                          </a:solidFill>
                          <a:latin typeface="Arial" panose="020B0604020202020204" pitchFamily="34" charset="0"/>
                        </a:rPr>
                        <a:t>, 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51396654"/>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Check and save: downloads the playlist and </a:t>
                      </a:r>
                      <a:r>
                        <a:rPr lang="en-US" sz="800" b="0" i="0">
                          <a:solidFill>
                            <a:srgbClr val="000000"/>
                          </a:solidFill>
                          <a:latin typeface="Arial" panose="020B0604020202020204" pitchFamily="34" charset="0"/>
                        </a:rPr>
                        <a:t>saves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66272725"/>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Or use your phone: fills this form from </a:t>
                      </a:r>
                      <a:r>
                        <a:rPr lang="en-US" sz="800" b="0" i="0">
                          <a:solidFill>
                            <a:srgbClr val="000000"/>
                          </a:solidFill>
                          <a:latin typeface="Arial" panose="020B0604020202020204" pitchFamily="34" charset="0"/>
                        </a:rPr>
                        <a:t>a phone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24988701"/>
                  </a:ext>
                </a:extLst>
              </a:tr>
              <a:tr h="127000">
                <a:tc gridSpan="2">
                  <a:txBody>
                    <a:bodyPr/>
                    <a:lstStyle/>
                    <a:p>
                      <a:pPr latinLnBrk="0" algn="ctr"/>
                      <a:r>
                        <a:rPr lang="en-US" sz="800" b="1" i="0" dirty="0">
                          <a:solidFill>
                            <a:srgbClr val="000000"/>
                          </a:solidFill>
                          <a:latin typeface="Arial" panose="020B0604020202020204" pitchFamily="34" charset="0"/>
                        </a:rPr>
                        <a:t>Test playlist (no account </a:t>
                      </a:r>
                      <a:r>
                        <a:rPr lang="en-US" sz="800" b="1" i="0">
                          <a:solidFill>
                            <a:srgbClr val="000000"/>
                          </a:solidFill>
                          <a:latin typeface="Arial" panose="020B0604020202020204" pitchFamily="34" charset="0"/>
                        </a:rPr>
                        <a:t>needed)</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113021391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https://raw.githubusercontent.com/dazzling-no-more/zaplist/main/store/test-playlist</a:t>
                      </a:r>
                      <a:r>
                        <a:rPr lang="en-US" sz="800" b="0" i="0">
                          <a:solidFill>
                            <a:srgbClr val="000000"/>
                          </a:solidFill>
                          <a:latin typeface="Arial" panose="020B0604020202020204" pitchFamily="34" charset="0"/>
                        </a:rPr>
                        <a:t>.m3u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36431042"/>
                  </a:ext>
                </a:extLst>
              </a:tr>
              <a:tr h="127000">
                <a:tc gridSpan="2">
                  <a:txBody>
                    <a:bodyPr/>
                    <a:lstStyle/>
                    <a:p>
                      <a:pPr latinLnBrk="0" algn="ctr"/>
                      <a:r>
                        <a:rPr lang="en-US" sz="800" b="1" i="0" dirty="0" err="1">
                          <a:solidFill>
                            <a:srgbClr val="000000"/>
                          </a:solidFill>
                          <a:latin typeface="Arial" panose="020B0604020202020204" pitchFamily="34" charset="0"/>
                        </a:rPr>
                        <a:t>Xtream</a:t>
                      </a:r>
                      <a:r>
                        <a:rPr lang="en-US" sz="800" b="1" i="0" dirty="0">
                          <a:solidFill>
                            <a:srgbClr val="000000"/>
                          </a:solidFill>
                          <a:latin typeface="Arial" panose="020B0604020202020204" pitchFamily="34" charset="0"/>
                        </a:rPr>
                        <a:t> Codes </a:t>
                      </a:r>
                      <a:r>
                        <a:rPr lang="en-US" sz="800" b="1" i="0">
                          <a:solidFill>
                            <a:srgbClr val="000000"/>
                          </a:solidFill>
                          <a:latin typeface="Arial" panose="020B0604020202020204" pitchFamily="34" charset="0"/>
                        </a:rPr>
                        <a:t>test account</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328849204"/>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Server address: https://zaplist-test.zaplist.workers</a:t>
                      </a:r>
                      <a:r>
                        <a:rPr lang="en-US" sz="800" b="0" i="0">
                          <a:solidFill>
                            <a:srgbClr val="000000"/>
                          </a:solidFill>
                          <a:latin typeface="Arial" panose="020B0604020202020204" pitchFamily="34" charset="0"/>
                        </a:rPr>
                        <a:t>.dev</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3958321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Username</a:t>
                      </a:r>
                      <a:r>
                        <a:rPr lang="en-US" sz="800" b="0" i="0">
                          <a:solidFill>
                            <a:srgbClr val="000000"/>
                          </a:solidFill>
                          <a:latin typeface="Arial" panose="020B0604020202020204" pitchFamily="34" charset="0"/>
                        </a:rPr>
                        <a:t>: zaplist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18685618"/>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Password</a:t>
                      </a:r>
                      <a:r>
                        <a:rPr lang="en-US" sz="800" b="0" i="0">
                          <a:solidFill>
                            <a:srgbClr val="000000"/>
                          </a:solidFill>
                          <a:latin typeface="Arial" panose="020B0604020202020204" pitchFamily="34" charset="0"/>
                        </a:rPr>
                        <a:t>: review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57276999"/>
                  </a:ext>
                </a:extLst>
              </a:tr>
              <a:tr h="127000">
                <a:tc gridSpan="2">
                  <a:txBody>
                    <a:bodyPr/>
                    <a:lstStyle/>
                    <a:p>
                      <a:pPr latinLnBrk="0" algn="ctr"/>
                      <a:r>
                        <a:rPr lang="en-US" sz="800" b="1" i="0">
                          <a:solidFill>
                            <a:srgbClr val="000000"/>
                          </a:solidFill>
                          <a:latin typeface="Arial" panose="020B0604020202020204" pitchFamily="34" charset="0"/>
                        </a:rPr>
                        <a:t>Activation codes</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3579525016"/>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Not applicable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91961620"/>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A1B5DE9C-470D-D327-4DC4-8620B5A7ED64}"/>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Shown while no playlist has been added. After the playlist is saved, Home opens.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leaves the app through the system (exit popup or Home screen, depending on the webOS </a:t>
            </a:r>
            <a:r>
              <a:rPr lang="en-US" altLang="ko-KR" sz="900">
                <a:latin typeface="Arial" pitchFamily="34" charset="0"/>
                <a:ea typeface="굴림" panose="020B0600000101010101" pitchFamily="50" charset="-127"/>
                <a:cs typeface="Arial" pitchFamily="34" charset="0"/>
              </a:rPr>
              <a:t>version).</a:t>
            </a:r>
            <a:endParaRPr lang="en-US" altLang="ko-KR" sz="900" dirty="0">
              <a:latin typeface="Arial" pitchFamily="34" charset="0"/>
              <a:ea typeface="굴림" panose="020B0600000101010101" pitchFamily="50" charset="-127"/>
              <a:cs typeface="Arial" pitchFamily="34" charset="0"/>
            </a:endParaRPr>
          </a:p>
        </p:txBody>
      </p:sp>
      <p:sp>
        <p:nvSpPr>
          <p:cNvPr id="26628" name="TextBox 5">
            <a:extLst>
              <a:ext uri="{FF2B5EF4-FFF2-40B4-BE49-F238E27FC236}">
                <a16:creationId xmlns:a16="http://schemas.microsoft.com/office/drawing/2014/main" id="{22B57936-4ADA-40B7-0777-2FECB502E315}"/>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Start page (first launch)</a:t>
            </a:r>
          </a:p>
        </p:txBody>
      </p:sp>
      <p:sp>
        <p:nvSpPr>
          <p:cNvPr id="17" name="텍스트 개체 틀 16">
            <a:extLst>
              <a:ext uri="{FF2B5EF4-FFF2-40B4-BE49-F238E27FC236}">
                <a16:creationId xmlns:a16="http://schemas.microsoft.com/office/drawing/2014/main" id="{595FFE0D-A4AC-DB30-140A-1A20893B3EEE}"/>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BF49D6C9-F310-6F4C-554E-C2CBFA5FDAE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5E85E1FC-C700-D96A-C7D2-7E56B7C1418C}"/>
              </a:ext>
            </a:extLst>
          </p:cNvPr>
          <p:cNvSpPr/>
          <p:nvPr/>
        </p:nvSpPr>
        <p:spPr bwMode="auto">
          <a:xfrm>
            <a:off x="3355578" y="1803896"/>
            <a:ext cx="654844" cy="8458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06C7AAEC-5CF6-123D-F922-61956ED3127B}"/>
              </a:ext>
            </a:extLst>
          </p:cNvPr>
          <p:cNvSpPr/>
          <p:nvPr/>
        </p:nvSpPr>
        <p:spPr bwMode="auto">
          <a:xfrm>
            <a:off x="3213100" y="1676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606585C-4C3F-F6E1-8D97-CCA7DA8FE12B}"/>
              </a:ext>
            </a:extLst>
          </p:cNvPr>
          <p:cNvSpPr/>
          <p:nvPr/>
        </p:nvSpPr>
        <p:spPr bwMode="auto">
          <a:xfrm>
            <a:off x="2073176" y="3004443"/>
            <a:ext cx="3219648" cy="27285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A62B8CEA-B47E-B880-F458-6F4B3864FADE}"/>
              </a:ext>
            </a:extLst>
          </p:cNvPr>
          <p:cNvSpPr/>
          <p:nvPr/>
        </p:nvSpPr>
        <p:spPr bwMode="auto">
          <a:xfrm>
            <a:off x="1930400" y="2882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26E7AA0A-406E-941A-AB56-D002E1FA609E}"/>
              </a:ext>
            </a:extLst>
          </p:cNvPr>
          <p:cNvSpPr/>
          <p:nvPr/>
        </p:nvSpPr>
        <p:spPr bwMode="auto">
          <a:xfrm>
            <a:off x="3224609" y="3408263"/>
            <a:ext cx="916782" cy="31650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C2B23927-B1FE-65ED-E8E0-05E9C38C1547}"/>
              </a:ext>
            </a:extLst>
          </p:cNvPr>
          <p:cNvSpPr/>
          <p:nvPr/>
        </p:nvSpPr>
        <p:spPr bwMode="auto">
          <a:xfrm>
            <a:off x="3086100" y="3276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C0EBC97E-A175-DA9D-7B23-46B57B0CE9E1}"/>
              </a:ext>
            </a:extLst>
          </p:cNvPr>
          <p:cNvGraphicFramePr>
            <a:graphicFrameLocks noGrp="1"/>
          </p:cNvGraphicFramePr>
          <p:nvPr>
            <p:extLst>
              <p:ext uri="{D42A27DB-BD31-4B8C-83A1-F6EECF244321}">
                <p14:modId xmlns:p14="http://schemas.microsoft.com/office/powerpoint/2010/main" val="1851765207"/>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036874259"/>
                    </a:ext>
                  </a:extLst>
                </a:gridCol>
                <a:gridCol w="2336800">
                  <a:extLst>
                    <a:ext uri="{9D8B030D-6E8A-4147-A177-3AD203B41FA5}">
                      <a16:colId xmlns:a16="http://schemas.microsoft.com/office/drawing/2014/main" val="69023878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16951345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icon </a:t>
                      </a:r>
                      <a:r>
                        <a:rPr lang="en-US" sz="800" b="0" i="0">
                          <a:solidFill>
                            <a:srgbClr val="000000"/>
                          </a:solidFill>
                          <a:latin typeface="Arial" panose="020B0604020202020204" pitchFamily="34" charset="0"/>
                        </a:rPr>
                        <a:t>and title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38448049"/>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Notice: the app includes </a:t>
                      </a:r>
                      <a:r>
                        <a:rPr lang="en-US" sz="800" b="0" i="0">
                          <a:solidFill>
                            <a:srgbClr val="000000"/>
                          </a:solidFill>
                          <a:latin typeface="Arial" panose="020B0604020202020204" pitchFamily="34" charset="0"/>
                        </a:rPr>
                        <a:t>no 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20865179"/>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 playlist: opens the playlist form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4973331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B7761A58-9738-AC31-74C2-B69519E7620D}"/>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move through the sidebar or the channel list; Right/Left move between them; CH +/- page through the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Hold OK on a channel for its menu (see 6-5). The red key adds or removes a favorite.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on Home leaves the app through the </a:t>
            </a:r>
            <a:r>
              <a:rPr lang="en-US" altLang="ko-KR" sz="900">
                <a:latin typeface="Arial" pitchFamily="34" charset="0"/>
                <a:ea typeface="굴림" panose="020B0600000101010101" pitchFamily="50" charset="-127"/>
                <a:cs typeface="Arial" pitchFamily="34" charset="0"/>
              </a:rPr>
              <a:t>system.</a:t>
            </a:r>
            <a:endParaRPr lang="en-US" altLang="ko-KR" sz="900" dirty="0">
              <a:latin typeface="Arial" pitchFamily="34" charset="0"/>
              <a:ea typeface="굴림" panose="020B0600000101010101" pitchFamily="50" charset="-127"/>
              <a:cs typeface="Arial" pitchFamily="34" charset="0"/>
            </a:endParaRPr>
          </a:p>
        </p:txBody>
      </p:sp>
      <p:sp>
        <p:nvSpPr>
          <p:cNvPr id="28676" name="TextBox 5">
            <a:extLst>
              <a:ext uri="{FF2B5EF4-FFF2-40B4-BE49-F238E27FC236}">
                <a16:creationId xmlns:a16="http://schemas.microsoft.com/office/drawing/2014/main" id="{5E72B81D-7B32-AC3E-03F4-B9D49439CBC0}"/>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Home</a:t>
            </a:r>
          </a:p>
        </p:txBody>
      </p:sp>
      <p:sp>
        <p:nvSpPr>
          <p:cNvPr id="17" name="텍스트 개체 틀 16">
            <a:extLst>
              <a:ext uri="{FF2B5EF4-FFF2-40B4-BE49-F238E27FC236}">
                <a16:creationId xmlns:a16="http://schemas.microsoft.com/office/drawing/2014/main" id="{06C7ED38-F706-AA01-CD83-F509962803C2}"/>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2C3AB56F-D7DB-9C6D-0274-717CDF4B0AB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5CB25F8C-279B-C71A-D917-0CC590558A8F}"/>
              </a:ext>
            </a:extLst>
          </p:cNvPr>
          <p:cNvSpPr/>
          <p:nvPr/>
        </p:nvSpPr>
        <p:spPr bwMode="auto">
          <a:xfrm>
            <a:off x="627063" y="1492845"/>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48EAB14C-1810-088E-A8D8-2E5E9FF6A76E}"/>
              </a:ext>
            </a:extLst>
          </p:cNvPr>
          <p:cNvSpPr/>
          <p:nvPr/>
        </p:nvSpPr>
        <p:spPr bwMode="auto">
          <a:xfrm>
            <a:off x="482600" y="1371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D1DA867E-EF0F-838A-D18E-12AA4D916F28}"/>
              </a:ext>
            </a:extLst>
          </p:cNvPr>
          <p:cNvSpPr/>
          <p:nvPr/>
        </p:nvSpPr>
        <p:spPr bwMode="auto">
          <a:xfrm>
            <a:off x="627063" y="1754783"/>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0B92EFC0-4874-45A2-FF41-C41247D1C14D}"/>
              </a:ext>
            </a:extLst>
          </p:cNvPr>
          <p:cNvSpPr/>
          <p:nvPr/>
        </p:nvSpPr>
        <p:spPr bwMode="auto">
          <a:xfrm>
            <a:off x="482600" y="1625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477AD165-95B6-0CAA-1FF8-41A5001945DD}"/>
              </a:ext>
            </a:extLst>
          </p:cNvPr>
          <p:cNvSpPr/>
          <p:nvPr/>
        </p:nvSpPr>
        <p:spPr bwMode="auto">
          <a:xfrm>
            <a:off x="627063" y="2016720"/>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F42A883E-6D81-6396-3121-2E26973955FA}"/>
              </a:ext>
            </a:extLst>
          </p:cNvPr>
          <p:cNvSpPr/>
          <p:nvPr/>
        </p:nvSpPr>
        <p:spPr bwMode="auto">
          <a:xfrm>
            <a:off x="482600" y="1892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FED94EC2-6429-6C4E-A361-2A6865DF5386}"/>
              </a:ext>
            </a:extLst>
          </p:cNvPr>
          <p:cNvSpPr/>
          <p:nvPr/>
        </p:nvSpPr>
        <p:spPr bwMode="auto">
          <a:xfrm>
            <a:off x="627063" y="2344142"/>
            <a:ext cx="1429742" cy="61118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18E67A68-B8E4-0E00-7283-DFFC85429A2E}"/>
              </a:ext>
            </a:extLst>
          </p:cNvPr>
          <p:cNvSpPr/>
          <p:nvPr/>
        </p:nvSpPr>
        <p:spPr bwMode="auto">
          <a:xfrm>
            <a:off x="482600" y="2222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81568478-BEC9-B8DF-A92D-A14E8AF60A51}"/>
              </a:ext>
            </a:extLst>
          </p:cNvPr>
          <p:cNvSpPr/>
          <p:nvPr/>
        </p:nvSpPr>
        <p:spPr bwMode="auto">
          <a:xfrm>
            <a:off x="627063" y="2988072"/>
            <a:ext cx="1429742" cy="1527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BCD55580-BC94-C56A-48AB-E51FD6F4B158}"/>
              </a:ext>
            </a:extLst>
          </p:cNvPr>
          <p:cNvSpPr/>
          <p:nvPr/>
        </p:nvSpPr>
        <p:spPr bwMode="auto">
          <a:xfrm>
            <a:off x="482600" y="285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F6B26D3C-8C69-9778-FBB6-5D3B5FED16C1}"/>
              </a:ext>
            </a:extLst>
          </p:cNvPr>
          <p:cNvSpPr/>
          <p:nvPr/>
        </p:nvSpPr>
        <p:spPr bwMode="auto">
          <a:xfrm>
            <a:off x="2395141" y="1640185"/>
            <a:ext cx="4409281" cy="26193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7D3DC041-8C19-313B-3E31-C99E7DB5CEBC}"/>
              </a:ext>
            </a:extLst>
          </p:cNvPr>
          <p:cNvSpPr/>
          <p:nvPr/>
        </p:nvSpPr>
        <p:spPr bwMode="auto">
          <a:xfrm>
            <a:off x="2260600" y="151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DE65B918-4621-B7E4-CABC-0574BF0A6F97}"/>
              </a:ext>
            </a:extLst>
          </p:cNvPr>
          <p:cNvSpPr/>
          <p:nvPr/>
        </p:nvSpPr>
        <p:spPr bwMode="auto">
          <a:xfrm>
            <a:off x="6509742" y="1645642"/>
            <a:ext cx="240110" cy="2401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3B4447C0-0F0D-0F37-9857-FD74C339F841}"/>
              </a:ext>
            </a:extLst>
          </p:cNvPr>
          <p:cNvSpPr/>
          <p:nvPr/>
        </p:nvSpPr>
        <p:spPr bwMode="auto">
          <a:xfrm>
            <a:off x="6375400" y="1524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703EC3C6-914C-F263-8C74-CB95A79A5BA9}"/>
              </a:ext>
            </a:extLst>
          </p:cNvPr>
          <p:cNvSpPr/>
          <p:nvPr/>
        </p:nvSpPr>
        <p:spPr bwMode="auto">
          <a:xfrm>
            <a:off x="6138664" y="1132681"/>
            <a:ext cx="65484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5ACAFE66-05AC-201B-5DBE-13F51FB7B5F9}"/>
              </a:ext>
            </a:extLst>
          </p:cNvPr>
          <p:cNvSpPr/>
          <p:nvPr/>
        </p:nvSpPr>
        <p:spPr bwMode="auto">
          <a:xfrm>
            <a:off x="5994400" y="100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sp>
        <p:nvSpPr>
          <p:cNvPr id="23" name="Rectangle 22">
            <a:extLst>
              <a:ext uri="{FF2B5EF4-FFF2-40B4-BE49-F238E27FC236}">
                <a16:creationId xmlns:a16="http://schemas.microsoft.com/office/drawing/2014/main" id="{0A94AE58-F197-C328-3CE2-8AA1FE0E5733}"/>
              </a:ext>
            </a:extLst>
          </p:cNvPr>
          <p:cNvSpPr/>
          <p:nvPr/>
        </p:nvSpPr>
        <p:spPr bwMode="auto">
          <a:xfrm>
            <a:off x="2362398" y="4488755"/>
            <a:ext cx="1964532"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4" name="Oval 23">
            <a:extLst>
              <a:ext uri="{FF2B5EF4-FFF2-40B4-BE49-F238E27FC236}">
                <a16:creationId xmlns:a16="http://schemas.microsoft.com/office/drawing/2014/main" id="{1A1A5279-FC1B-40F8-7AC9-84EF7D3B75A2}"/>
              </a:ext>
            </a:extLst>
          </p:cNvPr>
          <p:cNvSpPr/>
          <p:nvPr/>
        </p:nvSpPr>
        <p:spPr bwMode="auto">
          <a:xfrm>
            <a:off x="2222500" y="435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9</a:t>
            </a:r>
          </a:p>
        </p:txBody>
      </p:sp>
      <p:graphicFrame>
        <p:nvGraphicFramePr>
          <p:cNvPr id="25" name="Table 24">
            <a:extLst>
              <a:ext uri="{FF2B5EF4-FFF2-40B4-BE49-F238E27FC236}">
                <a16:creationId xmlns:a16="http://schemas.microsoft.com/office/drawing/2014/main" id="{A4315630-E587-D628-38BE-D1B78EC5B826}"/>
              </a:ext>
            </a:extLst>
          </p:cNvPr>
          <p:cNvGraphicFramePr>
            <a:graphicFrameLocks noGrp="1"/>
          </p:cNvGraphicFramePr>
          <p:nvPr>
            <p:extLst>
              <p:ext uri="{D42A27DB-BD31-4B8C-83A1-F6EECF244321}">
                <p14:modId xmlns:p14="http://schemas.microsoft.com/office/powerpoint/2010/main" val="716657983"/>
              </p:ext>
            </p:extLst>
          </p:nvPr>
        </p:nvGraphicFramePr>
        <p:xfrm>
          <a:off x="7239000" y="647700"/>
          <a:ext cx="2616200" cy="1524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139927326"/>
                    </a:ext>
                  </a:extLst>
                </a:gridCol>
                <a:gridCol w="2336800">
                  <a:extLst>
                    <a:ext uri="{9D8B030D-6E8A-4147-A177-3AD203B41FA5}">
                      <a16:colId xmlns:a16="http://schemas.microsoft.com/office/drawing/2014/main" val="3382198998"/>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58583767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find channels </a:t>
                      </a:r>
                      <a:r>
                        <a:rPr lang="en-US" sz="800" b="0" i="0">
                          <a:solidFill>
                            <a:srgbClr val="000000"/>
                          </a:solidFill>
                          <a:latin typeface="Arial" panose="020B0604020202020204" pitchFamily="34" charset="0"/>
                        </a:rPr>
                        <a:t>by name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6003234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a:t>
                      </a:r>
                      <a:r>
                        <a:rPr lang="en-US" sz="800" b="0" i="0" err="1">
                          <a:solidFill>
                            <a:srgbClr val="000000"/>
                          </a:solidFill>
                          <a:latin typeface="Arial" panose="020B0604020202020204" pitchFamily="34" charset="0"/>
                        </a:rPr>
                        <a:t>programme</a:t>
                      </a:r>
                      <a:r>
                        <a:rPr lang="en-US" sz="800" b="0" i="0">
                          <a:solidFill>
                            <a:srgbClr val="000000"/>
                          </a:solidFill>
                          <a:latin typeface="Arial" panose="020B0604020202020204" pitchFamily="34" charset="0"/>
                        </a:rPr>
                        <a:t> grid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4876331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90371018"/>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Favorites, Recent and All channels,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61803702"/>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categories; the list on the right follows </a:t>
                      </a:r>
                      <a:r>
                        <a:rPr lang="en-US" sz="800" b="0" i="0">
                          <a:solidFill>
                            <a:srgbClr val="000000"/>
                          </a:solidFill>
                          <a:latin typeface="Arial" panose="020B0604020202020204" pitchFamily="34" charset="0"/>
                        </a:rPr>
                        <a:t>the focus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3681779"/>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and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on now. OK </a:t>
                      </a:r>
                      <a:r>
                        <a:rPr lang="en-US" sz="800" b="0" i="0">
                          <a:solidFill>
                            <a:srgbClr val="000000"/>
                          </a:solidFill>
                          <a:latin typeface="Arial" panose="020B0604020202020204" pitchFamily="34" charset="0"/>
                        </a:rPr>
                        <a:t>plays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41510300"/>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then OK (or </a:t>
                      </a:r>
                      <a:r>
                        <a:rPr lang="en-US" sz="800" b="0" i="0">
                          <a:solidFill>
                            <a:srgbClr val="000000"/>
                          </a:solidFill>
                          <a:latin typeface="Arial" panose="020B0604020202020204" pitchFamily="34" charset="0"/>
                        </a:rPr>
                        <a:t>click)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39914993"/>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of channels in </a:t>
                      </a:r>
                      <a:r>
                        <a:rPr lang="en-US" sz="800" b="0" i="0">
                          <a:solidFill>
                            <a:srgbClr val="000000"/>
                          </a:solidFill>
                          <a:latin typeface="Arial" panose="020B0604020202020204" pitchFamily="34" charset="0"/>
                        </a:rPr>
                        <a:t>the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6580968"/>
                  </a:ext>
                </a:extLst>
              </a:tr>
              <a:tr h="127000">
                <a:tc>
                  <a:txBody>
                    <a:bodyPr/>
                    <a:lstStyle/>
                    <a:p>
                      <a:pPr latinLnBrk="0" algn="ctr"/>
                      <a:r>
                        <a:rPr lang="en-US" sz="800" b="0" i="0">
                          <a:solidFill>
                            <a:srgbClr val="000000"/>
                          </a:solidFill>
                          <a:latin typeface="Arial" panose="020B0604020202020204" pitchFamily="34" charset="0"/>
                        </a:rPr>
                        <a:t>9</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2473707"/>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57983642-74F8-469A-D08D-C1AD5B4795D7}"/>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info bar shows when the channel changes and hides after 5 seconds; Left/Right or Info show it with its buttons.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or CH +/- change the channel; number keys go to a channel; OK opens the channel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hides the bar, then returns to Home. If the network drops, a message shows and playback resumes by </a:t>
            </a:r>
            <a:r>
              <a:rPr lang="en-US" altLang="ko-KR" sz="900">
                <a:latin typeface="Arial" pitchFamily="34" charset="0"/>
                <a:ea typeface="굴림" panose="020B0600000101010101" pitchFamily="50" charset="-127"/>
                <a:cs typeface="Arial" pitchFamily="34" charset="0"/>
              </a:rPr>
              <a:t>itself.</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ECC5E79-7675-9D52-117D-C72BDA70279A}"/>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Player</a:t>
            </a:r>
          </a:p>
        </p:txBody>
      </p:sp>
      <p:sp>
        <p:nvSpPr>
          <p:cNvPr id="17" name="텍스트 개체 틀 16">
            <a:extLst>
              <a:ext uri="{FF2B5EF4-FFF2-40B4-BE49-F238E27FC236}">
                <a16:creationId xmlns:a16="http://schemas.microsoft.com/office/drawing/2014/main" id="{B24B00A5-A48F-EB8F-745E-E328EAC8020F}"/>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6F241204-3918-6BCE-6EBF-0DD5E7C9492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5420F628-06F9-0B78-C8FD-200D78980C3A}"/>
              </a:ext>
            </a:extLst>
          </p:cNvPr>
          <p:cNvSpPr/>
          <p:nvPr/>
        </p:nvSpPr>
        <p:spPr bwMode="auto">
          <a:xfrm>
            <a:off x="790773" y="3670201"/>
            <a:ext cx="2510235"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0C1753ED-25D9-821C-BF1B-C3967D757D3A}"/>
              </a:ext>
            </a:extLst>
          </p:cNvPr>
          <p:cNvSpPr/>
          <p:nvPr/>
        </p:nvSpPr>
        <p:spPr bwMode="auto">
          <a:xfrm>
            <a:off x="647700" y="354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C9782C98-9F47-C2C1-85DD-AC20A0DCD0B4}"/>
              </a:ext>
            </a:extLst>
          </p:cNvPr>
          <p:cNvSpPr/>
          <p:nvPr/>
        </p:nvSpPr>
        <p:spPr bwMode="auto">
          <a:xfrm>
            <a:off x="5511105" y="3817541"/>
            <a:ext cx="1255118" cy="24010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4286F73-84BD-0281-5B16-E69A7B2D7498}"/>
              </a:ext>
            </a:extLst>
          </p:cNvPr>
          <p:cNvSpPr/>
          <p:nvPr/>
        </p:nvSpPr>
        <p:spPr bwMode="auto">
          <a:xfrm>
            <a:off x="5372100" y="3695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3F4FD8FA-DBEB-516C-4158-1048B509B25D}"/>
              </a:ext>
            </a:extLst>
          </p:cNvPr>
          <p:cNvSpPr/>
          <p:nvPr/>
        </p:nvSpPr>
        <p:spPr bwMode="auto">
          <a:xfrm>
            <a:off x="648891" y="4254103"/>
            <a:ext cx="70941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6F839C8F-5622-9399-0757-E577E5149786}"/>
              </a:ext>
            </a:extLst>
          </p:cNvPr>
          <p:cNvSpPr/>
          <p:nvPr/>
        </p:nvSpPr>
        <p:spPr bwMode="auto">
          <a:xfrm>
            <a:off x="5080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26A904FF-8E0E-361E-795A-BE293E14B67D}"/>
              </a:ext>
            </a:extLst>
          </p:cNvPr>
          <p:cNvSpPr/>
          <p:nvPr/>
        </p:nvSpPr>
        <p:spPr bwMode="auto">
          <a:xfrm>
            <a:off x="1369219" y="4254103"/>
            <a:ext cx="100409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27F4868E-3F57-98CB-E869-DE8761CCD679}"/>
              </a:ext>
            </a:extLst>
          </p:cNvPr>
          <p:cNvSpPr/>
          <p:nvPr/>
        </p:nvSpPr>
        <p:spPr bwMode="auto">
          <a:xfrm>
            <a:off x="12319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5EF86BBB-B530-5F37-6EF2-58A67EBEA550}"/>
              </a:ext>
            </a:extLst>
          </p:cNvPr>
          <p:cNvSpPr/>
          <p:nvPr/>
        </p:nvSpPr>
        <p:spPr bwMode="auto">
          <a:xfrm>
            <a:off x="2395141" y="4254103"/>
            <a:ext cx="1495226"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2D4114DA-6675-B450-D981-02EC7D703636}"/>
              </a:ext>
            </a:extLst>
          </p:cNvPr>
          <p:cNvSpPr/>
          <p:nvPr/>
        </p:nvSpPr>
        <p:spPr bwMode="auto">
          <a:xfrm>
            <a:off x="2260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AF0A88D0-6BD2-D730-097D-D69AE9CB2A8E}"/>
              </a:ext>
            </a:extLst>
          </p:cNvPr>
          <p:cNvSpPr/>
          <p:nvPr/>
        </p:nvSpPr>
        <p:spPr bwMode="auto">
          <a:xfrm>
            <a:off x="3923109" y="4254103"/>
            <a:ext cx="67667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7C3EF99F-7EA5-E6F8-51EB-8B5E5CB799E8}"/>
              </a:ext>
            </a:extLst>
          </p:cNvPr>
          <p:cNvSpPr/>
          <p:nvPr/>
        </p:nvSpPr>
        <p:spPr bwMode="auto">
          <a:xfrm>
            <a:off x="3784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B39623CD-47EA-AEC1-A4F5-2CB5D0F35172}"/>
              </a:ext>
            </a:extLst>
          </p:cNvPr>
          <p:cNvSpPr/>
          <p:nvPr/>
        </p:nvSpPr>
        <p:spPr bwMode="auto">
          <a:xfrm>
            <a:off x="4632523" y="4254103"/>
            <a:ext cx="829469"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4E918528-998A-27AF-A033-11DBD65AE282}"/>
              </a:ext>
            </a:extLst>
          </p:cNvPr>
          <p:cNvSpPr/>
          <p:nvPr/>
        </p:nvSpPr>
        <p:spPr bwMode="auto">
          <a:xfrm>
            <a:off x="44958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47299168-F390-9573-3600-54FED04BF20A}"/>
              </a:ext>
            </a:extLst>
          </p:cNvPr>
          <p:cNvSpPr/>
          <p:nvPr/>
        </p:nvSpPr>
        <p:spPr bwMode="auto">
          <a:xfrm>
            <a:off x="5483820" y="4254103"/>
            <a:ext cx="91678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4B682C67-5F58-2E9C-27F5-DE058AD432C5}"/>
              </a:ext>
            </a:extLst>
          </p:cNvPr>
          <p:cNvSpPr/>
          <p:nvPr/>
        </p:nvSpPr>
        <p:spPr bwMode="auto">
          <a:xfrm>
            <a:off x="53467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graphicFrame>
        <p:nvGraphicFramePr>
          <p:cNvPr id="23" name="Table 22">
            <a:extLst>
              <a:ext uri="{FF2B5EF4-FFF2-40B4-BE49-F238E27FC236}">
                <a16:creationId xmlns:a16="http://schemas.microsoft.com/office/drawing/2014/main" id="{70840E9F-974B-CC6C-322F-EA9AE7EB9E4A}"/>
              </a:ext>
            </a:extLst>
          </p:cNvPr>
          <p:cNvGraphicFramePr>
            <a:graphicFrameLocks noGrp="1"/>
          </p:cNvGraphicFramePr>
          <p:nvPr>
            <p:extLst>
              <p:ext uri="{D42A27DB-BD31-4B8C-83A1-F6EECF244321}">
                <p14:modId xmlns:p14="http://schemas.microsoft.com/office/powerpoint/2010/main" val="927559649"/>
              </p:ext>
            </p:extLst>
          </p:nvPr>
        </p:nvGraphicFramePr>
        <p:xfrm>
          <a:off x="7239000" y="647700"/>
          <a:ext cx="2616200" cy="1371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234207286"/>
                    </a:ext>
                  </a:extLst>
                </a:gridCol>
                <a:gridCol w="2336800">
                  <a:extLst>
                    <a:ext uri="{9D8B030D-6E8A-4147-A177-3AD203B41FA5}">
                      <a16:colId xmlns:a16="http://schemas.microsoft.com/office/drawing/2014/main" val="243264936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55087591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now </a:t>
                      </a:r>
                      <a:r>
                        <a:rPr lang="en-US" sz="800" b="0" i="0">
                          <a:solidFill>
                            <a:srgbClr val="000000"/>
                          </a:solidFill>
                          <a:latin typeface="Arial" panose="020B0604020202020204" pitchFamily="34" charset="0"/>
                        </a:rPr>
                        <a:t>and next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80886250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progress </a:t>
                      </a:r>
                      <a:r>
                        <a:rPr lang="en-US" sz="800" b="0" i="0">
                          <a:solidFill>
                            <a:srgbClr val="000000"/>
                          </a:solidFill>
                          <a:latin typeface="Arial" panose="020B0604020202020204" pitchFamily="34" charset="0"/>
                        </a:rPr>
                        <a:t>and clock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480981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 </a:t>
                      </a:r>
                      <a:r>
                        <a:rPr lang="en-US" sz="800" b="0" i="0">
                          <a:solidFill>
                            <a:srgbClr val="000000"/>
                          </a:solidFill>
                          <a:latin typeface="Arial" panose="020B0604020202020204" pitchFamily="34" charset="0"/>
                        </a:rPr>
                        <a:t>/ Pause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78465024"/>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list (see </a:t>
                      </a:r>
                      <a:r>
                        <a:rPr lang="en-US" sz="800" b="0" i="0">
                          <a:solidFill>
                            <a:srgbClr val="000000"/>
                          </a:solidFill>
                          <a:latin typeface="Arial" panose="020B0604020202020204" pitchFamily="34" charset="0"/>
                        </a:rPr>
                        <a:t>6-2)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55406265"/>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7069790"/>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Audio track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99245304"/>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Subtitles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73552746"/>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Picture mode: Fit, Zoom, Fill, 16:9</a:t>
                      </a:r>
                      <a:r>
                        <a:rPr lang="en-US" sz="800" b="0" i="0">
                          <a:solidFill>
                            <a:srgbClr val="000000"/>
                          </a:solidFill>
                          <a:latin typeface="Arial" panose="020B0604020202020204" pitchFamily="34" charset="0"/>
                        </a:rPr>
                        <a:t>, 4:3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3615056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57983642-74F8-469A-D08D-C1AD5B4795D7}"/>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Opens over the video on the current channel. Left/Right move between categories and channels.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OK on a channel switches to it and closes the list. Back closes the </a:t>
            </a:r>
            <a:r>
              <a:rPr lang="en-US" altLang="ko-KR" sz="900">
                <a:latin typeface="Arial" pitchFamily="34" charset="0"/>
                <a:ea typeface="굴림" panose="020B0600000101010101" pitchFamily="50" charset="-127"/>
                <a:cs typeface="Arial" pitchFamily="34" charset="0"/>
              </a:rPr>
              <a:t>list.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ECC5E79-7675-9D52-117D-C72BDA70279A}"/>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Channel list (OK in the player)</a:t>
            </a:r>
          </a:p>
        </p:txBody>
      </p:sp>
      <p:sp>
        <p:nvSpPr>
          <p:cNvPr id="17" name="텍스트 개체 틀 16">
            <a:extLst>
              <a:ext uri="{FF2B5EF4-FFF2-40B4-BE49-F238E27FC236}">
                <a16:creationId xmlns:a16="http://schemas.microsoft.com/office/drawing/2014/main" id="{B24B00A5-A48F-EB8F-745E-E328EAC8020F}"/>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1F637E99-D1E4-7690-66C2-EBE62540CE4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5B837794-83AF-1572-BFB5-B2F03E5CC624}"/>
              </a:ext>
            </a:extLst>
          </p:cNvPr>
          <p:cNvSpPr/>
          <p:nvPr/>
        </p:nvSpPr>
        <p:spPr bwMode="auto">
          <a:xfrm>
            <a:off x="599777" y="1176338"/>
            <a:ext cx="791270"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BC86A8C5-A6AE-F4F4-F843-E1EFA33CD4D6}"/>
              </a:ext>
            </a:extLst>
          </p:cNvPr>
          <p:cNvSpPr/>
          <p:nvPr/>
        </p:nvSpPr>
        <p:spPr bwMode="auto">
          <a:xfrm>
            <a:off x="4572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D0842FA6-41D3-3154-AEB4-D716336D2917}"/>
              </a:ext>
            </a:extLst>
          </p:cNvPr>
          <p:cNvSpPr/>
          <p:nvPr/>
        </p:nvSpPr>
        <p:spPr bwMode="auto">
          <a:xfrm>
            <a:off x="1412875" y="1176338"/>
            <a:ext cx="802184"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4CF5A6F-6F0E-5D50-54FA-5BA55C540918}"/>
              </a:ext>
            </a:extLst>
          </p:cNvPr>
          <p:cNvSpPr/>
          <p:nvPr/>
        </p:nvSpPr>
        <p:spPr bwMode="auto">
          <a:xfrm>
            <a:off x="12700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C89554F7-1A40-2419-9DE8-904C70FDAE3C}"/>
              </a:ext>
            </a:extLst>
          </p:cNvPr>
          <p:cNvSpPr/>
          <p:nvPr/>
        </p:nvSpPr>
        <p:spPr bwMode="auto">
          <a:xfrm>
            <a:off x="616148" y="1394619"/>
            <a:ext cx="1582540" cy="264666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B5B9B614-9926-6A0C-D05E-57D85FD4B992}"/>
              </a:ext>
            </a:extLst>
          </p:cNvPr>
          <p:cNvSpPr/>
          <p:nvPr/>
        </p:nvSpPr>
        <p:spPr bwMode="auto">
          <a:xfrm>
            <a:off x="482600" y="1270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0EB78A8B-5E6B-5B9A-8362-24E1A38E9EC5}"/>
              </a:ext>
            </a:extLst>
          </p:cNvPr>
          <p:cNvSpPr/>
          <p:nvPr/>
        </p:nvSpPr>
        <p:spPr bwMode="auto">
          <a:xfrm>
            <a:off x="2362398" y="1165423"/>
            <a:ext cx="3175993" cy="1855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C43ED4B6-1C5D-F8DF-BD07-603AF3E4CBBE}"/>
              </a:ext>
            </a:extLst>
          </p:cNvPr>
          <p:cNvSpPr/>
          <p:nvPr/>
        </p:nvSpPr>
        <p:spPr bwMode="auto">
          <a:xfrm>
            <a:off x="2222500" y="104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05C2656A-11F3-FF82-8F18-6F101C1FA20A}"/>
              </a:ext>
            </a:extLst>
          </p:cNvPr>
          <p:cNvSpPr/>
          <p:nvPr/>
        </p:nvSpPr>
        <p:spPr bwMode="auto">
          <a:xfrm>
            <a:off x="2335113" y="1383705"/>
            <a:ext cx="3230563" cy="321964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ECFEC3EC-D010-DCCA-D909-63844DFF13F5}"/>
              </a:ext>
            </a:extLst>
          </p:cNvPr>
          <p:cNvSpPr/>
          <p:nvPr/>
        </p:nvSpPr>
        <p:spPr bwMode="auto">
          <a:xfrm>
            <a:off x="21971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0C210104-83A9-5648-5F40-FD966717E88C}"/>
              </a:ext>
            </a:extLst>
          </p:cNvPr>
          <p:cNvSpPr/>
          <p:nvPr/>
        </p:nvSpPr>
        <p:spPr bwMode="auto">
          <a:xfrm>
            <a:off x="5254625" y="1678384"/>
            <a:ext cx="240109" cy="21828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92F48453-D8A9-C4F3-8BB7-A776AF7A8E78}"/>
              </a:ext>
            </a:extLst>
          </p:cNvPr>
          <p:cNvSpPr/>
          <p:nvPr/>
        </p:nvSpPr>
        <p:spPr bwMode="auto">
          <a:xfrm>
            <a:off x="5118100" y="1549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00E0AADC-EC3F-9A39-5357-5937D9F5158D}"/>
              </a:ext>
            </a:extLst>
          </p:cNvPr>
          <p:cNvGraphicFramePr>
            <a:graphicFrameLocks noGrp="1"/>
          </p:cNvGraphicFramePr>
          <p:nvPr>
            <p:extLst>
              <p:ext uri="{D42A27DB-BD31-4B8C-83A1-F6EECF244321}">
                <p14:modId xmlns:p14="http://schemas.microsoft.com/office/powerpoint/2010/main" val="4188539106"/>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699040025"/>
                    </a:ext>
                  </a:extLst>
                </a:gridCol>
                <a:gridCol w="2336800">
                  <a:extLst>
                    <a:ext uri="{9D8B030D-6E8A-4147-A177-3AD203B41FA5}">
                      <a16:colId xmlns:a16="http://schemas.microsoft.com/office/drawing/2014/main" val="202636137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430127138"/>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Search</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1361219"/>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TV guide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06478000"/>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Categories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505169001"/>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Category and position in </a:t>
                      </a:r>
                      <a:r>
                        <a:rPr lang="en-US" sz="800" b="0" i="0">
                          <a:solidFill>
                            <a:srgbClr val="000000"/>
                          </a:solidFill>
                          <a:latin typeface="Arial" panose="020B0604020202020204" pitchFamily="34" charset="0"/>
                        </a:rPr>
                        <a:t>the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71790963"/>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Channels; the blue mark shows the channel </a:t>
                      </a:r>
                      <a:r>
                        <a:rPr lang="en-US" sz="800" b="0" i="0">
                          <a:solidFill>
                            <a:srgbClr val="000000"/>
                          </a:solidFill>
                          <a:latin typeface="Arial" panose="020B0604020202020204" pitchFamily="34" charset="0"/>
                        </a:rPr>
                        <a:t>playing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23661126"/>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23449448"/>
                  </a:ext>
                </a:extLst>
              </a:tr>
            </a:tbl>
          </a:graphicData>
        </a:graphic>
      </p:graphicFrame>
    </p:spTree>
    <p:extLst>
      <p:ext uri="{BB962C8B-B14F-4D97-AF65-F5344CB8AC3E}">
        <p14:creationId xmlns:p14="http://schemas.microsoft.com/office/powerpoint/2010/main" val="40298902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57983642-74F8-469A-D08D-C1AD5B4795D7}"/>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Arrow keys move through </a:t>
            </a:r>
            <a:r>
              <a:rPr lang="en-US" altLang="ko-KR" sz="900" dirty="0" err="1">
                <a:latin typeface="Arial" pitchFamily="34" charset="0"/>
                <a:ea typeface="굴림" panose="020B0600000101010101" pitchFamily="50" charset="-127"/>
                <a:cs typeface="Arial" pitchFamily="34" charset="0"/>
              </a:rPr>
              <a:t>programmes</a:t>
            </a:r>
            <a:r>
              <a:rPr lang="en-US" altLang="ko-KR" sz="900" dirty="0">
                <a:latin typeface="Arial" pitchFamily="34" charset="0"/>
                <a:ea typeface="굴림" panose="020B0600000101010101" pitchFamily="50" charset="-127"/>
                <a:cs typeface="Arial" pitchFamily="34" charset="0"/>
              </a:rPr>
              <a:t> and channels; CH +/- page; the wheel scrolls. OK on a </a:t>
            </a:r>
            <a:r>
              <a:rPr lang="en-US" altLang="ko-KR" sz="900" dirty="0" err="1">
                <a:latin typeface="Arial" pitchFamily="34" charset="0"/>
                <a:ea typeface="굴림" panose="020B0600000101010101" pitchFamily="50" charset="-127"/>
                <a:cs typeface="Arial" pitchFamily="34" charset="0"/>
              </a:rPr>
              <a:t>programme</a:t>
            </a:r>
            <a:r>
              <a:rPr lang="en-US" altLang="ko-KR" sz="900" dirty="0">
                <a:latin typeface="Arial" pitchFamily="34" charset="0"/>
                <a:ea typeface="굴림" panose="020B0600000101010101" pitchFamily="50" charset="-127"/>
                <a:cs typeface="Arial" pitchFamily="34" charset="0"/>
              </a:rPr>
              <a:t> on air plays its channel.</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Guide data comes from XMLTV named in the playlist, in Settings, or by the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server.</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test playlist comes with guide data, so every test channel shows </a:t>
            </a:r>
            <a:r>
              <a:rPr lang="en-US" altLang="ko-KR" sz="900" err="1">
                <a:latin typeface="Arial" pitchFamily="34" charset="0"/>
                <a:ea typeface="굴림" panose="020B0600000101010101" pitchFamily="50" charset="-127"/>
                <a:cs typeface="Arial" pitchFamily="34" charset="0"/>
              </a:rPr>
              <a:t>programmes</a:t>
            </a:r>
            <a:r>
              <a:rPr lang="en-US" altLang="ko-KR" sz="900">
                <a:latin typeface="Arial" pitchFamily="34" charset="0"/>
                <a:ea typeface="굴림" panose="020B0600000101010101" pitchFamily="50" charset="-127"/>
                <a:cs typeface="Arial" pitchFamily="34" charset="0"/>
              </a:rPr>
              <a: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ECC5E79-7675-9D52-117D-C72BDA70279A}"/>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3. TV guide</a:t>
            </a:r>
          </a:p>
        </p:txBody>
      </p:sp>
      <p:sp>
        <p:nvSpPr>
          <p:cNvPr id="17" name="텍스트 개체 틀 16">
            <a:extLst>
              <a:ext uri="{FF2B5EF4-FFF2-40B4-BE49-F238E27FC236}">
                <a16:creationId xmlns:a16="http://schemas.microsoft.com/office/drawing/2014/main" id="{B24B00A5-A48F-EB8F-745E-E328EAC8020F}"/>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DADF9DAB-7643-EA35-CA3D-E8FDBE135E7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14D9E49F-74A7-A57B-6B44-54ACFA044E71}"/>
              </a:ext>
            </a:extLst>
          </p:cNvPr>
          <p:cNvSpPr/>
          <p:nvPr/>
        </p:nvSpPr>
        <p:spPr bwMode="auto">
          <a:xfrm>
            <a:off x="517922" y="1105396"/>
            <a:ext cx="2837656"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B6973337-9C30-2BDD-3BF9-47FF4E23AE53}"/>
              </a:ext>
            </a:extLst>
          </p:cNvPr>
          <p:cNvSpPr/>
          <p:nvPr/>
        </p:nvSpPr>
        <p:spPr bwMode="auto">
          <a:xfrm>
            <a:off x="3810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4977A5B9-D6D9-794C-5EF5-6B48A421508F}"/>
              </a:ext>
            </a:extLst>
          </p:cNvPr>
          <p:cNvSpPr/>
          <p:nvPr/>
        </p:nvSpPr>
        <p:spPr bwMode="auto">
          <a:xfrm>
            <a:off x="1827609" y="1732955"/>
            <a:ext cx="4993184"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876219B4-D57E-AE8B-003A-7AB1F8291FB7}"/>
              </a:ext>
            </a:extLst>
          </p:cNvPr>
          <p:cNvSpPr/>
          <p:nvPr/>
        </p:nvSpPr>
        <p:spPr bwMode="auto">
          <a:xfrm>
            <a:off x="1689100" y="1600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CC730835-13F7-803E-1C0A-E94336684FB8}"/>
              </a:ext>
            </a:extLst>
          </p:cNvPr>
          <p:cNvSpPr/>
          <p:nvPr/>
        </p:nvSpPr>
        <p:spPr bwMode="auto">
          <a:xfrm>
            <a:off x="517922" y="1951236"/>
            <a:ext cx="1309687" cy="24010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6A088ACA-774D-6E0B-06C3-6D836230C5FF}"/>
              </a:ext>
            </a:extLst>
          </p:cNvPr>
          <p:cNvSpPr/>
          <p:nvPr/>
        </p:nvSpPr>
        <p:spPr bwMode="auto">
          <a:xfrm>
            <a:off x="381000" y="1828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5F50C3CB-FF2E-BAED-879C-17734150CB85}"/>
              </a:ext>
            </a:extLst>
          </p:cNvPr>
          <p:cNvSpPr/>
          <p:nvPr/>
        </p:nvSpPr>
        <p:spPr bwMode="auto">
          <a:xfrm>
            <a:off x="1827609" y="1907580"/>
            <a:ext cx="4993184" cy="244475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126E8974-1C49-E113-928D-F45E0E68ED4E}"/>
              </a:ext>
            </a:extLst>
          </p:cNvPr>
          <p:cNvSpPr/>
          <p:nvPr/>
        </p:nvSpPr>
        <p:spPr bwMode="auto">
          <a:xfrm>
            <a:off x="1689100" y="1778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AD3DACD9-1F75-95F1-7E67-2A22644D45AC}"/>
              </a:ext>
            </a:extLst>
          </p:cNvPr>
          <p:cNvSpPr/>
          <p:nvPr/>
        </p:nvSpPr>
        <p:spPr bwMode="auto">
          <a:xfrm>
            <a:off x="2389684" y="2213173"/>
            <a:ext cx="1669851"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57CDF0A3-A0D8-0A69-A596-EE973D15719C}"/>
              </a:ext>
            </a:extLst>
          </p:cNvPr>
          <p:cNvSpPr/>
          <p:nvPr/>
        </p:nvSpPr>
        <p:spPr bwMode="auto">
          <a:xfrm>
            <a:off x="2247900" y="2082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6D46E5FC-78C6-5256-AF9D-2B177987DFEA}"/>
              </a:ext>
            </a:extLst>
          </p:cNvPr>
          <p:cNvSpPr/>
          <p:nvPr/>
        </p:nvSpPr>
        <p:spPr bwMode="auto">
          <a:xfrm>
            <a:off x="517922" y="4385072"/>
            <a:ext cx="2673945" cy="14188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2DF291FE-E47E-AFAE-02C8-A5039A90A95C}"/>
              </a:ext>
            </a:extLst>
          </p:cNvPr>
          <p:cNvSpPr/>
          <p:nvPr/>
        </p:nvSpPr>
        <p:spPr bwMode="auto">
          <a:xfrm>
            <a:off x="381000" y="4254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D310BE27-3045-2831-D8B3-4B91C8AE9644}"/>
              </a:ext>
            </a:extLst>
          </p:cNvPr>
          <p:cNvGraphicFramePr>
            <a:graphicFrameLocks noGrp="1"/>
          </p:cNvGraphicFramePr>
          <p:nvPr>
            <p:extLst>
              <p:ext uri="{D42A27DB-BD31-4B8C-83A1-F6EECF244321}">
                <p14:modId xmlns:p14="http://schemas.microsoft.com/office/powerpoint/2010/main" val="420296348"/>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900738345"/>
                    </a:ext>
                  </a:extLst>
                </a:gridCol>
                <a:gridCol w="2336800">
                  <a:extLst>
                    <a:ext uri="{9D8B030D-6E8A-4147-A177-3AD203B41FA5}">
                      <a16:colId xmlns:a16="http://schemas.microsoft.com/office/drawing/2014/main" val="3623954465"/>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22562209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Focused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channel, time, title</a:t>
                      </a:r>
                      <a:r>
                        <a:rPr lang="en-US" sz="800" b="0" i="0">
                          <a:solidFill>
                            <a:srgbClr val="000000"/>
                          </a:solidFill>
                          <a:latin typeface="Arial" panose="020B0604020202020204" pitchFamily="34" charset="0"/>
                        </a:rPr>
                        <a:t>, description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6056015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Date and </a:t>
                      </a:r>
                      <a:r>
                        <a:rPr lang="en-US" sz="800" b="0" i="0">
                          <a:solidFill>
                            <a:srgbClr val="000000"/>
                          </a:solidFill>
                          <a:latin typeface="Arial" panose="020B0604020202020204" pitchFamily="34" charset="0"/>
                        </a:rPr>
                        <a:t>time scale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79538130"/>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63161618"/>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Programmes</a:t>
                      </a:r>
                      <a:r>
                        <a:rPr lang="en-US" sz="800" b="0" i="0" dirty="0">
                          <a:solidFill>
                            <a:srgbClr val="000000"/>
                          </a:solidFill>
                          <a:latin typeface="Arial" panose="020B0604020202020204" pitchFamily="34" charset="0"/>
                        </a:rPr>
                        <a:t>; the red line marks the </a:t>
                      </a:r>
                      <a:r>
                        <a:rPr lang="en-US" sz="800" b="0" i="0">
                          <a:solidFill>
                            <a:srgbClr val="000000"/>
                          </a:solidFill>
                          <a:latin typeface="Arial" panose="020B0604020202020204" pitchFamily="34" charset="0"/>
                        </a:rPr>
                        <a:t>current time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6517108"/>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Focused programme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58654479"/>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22715848"/>
                  </a:ext>
                </a:extLst>
              </a:tr>
            </a:tbl>
          </a:graphicData>
        </a:graphic>
      </p:graphicFrame>
    </p:spTree>
    <p:extLst>
      <p:ext uri="{BB962C8B-B14F-4D97-AF65-F5344CB8AC3E}">
        <p14:creationId xmlns:p14="http://schemas.microsoft.com/office/powerpoint/2010/main" val="38223765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57983642-74F8-469A-D08D-C1AD5B4795D7}"/>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Search ignores case and accents and matches any part of a channel name.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Down moves from the field to the results. Back closes the keyboard, then the </a:t>
            </a:r>
            <a:r>
              <a:rPr lang="en-US" altLang="ko-KR" sz="900">
                <a:latin typeface="Arial" pitchFamily="34" charset="0"/>
                <a:ea typeface="굴림" panose="020B0600000101010101" pitchFamily="50" charset="-127"/>
                <a:cs typeface="Arial" pitchFamily="34" charset="0"/>
              </a:rPr>
              <a:t>screen.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ECC5E79-7675-9D52-117D-C72BDA70279A}"/>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4. Search</a:t>
            </a:r>
          </a:p>
        </p:txBody>
      </p:sp>
      <p:sp>
        <p:nvSpPr>
          <p:cNvPr id="17" name="텍스트 개체 틀 16">
            <a:extLst>
              <a:ext uri="{FF2B5EF4-FFF2-40B4-BE49-F238E27FC236}">
                <a16:creationId xmlns:a16="http://schemas.microsoft.com/office/drawing/2014/main" id="{B24B00A5-A48F-EB8F-745E-E328EAC8020F}"/>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95F59F83-236E-BA1A-10B8-753ED988B9C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0D6EC07B-EB79-B5D1-57BB-16B367EA6853}"/>
              </a:ext>
            </a:extLst>
          </p:cNvPr>
          <p:cNvSpPr/>
          <p:nvPr/>
        </p:nvSpPr>
        <p:spPr bwMode="auto">
          <a:xfrm>
            <a:off x="2373313" y="1110853"/>
            <a:ext cx="4452937"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3AE28E7C-A92C-9CD8-5FD9-4DC8F7E89BF5}"/>
              </a:ext>
            </a:extLst>
          </p:cNvPr>
          <p:cNvSpPr/>
          <p:nvPr/>
        </p:nvSpPr>
        <p:spPr bwMode="auto">
          <a:xfrm>
            <a:off x="22352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8E30D80A-4C36-4D9C-03FC-1425F67F9BE9}"/>
              </a:ext>
            </a:extLst>
          </p:cNvPr>
          <p:cNvSpPr/>
          <p:nvPr/>
        </p:nvSpPr>
        <p:spPr bwMode="auto">
          <a:xfrm>
            <a:off x="2340570" y="1574701"/>
            <a:ext cx="545703"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25DEE354-1D97-BDE5-B73A-30CB091DCC55}"/>
              </a:ext>
            </a:extLst>
          </p:cNvPr>
          <p:cNvSpPr/>
          <p:nvPr/>
        </p:nvSpPr>
        <p:spPr bwMode="auto">
          <a:xfrm>
            <a:off x="21971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E42F454A-B68B-94E8-E436-1913F47F0C65}"/>
              </a:ext>
            </a:extLst>
          </p:cNvPr>
          <p:cNvSpPr/>
          <p:nvPr/>
        </p:nvSpPr>
        <p:spPr bwMode="auto">
          <a:xfrm>
            <a:off x="2395141" y="1831181"/>
            <a:ext cx="4409281" cy="180082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2C8876A7-E975-B372-CC55-C5D2388BC421}"/>
              </a:ext>
            </a:extLst>
          </p:cNvPr>
          <p:cNvSpPr/>
          <p:nvPr/>
        </p:nvSpPr>
        <p:spPr bwMode="auto">
          <a:xfrm>
            <a:off x="2260600" y="1701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FD3D963F-DC0D-8406-240F-ECA9CC9FED4B}"/>
              </a:ext>
            </a:extLst>
          </p:cNvPr>
          <p:cNvSpPr/>
          <p:nvPr/>
        </p:nvSpPr>
        <p:spPr bwMode="auto">
          <a:xfrm>
            <a:off x="6509742" y="1874838"/>
            <a:ext cx="240110" cy="21828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41F001C3-2447-A3E1-ED4E-359D91B40D04}"/>
              </a:ext>
            </a:extLst>
          </p:cNvPr>
          <p:cNvSpPr/>
          <p:nvPr/>
        </p:nvSpPr>
        <p:spPr bwMode="auto">
          <a:xfrm>
            <a:off x="6375400" y="1752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4FA64310-17B5-53D4-1872-DDEA3A9AE9A9}"/>
              </a:ext>
            </a:extLst>
          </p:cNvPr>
          <p:cNvGraphicFramePr>
            <a:graphicFrameLocks noGrp="1"/>
          </p:cNvGraphicFramePr>
          <p:nvPr>
            <p:extLst>
              <p:ext uri="{D42A27DB-BD31-4B8C-83A1-F6EECF244321}">
                <p14:modId xmlns:p14="http://schemas.microsoft.com/office/powerpoint/2010/main" val="3678271682"/>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253082325"/>
                    </a:ext>
                  </a:extLst>
                </a:gridCol>
                <a:gridCol w="2336800">
                  <a:extLst>
                    <a:ext uri="{9D8B030D-6E8A-4147-A177-3AD203B41FA5}">
                      <a16:colId xmlns:a16="http://schemas.microsoft.com/office/drawing/2014/main" val="157514321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44120058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field: OK opens the </a:t>
                      </a:r>
                      <a:r>
                        <a:rPr lang="en-US" sz="800" b="0" i="0">
                          <a:solidFill>
                            <a:srgbClr val="000000"/>
                          </a:solidFill>
                          <a:latin typeface="Arial" panose="020B0604020202020204" pitchFamily="34" charset="0"/>
                        </a:rPr>
                        <a:t>LG keyboard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1410730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a:t>
                      </a:r>
                      <a:r>
                        <a:rPr lang="en-US" sz="800" b="0" i="0">
                          <a:solidFill>
                            <a:srgbClr val="000000"/>
                          </a:solidFill>
                          <a:latin typeface="Arial" panose="020B0604020202020204" pitchFamily="34" charset="0"/>
                        </a:rPr>
                        <a:t>of results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19178973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Results update while typing. OK plays </a:t>
                      </a:r>
                      <a:r>
                        <a:rPr lang="en-US" sz="800" b="0" i="0">
                          <a:solidFill>
                            <a:srgbClr val="000000"/>
                          </a:solidFill>
                          <a:latin typeface="Arial" panose="020B0604020202020204" pitchFamily="34" charset="0"/>
                        </a:rPr>
                        <a:t>the channel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24723423"/>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14488383"/>
                  </a:ext>
                </a:extLst>
              </a:tr>
            </a:tbl>
          </a:graphicData>
        </a:graphic>
      </p:graphicFrame>
    </p:spTree>
    <p:extLst>
      <p:ext uri="{BB962C8B-B14F-4D97-AF65-F5344CB8AC3E}">
        <p14:creationId xmlns:p14="http://schemas.microsoft.com/office/powerpoint/2010/main" val="26612280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57983642-74F8-469A-D08D-C1AD5B4795D7}"/>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In Favorites the menu also offers Move: Up/Down, or the arrows shown on the channel, reorder it; OK finishes.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closes the </a:t>
            </a:r>
            <a:r>
              <a:rPr lang="en-US" altLang="ko-KR" sz="900">
                <a:latin typeface="Arial" pitchFamily="34" charset="0"/>
                <a:ea typeface="굴림" panose="020B0600000101010101" pitchFamily="50" charset="-127"/>
                <a:cs typeface="Arial" pitchFamily="34" charset="0"/>
              </a:rPr>
              <a:t>menu.</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ECC5E79-7675-9D52-117D-C72BDA70279A}"/>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5. Channel menu (hold OK on a channel)</a:t>
            </a:r>
          </a:p>
        </p:txBody>
      </p:sp>
      <p:sp>
        <p:nvSpPr>
          <p:cNvPr id="17" name="텍스트 개체 틀 16">
            <a:extLst>
              <a:ext uri="{FF2B5EF4-FFF2-40B4-BE49-F238E27FC236}">
                <a16:creationId xmlns:a16="http://schemas.microsoft.com/office/drawing/2014/main" id="{B24B00A5-A48F-EB8F-745E-E328EAC8020F}"/>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9B0A7AC7-D7F9-82BB-D05D-654CF97BEA73}"/>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4C6F8066-23B1-1F22-C1EA-D140A3625B30}"/>
              </a:ext>
            </a:extLst>
          </p:cNvPr>
          <p:cNvSpPr/>
          <p:nvPr/>
        </p:nvSpPr>
        <p:spPr bwMode="auto">
          <a:xfrm>
            <a:off x="2127746" y="2431455"/>
            <a:ext cx="3110508" cy="9004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FE2E9922-1234-F96E-0907-FEB0D5C72A8B}"/>
              </a:ext>
            </a:extLst>
          </p:cNvPr>
          <p:cNvSpPr/>
          <p:nvPr/>
        </p:nvSpPr>
        <p:spPr bwMode="auto">
          <a:xfrm>
            <a:off x="19939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1E989023-3D74-B2D9-BDD7-E7CCBC4F1C0C}"/>
              </a:ext>
            </a:extLst>
          </p:cNvPr>
          <p:cNvSpPr/>
          <p:nvPr/>
        </p:nvSpPr>
        <p:spPr bwMode="auto">
          <a:xfrm>
            <a:off x="2275086" y="2868017"/>
            <a:ext cx="1407914"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A970B717-20CC-5910-C354-61028D049C3B}"/>
              </a:ext>
            </a:extLst>
          </p:cNvPr>
          <p:cNvSpPr/>
          <p:nvPr/>
        </p:nvSpPr>
        <p:spPr bwMode="auto">
          <a:xfrm>
            <a:off x="21336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E6C489A5-2CD3-B56B-C638-573D31BD7157}"/>
              </a:ext>
            </a:extLst>
          </p:cNvPr>
          <p:cNvSpPr/>
          <p:nvPr/>
        </p:nvSpPr>
        <p:spPr bwMode="auto">
          <a:xfrm>
            <a:off x="3693914" y="2868017"/>
            <a:ext cx="1375172"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E7557912-569E-9E91-93A2-8946B44C4771}"/>
              </a:ext>
            </a:extLst>
          </p:cNvPr>
          <p:cNvSpPr/>
          <p:nvPr/>
        </p:nvSpPr>
        <p:spPr bwMode="auto">
          <a:xfrm>
            <a:off x="35560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3B7EC979-A853-D2A3-B9D6-5B0A7FE849CB}"/>
              </a:ext>
            </a:extLst>
          </p:cNvPr>
          <p:cNvGraphicFramePr>
            <a:graphicFrameLocks noGrp="1"/>
          </p:cNvGraphicFramePr>
          <p:nvPr>
            <p:extLst>
              <p:ext uri="{D42A27DB-BD31-4B8C-83A1-F6EECF244321}">
                <p14:modId xmlns:p14="http://schemas.microsoft.com/office/powerpoint/2010/main" val="1707356751"/>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442187829"/>
                    </a:ext>
                  </a:extLst>
                </a:gridCol>
                <a:gridCol w="2336800">
                  <a:extLst>
                    <a:ext uri="{9D8B030D-6E8A-4147-A177-3AD203B41FA5}">
                      <a16:colId xmlns:a16="http://schemas.microsoft.com/office/drawing/2014/main" val="3826878444"/>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733587830"/>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 menu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67310883"/>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29148080"/>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07321358"/>
                  </a:ext>
                </a:extLst>
              </a:tr>
            </a:tbl>
          </a:graphicData>
        </a:graphic>
      </p:graphicFrame>
    </p:spTree>
    <p:extLst>
      <p:ext uri="{BB962C8B-B14F-4D97-AF65-F5344CB8AC3E}">
        <p14:creationId xmlns:p14="http://schemas.microsoft.com/office/powerpoint/2010/main" val="35711059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57983642-74F8-469A-D08D-C1AD5B4795D7}"/>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Codes sources also show the account's expiry date and connection </a:t>
            </a:r>
            <a:r>
              <a:rPr lang="en-US" altLang="ko-KR" sz="900">
                <a:latin typeface="Arial" pitchFamily="34" charset="0"/>
                <a:ea typeface="굴림" panose="020B0600000101010101" pitchFamily="50" charset="-127"/>
                <a:cs typeface="Arial" pitchFamily="34" charset="0"/>
              </a:rPr>
              <a:t>limit.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ECC5E79-7675-9D52-117D-C72BDA70279A}"/>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6. Settings: Sources</a:t>
            </a:r>
          </a:p>
        </p:txBody>
      </p:sp>
      <p:sp>
        <p:nvSpPr>
          <p:cNvPr id="17" name="텍스트 개체 틀 16">
            <a:extLst>
              <a:ext uri="{FF2B5EF4-FFF2-40B4-BE49-F238E27FC236}">
                <a16:creationId xmlns:a16="http://schemas.microsoft.com/office/drawing/2014/main" id="{B24B00A5-A48F-EB8F-745E-E328EAC8020F}"/>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E022F3FC-C81F-D937-7445-B44A7AD4E8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EED9D951-92B7-60E4-3B76-D135FA115C93}"/>
              </a:ext>
            </a:extLst>
          </p:cNvPr>
          <p:cNvSpPr/>
          <p:nvPr/>
        </p:nvSpPr>
        <p:spPr bwMode="auto">
          <a:xfrm>
            <a:off x="507008" y="1460103"/>
            <a:ext cx="1669851"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E2B4C181-5E2E-DB52-ABEC-339DEB6214BC}"/>
              </a:ext>
            </a:extLst>
          </p:cNvPr>
          <p:cNvSpPr/>
          <p:nvPr/>
        </p:nvSpPr>
        <p:spPr bwMode="auto">
          <a:xfrm>
            <a:off x="3683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805226F2-5718-E41C-86F5-AD7FD0269822}"/>
              </a:ext>
            </a:extLst>
          </p:cNvPr>
          <p:cNvSpPr/>
          <p:nvPr/>
        </p:nvSpPr>
        <p:spPr bwMode="auto">
          <a:xfrm>
            <a:off x="2373313" y="1383705"/>
            <a:ext cx="4452937" cy="40382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79E8F187-68A3-EECE-28CD-78E105B0D310}"/>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3DDC6E4D-E9F2-F0A4-509B-B06ECE93667C}"/>
              </a:ext>
            </a:extLst>
          </p:cNvPr>
          <p:cNvSpPr/>
          <p:nvPr/>
        </p:nvSpPr>
        <p:spPr bwMode="auto">
          <a:xfrm>
            <a:off x="5167313" y="1438275"/>
            <a:ext cx="58935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0F0598E6-57CC-A83A-2341-2AED5A05B8EE}"/>
              </a:ext>
            </a:extLst>
          </p:cNvPr>
          <p:cNvSpPr/>
          <p:nvPr/>
        </p:nvSpPr>
        <p:spPr bwMode="auto">
          <a:xfrm>
            <a:off x="5029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F27FC373-E57F-A96A-B697-F64CE8384ED1}"/>
              </a:ext>
            </a:extLst>
          </p:cNvPr>
          <p:cNvSpPr/>
          <p:nvPr/>
        </p:nvSpPr>
        <p:spPr bwMode="auto">
          <a:xfrm>
            <a:off x="5800328" y="1438275"/>
            <a:ext cx="39290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AECE4BDF-2F76-4005-0306-4C2A81D8C612}"/>
              </a:ext>
            </a:extLst>
          </p:cNvPr>
          <p:cNvSpPr/>
          <p:nvPr/>
        </p:nvSpPr>
        <p:spPr bwMode="auto">
          <a:xfrm>
            <a:off x="5664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959476FB-8CB5-7052-E0CC-33D196B5368B}"/>
              </a:ext>
            </a:extLst>
          </p:cNvPr>
          <p:cNvSpPr/>
          <p:nvPr/>
        </p:nvSpPr>
        <p:spPr bwMode="auto">
          <a:xfrm>
            <a:off x="6236891" y="1438275"/>
            <a:ext cx="523875"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A0B0107F-C31A-A4A5-919D-20213C300E1C}"/>
              </a:ext>
            </a:extLst>
          </p:cNvPr>
          <p:cNvSpPr/>
          <p:nvPr/>
        </p:nvSpPr>
        <p:spPr bwMode="auto">
          <a:xfrm>
            <a:off x="60960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E544D454-3F88-CBB6-9772-57AAB3246EDB}"/>
              </a:ext>
            </a:extLst>
          </p:cNvPr>
          <p:cNvSpPr/>
          <p:nvPr/>
        </p:nvSpPr>
        <p:spPr bwMode="auto">
          <a:xfrm>
            <a:off x="2373313" y="1853009"/>
            <a:ext cx="85129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2523EDD3-41FE-F056-00D4-08557CCBDA22}"/>
              </a:ext>
            </a:extLst>
          </p:cNvPr>
          <p:cNvSpPr/>
          <p:nvPr/>
        </p:nvSpPr>
        <p:spPr bwMode="auto">
          <a:xfrm>
            <a:off x="2235200" y="1727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5F95A2C4-565D-75FD-1E89-92DF516CA7E5}"/>
              </a:ext>
            </a:extLst>
          </p:cNvPr>
          <p:cNvGraphicFramePr>
            <a:graphicFrameLocks noGrp="1"/>
          </p:cNvGraphicFramePr>
          <p:nvPr>
            <p:extLst>
              <p:ext uri="{D42A27DB-BD31-4B8C-83A1-F6EECF244321}">
                <p14:modId xmlns:p14="http://schemas.microsoft.com/office/powerpoint/2010/main" val="2355810055"/>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652715430"/>
                    </a:ext>
                  </a:extLst>
                </a:gridCol>
                <a:gridCol w="2336800">
                  <a:extLst>
                    <a:ext uri="{9D8B030D-6E8A-4147-A177-3AD203B41FA5}">
                      <a16:colId xmlns:a16="http://schemas.microsoft.com/office/drawing/2014/main" val="3308824665"/>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418130029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 sections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04956751"/>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type, channels, </a:t>
                      </a:r>
                      <a:r>
                        <a:rPr lang="en-US" sz="800" b="0" i="0">
                          <a:solidFill>
                            <a:srgbClr val="000000"/>
                          </a:solidFill>
                          <a:latin typeface="Arial" panose="020B0604020202020204" pitchFamily="34" charset="0"/>
                        </a:rPr>
                        <a:t>last update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6992918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Refresh: download the </a:t>
                      </a:r>
                      <a:r>
                        <a:rPr lang="en-US" sz="800" b="0" i="0">
                          <a:solidFill>
                            <a:srgbClr val="000000"/>
                          </a:solidFill>
                          <a:latin typeface="Arial" panose="020B0604020202020204" pitchFamily="34" charset="0"/>
                        </a:rPr>
                        <a:t>playlist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57497838"/>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Edit </a:t>
                      </a:r>
                      <a:r>
                        <a:rPr lang="en-US" sz="800" b="0" i="0">
                          <a:solidFill>
                            <a:srgbClr val="000000"/>
                          </a:solidFill>
                          <a:latin typeface="Arial" panose="020B0604020202020204" pitchFamily="34" charset="0"/>
                        </a:rPr>
                        <a:t>the playlist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6893796"/>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Delete (asks for </a:t>
                      </a:r>
                      <a:r>
                        <a:rPr lang="en-US" sz="800" b="0" i="0">
                          <a:solidFill>
                            <a:srgbClr val="000000"/>
                          </a:solidFill>
                          <a:latin typeface="Arial" panose="020B0604020202020204" pitchFamily="34" charset="0"/>
                        </a:rPr>
                        <a:t>confirmation)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68131507"/>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another playlist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42883675"/>
                  </a:ext>
                </a:extLst>
              </a:tr>
            </a:tbl>
          </a:graphicData>
        </a:graphic>
      </p:graphicFrame>
    </p:spTree>
    <p:extLst>
      <p:ext uri="{BB962C8B-B14F-4D97-AF65-F5344CB8AC3E}">
        <p14:creationId xmlns:p14="http://schemas.microsoft.com/office/powerpoint/2010/main" val="41058840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57983642-74F8-469A-D08D-C1AD5B4795D7}"/>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guide also refreshes by itself at the chosen </a:t>
            </a:r>
            <a:r>
              <a:rPr lang="en-US" altLang="ko-KR" sz="900">
                <a:latin typeface="Arial" pitchFamily="34" charset="0"/>
                <a:ea typeface="굴림" panose="020B0600000101010101" pitchFamily="50" charset="-127"/>
                <a:cs typeface="Arial" pitchFamily="34" charset="0"/>
              </a:rPr>
              <a:t>interval.</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ECC5E79-7675-9D52-117D-C72BDA70279A}"/>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7. Settings: TV guide</a:t>
            </a:r>
          </a:p>
        </p:txBody>
      </p:sp>
      <p:sp>
        <p:nvSpPr>
          <p:cNvPr id="17" name="텍스트 개체 틀 16">
            <a:extLst>
              <a:ext uri="{FF2B5EF4-FFF2-40B4-BE49-F238E27FC236}">
                <a16:creationId xmlns:a16="http://schemas.microsoft.com/office/drawing/2014/main" id="{B24B00A5-A48F-EB8F-745E-E328EAC8020F}"/>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928592FA-14CC-CF53-075F-F02B0B6E7AA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FE98B056-B1C2-0546-FDC6-6E9CB5B90E6A}"/>
              </a:ext>
            </a:extLst>
          </p:cNvPr>
          <p:cNvSpPr/>
          <p:nvPr/>
        </p:nvSpPr>
        <p:spPr bwMode="auto">
          <a:xfrm>
            <a:off x="2362398" y="1378248"/>
            <a:ext cx="2564805" cy="53478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BAEE3433-673C-5C7E-7094-4B0A8E167FF8}"/>
              </a:ext>
            </a:extLst>
          </p:cNvPr>
          <p:cNvSpPr/>
          <p:nvPr/>
        </p:nvSpPr>
        <p:spPr bwMode="auto">
          <a:xfrm>
            <a:off x="22225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2A97A96D-082E-6F13-78E8-8BAF0D9285D5}"/>
              </a:ext>
            </a:extLst>
          </p:cNvPr>
          <p:cNvSpPr/>
          <p:nvPr/>
        </p:nvSpPr>
        <p:spPr bwMode="auto">
          <a:xfrm>
            <a:off x="2373313" y="2033091"/>
            <a:ext cx="3645296" cy="64393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C0D46AAA-BA4C-4E89-8755-8DFF8D33E122}"/>
              </a:ext>
            </a:extLst>
          </p:cNvPr>
          <p:cNvSpPr/>
          <p:nvPr/>
        </p:nvSpPr>
        <p:spPr bwMode="auto">
          <a:xfrm>
            <a:off x="2235200" y="1905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E70FE224-DA72-5A4F-644C-6E9D3582401D}"/>
              </a:ext>
            </a:extLst>
          </p:cNvPr>
          <p:cNvSpPr/>
          <p:nvPr/>
        </p:nvSpPr>
        <p:spPr bwMode="auto">
          <a:xfrm>
            <a:off x="2373313" y="2747963"/>
            <a:ext cx="1833562" cy="50204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86D94B83-62F7-976D-94E8-7C0FE72D30C6}"/>
              </a:ext>
            </a:extLst>
          </p:cNvPr>
          <p:cNvSpPr/>
          <p:nvPr/>
        </p:nvSpPr>
        <p:spPr bwMode="auto">
          <a:xfrm>
            <a:off x="2235200" y="2616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CFE140A7-3FDC-4CC2-B43B-7E079E3A9798}"/>
              </a:ext>
            </a:extLst>
          </p:cNvPr>
          <p:cNvSpPr/>
          <p:nvPr/>
        </p:nvSpPr>
        <p:spPr bwMode="auto">
          <a:xfrm>
            <a:off x="2373313" y="3359150"/>
            <a:ext cx="1953617" cy="50204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9222016F-ADDF-2CB3-DE77-F37B2C5B7B94}"/>
              </a:ext>
            </a:extLst>
          </p:cNvPr>
          <p:cNvSpPr/>
          <p:nvPr/>
        </p:nvSpPr>
        <p:spPr bwMode="auto">
          <a:xfrm>
            <a:off x="2235200" y="3225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FEB37E49-D79B-D024-258D-5C1BD50287EC}"/>
              </a:ext>
            </a:extLst>
          </p:cNvPr>
          <p:cNvGraphicFramePr>
            <a:graphicFrameLocks noGrp="1"/>
          </p:cNvGraphicFramePr>
          <p:nvPr>
            <p:extLst>
              <p:ext uri="{D42A27DB-BD31-4B8C-83A1-F6EECF244321}">
                <p14:modId xmlns:p14="http://schemas.microsoft.com/office/powerpoint/2010/main" val="3102347948"/>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806625178"/>
                    </a:ext>
                  </a:extLst>
                </a:gridCol>
                <a:gridCol w="2336800">
                  <a:extLst>
                    <a:ext uri="{9D8B030D-6E8A-4147-A177-3AD203B41FA5}">
                      <a16:colId xmlns:a16="http://schemas.microsoft.com/office/drawing/2014/main" val="1263206486"/>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94651879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Guide status and Refresh </a:t>
                      </a:r>
                      <a:r>
                        <a:rPr lang="en-US" sz="800" b="0" i="0">
                          <a:solidFill>
                            <a:srgbClr val="000000"/>
                          </a:solidFill>
                          <a:latin typeface="Arial" panose="020B0604020202020204" pitchFamily="34" charset="0"/>
                        </a:rPr>
                        <a:t>guide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0055978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Extra XMLTV guide address for all sources (</a:t>
                      </a:r>
                      <a:r>
                        <a:rPr lang="en-US" sz="800" b="0" i="0">
                          <a:solidFill>
                            <a:srgbClr val="000000"/>
                          </a:solidFill>
                          <a:latin typeface="Arial" panose="020B0604020202020204" pitchFamily="34" charset="0"/>
                        </a:rPr>
                        <a:t>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99915192"/>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Time offset for </a:t>
                      </a:r>
                      <a:r>
                        <a:rPr lang="en-US" sz="800" b="0" i="0">
                          <a:solidFill>
                            <a:srgbClr val="000000"/>
                          </a:solidFill>
                          <a:latin typeface="Arial" panose="020B0604020202020204" pitchFamily="34" charset="0"/>
                        </a:rPr>
                        <a:t>guide times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94223491"/>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Automatic </a:t>
                      </a:r>
                      <a:r>
                        <a:rPr lang="en-US" sz="800" b="0" i="0">
                          <a:solidFill>
                            <a:srgbClr val="000000"/>
                          </a:solidFill>
                          <a:latin typeface="Arial" panose="020B0604020202020204" pitchFamily="34" charset="0"/>
                        </a:rPr>
                        <a:t>refresh interval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12400387"/>
                  </a:ext>
                </a:extLst>
              </a:tr>
            </a:tbl>
          </a:graphicData>
        </a:graphic>
      </p:graphicFrame>
    </p:spTree>
    <p:extLst>
      <p:ext uri="{BB962C8B-B14F-4D97-AF65-F5344CB8AC3E}">
        <p14:creationId xmlns:p14="http://schemas.microsoft.com/office/powerpoint/2010/main" val="27209669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57983642-74F8-469A-D08D-C1AD5B4795D7}"/>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Setting a 4-digit PIN turns parental control on. The PIN is asked for before these settings can be changed.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This is how users protect adult content in their own playlists; the app has no content of its </a:t>
            </a:r>
            <a:r>
              <a:rPr lang="en-US" altLang="ko-KR" sz="900">
                <a:latin typeface="Arial" pitchFamily="34" charset="0"/>
                <a:ea typeface="굴림" panose="020B0600000101010101" pitchFamily="50" charset="-127"/>
                <a:cs typeface="Arial" pitchFamily="34" charset="0"/>
              </a:rPr>
              <a:t>own.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ECC5E79-7675-9D52-117D-C72BDA70279A}"/>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8. Settings: Parental control</a:t>
            </a:r>
          </a:p>
        </p:txBody>
      </p:sp>
      <p:sp>
        <p:nvSpPr>
          <p:cNvPr id="17" name="텍스트 개체 틀 16">
            <a:extLst>
              <a:ext uri="{FF2B5EF4-FFF2-40B4-BE49-F238E27FC236}">
                <a16:creationId xmlns:a16="http://schemas.microsoft.com/office/drawing/2014/main" id="{B24B00A5-A48F-EB8F-745E-E328EAC8020F}"/>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BE3B77E4-DCA0-EF63-F439-43294172AD6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25CBB53C-A939-BC68-6CA2-4A3D2B2B72A7}"/>
              </a:ext>
            </a:extLst>
          </p:cNvPr>
          <p:cNvSpPr/>
          <p:nvPr/>
        </p:nvSpPr>
        <p:spPr bwMode="auto">
          <a:xfrm>
            <a:off x="2373313" y="1383705"/>
            <a:ext cx="1440656" cy="28376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A666F67D-2E67-071C-66A1-B06EFA402609}"/>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9274812A-34CB-BFFC-5A18-7750ECCC3F0B}"/>
              </a:ext>
            </a:extLst>
          </p:cNvPr>
          <p:cNvSpPr/>
          <p:nvPr/>
        </p:nvSpPr>
        <p:spPr bwMode="auto">
          <a:xfrm>
            <a:off x="2373313" y="1787525"/>
            <a:ext cx="2139156"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842EB719-7008-43A7-3A90-E576AEB01248}"/>
              </a:ext>
            </a:extLst>
          </p:cNvPr>
          <p:cNvSpPr/>
          <p:nvPr/>
        </p:nvSpPr>
        <p:spPr bwMode="auto">
          <a:xfrm>
            <a:off x="2235200" y="1663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693614EC-1113-B7FD-058B-D90C265797B7}"/>
              </a:ext>
            </a:extLst>
          </p:cNvPr>
          <p:cNvSpPr/>
          <p:nvPr/>
        </p:nvSpPr>
        <p:spPr bwMode="auto">
          <a:xfrm>
            <a:off x="2395141" y="2256830"/>
            <a:ext cx="4409281" cy="22919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56A275E2-B49A-ED22-8F0E-F80F46217604}"/>
              </a:ext>
            </a:extLst>
          </p:cNvPr>
          <p:cNvSpPr/>
          <p:nvPr/>
        </p:nvSpPr>
        <p:spPr bwMode="auto">
          <a:xfrm>
            <a:off x="2260600" y="2133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9779B29E-0AE2-E6A0-A4B1-72BBCBFA175E}"/>
              </a:ext>
            </a:extLst>
          </p:cNvPr>
          <p:cNvGraphicFramePr>
            <a:graphicFrameLocks noGrp="1"/>
          </p:cNvGraphicFramePr>
          <p:nvPr>
            <p:extLst>
              <p:ext uri="{D42A27DB-BD31-4B8C-83A1-F6EECF244321}">
                <p14:modId xmlns:p14="http://schemas.microsoft.com/office/powerpoint/2010/main" val="2874521133"/>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796989465"/>
                    </a:ext>
                  </a:extLst>
                </a:gridCol>
                <a:gridCol w="2336800">
                  <a:extLst>
                    <a:ext uri="{9D8B030D-6E8A-4147-A177-3AD203B41FA5}">
                      <a16:colId xmlns:a16="http://schemas.microsoft.com/office/drawing/2014/main" val="4647581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22678753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Change PIN / </a:t>
                      </a:r>
                      <a:r>
                        <a:rPr lang="en-US" sz="800" b="0" i="0">
                          <a:solidFill>
                            <a:srgbClr val="000000"/>
                          </a:solidFill>
                          <a:latin typeface="Arial" panose="020B0604020202020204" pitchFamily="34" charset="0"/>
                        </a:rPr>
                        <a:t>Turn off</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011395460"/>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categories: OK locks </a:t>
                      </a:r>
                      <a:r>
                        <a:rPr lang="en-US" sz="800" b="0" i="0">
                          <a:solidFill>
                            <a:srgbClr val="000000"/>
                          </a:solidFill>
                          <a:latin typeface="Arial" panose="020B0604020202020204" pitchFamily="34" charset="0"/>
                        </a:rPr>
                        <a:t>or unlocks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66093043"/>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 </a:t>
                      </a:r>
                      <a:r>
                        <a:rPr lang="en-US" sz="800" b="0" i="0">
                          <a:solidFill>
                            <a:srgbClr val="000000"/>
                          </a:solidFill>
                          <a:latin typeface="Arial" panose="020B0604020202020204" pitchFamily="34" charset="0"/>
                        </a:rPr>
                        <a:t>locked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65559272"/>
                  </a:ext>
                </a:extLst>
              </a:tr>
            </a:tbl>
          </a:graphicData>
        </a:graphic>
      </p:graphicFrame>
    </p:spTree>
    <p:extLst>
      <p:ext uri="{BB962C8B-B14F-4D97-AF65-F5344CB8AC3E}">
        <p14:creationId xmlns:p14="http://schemas.microsoft.com/office/powerpoint/2010/main" val="40831841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57983642-74F8-469A-D08D-C1AD5B4795D7}"/>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Channels of locked categories are hidden everywhere (All channels, Favorites, Recent, Search) until the PIN is entered.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They lock again when the app </a:t>
            </a:r>
            <a:r>
              <a:rPr lang="en-US" altLang="ko-KR" sz="900">
                <a:latin typeface="Arial" pitchFamily="34" charset="0"/>
                <a:ea typeface="굴림" panose="020B0600000101010101" pitchFamily="50" charset="-127"/>
                <a:cs typeface="Arial" pitchFamily="34" charset="0"/>
              </a:rPr>
              <a:t>restarts.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ECC5E79-7675-9D52-117D-C72BDA70279A}"/>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9. Locked category</a:t>
            </a:r>
          </a:p>
        </p:txBody>
      </p:sp>
      <p:sp>
        <p:nvSpPr>
          <p:cNvPr id="17" name="텍스트 개체 틀 16">
            <a:extLst>
              <a:ext uri="{FF2B5EF4-FFF2-40B4-BE49-F238E27FC236}">
                <a16:creationId xmlns:a16="http://schemas.microsoft.com/office/drawing/2014/main" id="{B24B00A5-A48F-EB8F-745E-E328EAC8020F}"/>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D3753173-7AED-17CB-DA23-8E5C2E2E0DB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AAB8078C-256F-199C-8E0A-185D43E506F2}"/>
              </a:ext>
            </a:extLst>
          </p:cNvPr>
          <p:cNvSpPr/>
          <p:nvPr/>
        </p:nvSpPr>
        <p:spPr bwMode="auto">
          <a:xfrm>
            <a:off x="627063" y="3206353"/>
            <a:ext cx="1429742"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C442B4C0-5EAC-BA23-5652-A6673BE86A49}"/>
              </a:ext>
            </a:extLst>
          </p:cNvPr>
          <p:cNvSpPr/>
          <p:nvPr/>
        </p:nvSpPr>
        <p:spPr bwMode="auto">
          <a:xfrm>
            <a:off x="482600" y="3073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F80F08D1-A844-92FF-6DC0-3776D6F8296F}"/>
              </a:ext>
            </a:extLst>
          </p:cNvPr>
          <p:cNvSpPr/>
          <p:nvPr/>
        </p:nvSpPr>
        <p:spPr bwMode="auto">
          <a:xfrm>
            <a:off x="2362398" y="1416447"/>
            <a:ext cx="1145977" cy="55661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F2A94D3F-1D82-474F-0D65-12E9AC98C175}"/>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graphicFrame>
        <p:nvGraphicFramePr>
          <p:cNvPr id="8" name="Table 7">
            <a:extLst>
              <a:ext uri="{FF2B5EF4-FFF2-40B4-BE49-F238E27FC236}">
                <a16:creationId xmlns:a16="http://schemas.microsoft.com/office/drawing/2014/main" id="{5A3DEC93-E03E-5A7E-C016-8D68D5A445C1}"/>
              </a:ext>
            </a:extLst>
          </p:cNvPr>
          <p:cNvGraphicFramePr>
            <a:graphicFrameLocks noGrp="1"/>
          </p:cNvGraphicFramePr>
          <p:nvPr>
            <p:extLst>
              <p:ext uri="{D42A27DB-BD31-4B8C-83A1-F6EECF244321}">
                <p14:modId xmlns:p14="http://schemas.microsoft.com/office/powerpoint/2010/main" val="1524032208"/>
              </p:ext>
            </p:extLst>
          </p:nvPr>
        </p:nvGraphicFramePr>
        <p:xfrm>
          <a:off x="7239000" y="647700"/>
          <a:ext cx="2616200" cy="4572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108381622"/>
                    </a:ext>
                  </a:extLst>
                </a:gridCol>
                <a:gridCol w="2336800">
                  <a:extLst>
                    <a:ext uri="{9D8B030D-6E8A-4147-A177-3AD203B41FA5}">
                      <a16:colId xmlns:a16="http://schemas.microsoft.com/office/drawing/2014/main" val="374856968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99134169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category: lock icon, </a:t>
                      </a:r>
                      <a:r>
                        <a:rPr lang="en-US" sz="800" b="0" i="0">
                          <a:solidFill>
                            <a:srgbClr val="000000"/>
                          </a:solidFill>
                          <a:latin typeface="Arial" panose="020B0604020202020204" pitchFamily="34" charset="0"/>
                        </a:rPr>
                        <a:t>no count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1794894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Unlock: asks for the PIN (see </a:t>
                      </a:r>
                      <a:r>
                        <a:rPr lang="en-US" sz="800" b="0" i="0">
                          <a:solidFill>
                            <a:srgbClr val="000000"/>
                          </a:solidFill>
                          <a:latin typeface="Arial" panose="020B0604020202020204" pitchFamily="34" charset="0"/>
                        </a:rPr>
                        <a:t>6-10)</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08256689"/>
                  </a:ext>
                </a:extLst>
              </a:tr>
            </a:tbl>
          </a:graphicData>
        </a:graphic>
      </p:graphicFrame>
    </p:spTree>
    <p:extLst>
      <p:ext uri="{BB962C8B-B14F-4D97-AF65-F5344CB8AC3E}">
        <p14:creationId xmlns:p14="http://schemas.microsoft.com/office/powerpoint/2010/main" val="2657137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57983642-74F8-469A-D08D-C1AD5B4795D7}"/>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 wrong PIN shows "Wrong PIN. Try again." Back </a:t>
            </a:r>
            <a:r>
              <a:rPr lang="en-US" altLang="ko-KR" sz="900">
                <a:latin typeface="Arial" pitchFamily="34" charset="0"/>
                <a:ea typeface="굴림" panose="020B0600000101010101" pitchFamily="50" charset="-127"/>
                <a:cs typeface="Arial" pitchFamily="34" charset="0"/>
              </a:rPr>
              <a:t>cancels.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ECC5E79-7675-9D52-117D-C72BDA70279A}"/>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10. PIN entry</a:t>
            </a:r>
          </a:p>
        </p:txBody>
      </p:sp>
      <p:sp>
        <p:nvSpPr>
          <p:cNvPr id="17" name="텍스트 개체 틀 16">
            <a:extLst>
              <a:ext uri="{FF2B5EF4-FFF2-40B4-BE49-F238E27FC236}">
                <a16:creationId xmlns:a16="http://schemas.microsoft.com/office/drawing/2014/main" id="{B24B00A5-A48F-EB8F-745E-E328EAC8020F}"/>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C3825D74-E8F9-BA8C-EAE4-76D3BA9F75C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0455FEE6-0DF6-7A1A-5DCC-12D3A2A81E3E}"/>
              </a:ext>
            </a:extLst>
          </p:cNvPr>
          <p:cNvSpPr/>
          <p:nvPr/>
        </p:nvSpPr>
        <p:spPr bwMode="auto">
          <a:xfrm>
            <a:off x="3273723" y="2093119"/>
            <a:ext cx="81855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E5D94349-9531-9A08-D82E-7305CF8F23D1}"/>
              </a:ext>
            </a:extLst>
          </p:cNvPr>
          <p:cNvSpPr/>
          <p:nvPr/>
        </p:nvSpPr>
        <p:spPr bwMode="auto">
          <a:xfrm>
            <a:off x="3136900" y="1968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E0BC6735-FDD8-E04B-3ADB-229FEA21FD14}"/>
              </a:ext>
            </a:extLst>
          </p:cNvPr>
          <p:cNvSpPr/>
          <p:nvPr/>
        </p:nvSpPr>
        <p:spPr bwMode="auto">
          <a:xfrm>
            <a:off x="2673449" y="2305943"/>
            <a:ext cx="2019102"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623B76A7-EA1E-8FED-5CE9-79838B7B9332}"/>
              </a:ext>
            </a:extLst>
          </p:cNvPr>
          <p:cNvSpPr/>
          <p:nvPr/>
        </p:nvSpPr>
        <p:spPr bwMode="auto">
          <a:xfrm>
            <a:off x="2540000" y="2184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5D75151E-A035-7D3A-6BD0-D25208B52066}"/>
              </a:ext>
            </a:extLst>
          </p:cNvPr>
          <p:cNvSpPr/>
          <p:nvPr/>
        </p:nvSpPr>
        <p:spPr bwMode="auto">
          <a:xfrm>
            <a:off x="2657078" y="3632002"/>
            <a:ext cx="2051844" cy="30559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6378195C-ADB5-563E-7030-E03E9A46D215}"/>
              </a:ext>
            </a:extLst>
          </p:cNvPr>
          <p:cNvSpPr/>
          <p:nvPr/>
        </p:nvSpPr>
        <p:spPr bwMode="auto">
          <a:xfrm>
            <a:off x="2514600" y="3505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FD75B0E0-3DCE-8EF1-5C51-58CE1AAFC021}"/>
              </a:ext>
            </a:extLst>
          </p:cNvPr>
          <p:cNvGraphicFramePr>
            <a:graphicFrameLocks noGrp="1"/>
          </p:cNvGraphicFramePr>
          <p:nvPr>
            <p:extLst>
              <p:ext uri="{D42A27DB-BD31-4B8C-83A1-F6EECF244321}">
                <p14:modId xmlns:p14="http://schemas.microsoft.com/office/powerpoint/2010/main" val="4072718191"/>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766906117"/>
                    </a:ext>
                  </a:extLst>
                </a:gridCol>
                <a:gridCol w="2336800">
                  <a:extLst>
                    <a:ext uri="{9D8B030D-6E8A-4147-A177-3AD203B41FA5}">
                      <a16:colId xmlns:a16="http://schemas.microsoft.com/office/drawing/2014/main" val="1322798724"/>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2384199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Digits entered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79202824"/>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Keypad; the number keys on the remote </a:t>
                      </a:r>
                      <a:r>
                        <a:rPr lang="en-US" sz="800" b="0" i="0">
                          <a:solidFill>
                            <a:srgbClr val="000000"/>
                          </a:solidFill>
                          <a:latin typeface="Arial" panose="020B0604020202020204" pitchFamily="34" charset="0"/>
                        </a:rPr>
                        <a:t>also work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35778522"/>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54135768"/>
                  </a:ext>
                </a:extLst>
              </a:tr>
            </a:tbl>
          </a:graphicData>
        </a:graphic>
      </p:graphicFrame>
    </p:spTree>
    <p:extLst>
      <p:ext uri="{BB962C8B-B14F-4D97-AF65-F5344CB8AC3E}">
        <p14:creationId xmlns:p14="http://schemas.microsoft.com/office/powerpoint/2010/main" val="11261840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57983642-74F8-469A-D08D-C1AD5B4795D7}"/>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Clear cache keeps playlists, favorites and </a:t>
            </a:r>
            <a:r>
              <a:rPr lang="en-US" altLang="ko-KR" sz="900">
                <a:latin typeface="Arial" pitchFamily="34" charset="0"/>
                <a:ea typeface="굴림" panose="020B0600000101010101" pitchFamily="50" charset="-127"/>
                <a:cs typeface="Arial" pitchFamily="34" charset="0"/>
              </a:rPr>
              <a:t>settings.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ECC5E79-7675-9D52-117D-C72BDA70279A}"/>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11. Settings: About</a:t>
            </a:r>
          </a:p>
        </p:txBody>
      </p:sp>
      <p:sp>
        <p:nvSpPr>
          <p:cNvPr id="17" name="텍스트 개체 틀 16">
            <a:extLst>
              <a:ext uri="{FF2B5EF4-FFF2-40B4-BE49-F238E27FC236}">
                <a16:creationId xmlns:a16="http://schemas.microsoft.com/office/drawing/2014/main" id="{B24B00A5-A48F-EB8F-745E-E328EAC8020F}"/>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5F81034D-224A-E917-BCA0-04137F05853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F417D949-554F-540E-BB56-40B304A66757}"/>
              </a:ext>
            </a:extLst>
          </p:cNvPr>
          <p:cNvSpPr/>
          <p:nvPr/>
        </p:nvSpPr>
        <p:spPr bwMode="auto">
          <a:xfrm>
            <a:off x="2362398" y="1416447"/>
            <a:ext cx="1637110" cy="12005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EBC6E3C8-BE1A-2F91-0BAF-3BC8CDC9B6DA}"/>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CAE5567-106E-32AA-D480-4DF0A797898E}"/>
              </a:ext>
            </a:extLst>
          </p:cNvPr>
          <p:cNvSpPr/>
          <p:nvPr/>
        </p:nvSpPr>
        <p:spPr bwMode="auto">
          <a:xfrm>
            <a:off x="2362398" y="1580158"/>
            <a:ext cx="1637110"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F8C9B0C2-EDC4-5C57-0287-FDB76F0E8EE0}"/>
              </a:ext>
            </a:extLst>
          </p:cNvPr>
          <p:cNvSpPr/>
          <p:nvPr/>
        </p:nvSpPr>
        <p:spPr bwMode="auto">
          <a:xfrm>
            <a:off x="22225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F2F3E1D7-EB85-A62C-E8F3-CE542FC4E3F0}"/>
              </a:ext>
            </a:extLst>
          </p:cNvPr>
          <p:cNvSpPr/>
          <p:nvPr/>
        </p:nvSpPr>
        <p:spPr bwMode="auto">
          <a:xfrm>
            <a:off x="2362398" y="1918494"/>
            <a:ext cx="2291954" cy="63301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60F605CE-F919-9E0B-1509-F0F875EE8B95}"/>
              </a:ext>
            </a:extLst>
          </p:cNvPr>
          <p:cNvSpPr/>
          <p:nvPr/>
        </p:nvSpPr>
        <p:spPr bwMode="auto">
          <a:xfrm>
            <a:off x="2222500" y="1790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C81A6C33-9BC9-7D0A-069C-EC015D22C712}"/>
              </a:ext>
            </a:extLst>
          </p:cNvPr>
          <p:cNvSpPr/>
          <p:nvPr/>
        </p:nvSpPr>
        <p:spPr bwMode="auto">
          <a:xfrm>
            <a:off x="2362398" y="2606080"/>
            <a:ext cx="2837657" cy="13096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C0B69D66-D519-C65C-9161-1A898D9DE553}"/>
              </a:ext>
            </a:extLst>
          </p:cNvPr>
          <p:cNvSpPr/>
          <p:nvPr/>
        </p:nvSpPr>
        <p:spPr bwMode="auto">
          <a:xfrm>
            <a:off x="2222500" y="2476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FB7574BD-F68C-29CB-BD23-9E70676DD84B}"/>
              </a:ext>
            </a:extLst>
          </p:cNvPr>
          <p:cNvSpPr/>
          <p:nvPr/>
        </p:nvSpPr>
        <p:spPr bwMode="auto">
          <a:xfrm>
            <a:off x="2373313" y="3271838"/>
            <a:ext cx="796726" cy="29467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BE97021B-DE97-944E-CADE-D0AFF527D3AA}"/>
              </a:ext>
            </a:extLst>
          </p:cNvPr>
          <p:cNvSpPr/>
          <p:nvPr/>
        </p:nvSpPr>
        <p:spPr bwMode="auto">
          <a:xfrm>
            <a:off x="2235200" y="3149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6BF78624-6881-F8FC-A3B7-5338C3760BB1}"/>
              </a:ext>
            </a:extLst>
          </p:cNvPr>
          <p:cNvSpPr/>
          <p:nvPr/>
        </p:nvSpPr>
        <p:spPr bwMode="auto">
          <a:xfrm>
            <a:off x="2362398" y="3708400"/>
            <a:ext cx="3819922" cy="130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6BC8B949-B6FE-5550-DEC8-59F0221A215B}"/>
              </a:ext>
            </a:extLst>
          </p:cNvPr>
          <p:cNvSpPr/>
          <p:nvPr/>
        </p:nvSpPr>
        <p:spPr bwMode="auto">
          <a:xfrm>
            <a:off x="2222500" y="358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42472379-C196-0B4E-D22F-0E7E9E19AE91}"/>
              </a:ext>
            </a:extLst>
          </p:cNvPr>
          <p:cNvGraphicFramePr>
            <a:graphicFrameLocks noGrp="1"/>
          </p:cNvGraphicFramePr>
          <p:nvPr>
            <p:extLst>
              <p:ext uri="{D42A27DB-BD31-4B8C-83A1-F6EECF244321}">
                <p14:modId xmlns:p14="http://schemas.microsoft.com/office/powerpoint/2010/main" val="2134801116"/>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894022306"/>
                    </a:ext>
                  </a:extLst>
                </a:gridCol>
                <a:gridCol w="2336800">
                  <a:extLst>
                    <a:ext uri="{9D8B030D-6E8A-4147-A177-3AD203B41FA5}">
                      <a16:colId xmlns:a16="http://schemas.microsoft.com/office/drawing/2014/main" val="1094636640"/>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75527698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name </a:t>
                      </a:r>
                      <a:r>
                        <a:rPr lang="en-US" sz="800" b="0" i="0">
                          <a:solidFill>
                            <a:srgbClr val="000000"/>
                          </a:solidFill>
                          <a:latin typeface="Arial" panose="020B0604020202020204" pitchFamily="34" charset="0"/>
                        </a:rPr>
                        <a:t>and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202111292"/>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model and </a:t>
                      </a:r>
                      <a:r>
                        <a:rPr lang="en-US" sz="800" b="0" i="0">
                          <a:solidFill>
                            <a:srgbClr val="000000"/>
                          </a:solidFill>
                          <a:latin typeface="Arial" panose="020B0604020202020204" pitchFamily="34" charset="0"/>
                        </a:rPr>
                        <a:t>webOS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36709202"/>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Playback diagnostics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45087901"/>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Stored data</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58414980"/>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Clear cache: downloads channel lists and </a:t>
                      </a:r>
                      <a:r>
                        <a:rPr lang="en-US" sz="800" b="0" i="0">
                          <a:solidFill>
                            <a:srgbClr val="000000"/>
                          </a:solidFill>
                          <a:latin typeface="Arial" panose="020B0604020202020204" pitchFamily="34" charset="0"/>
                        </a:rPr>
                        <a:t>guide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48742569"/>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License and </a:t>
                      </a:r>
                      <a:r>
                        <a:rPr lang="en-US" sz="800" b="0" i="0">
                          <a:solidFill>
                            <a:srgbClr val="000000"/>
                          </a:solidFill>
                          <a:latin typeface="Arial" panose="020B0604020202020204" pitchFamily="34" charset="0"/>
                        </a:rPr>
                        <a:t>content notice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89801277"/>
                  </a:ext>
                </a:extLst>
              </a:tr>
            </a:tbl>
          </a:graphicData>
        </a:graphic>
      </p:graphicFrame>
    </p:spTree>
    <p:extLst>
      <p:ext uri="{BB962C8B-B14F-4D97-AF65-F5344CB8AC3E}">
        <p14:creationId xmlns:p14="http://schemas.microsoft.com/office/powerpoint/2010/main" val="28264662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0008337F-5ADA-1AEA-2598-B733568D6911}"/>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No test credit cards or voucher codes are needed.</a:t>
            </a:r>
          </a:p>
        </p:txBody>
      </p:sp>
      <p:sp>
        <p:nvSpPr>
          <p:cNvPr id="17" name="텍스트 개체 틀 16">
            <a:extLst>
              <a:ext uri="{FF2B5EF4-FFF2-40B4-BE49-F238E27FC236}">
                <a16:creationId xmlns:a16="http://schemas.microsoft.com/office/drawing/2014/main" id="{B49F415C-28F9-5C6C-C8D0-3A9035B1BEE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7. Paid Content</a:t>
            </a:r>
            <a:endParaRPr>
              <a:latin typeface="Arial" pitchFamily="34" charset="0"/>
              <a:cs typeface="Arial" pitchFamily="34" charset="0"/>
            </a:endParaRPr>
          </a:p>
        </p:txBody>
      </p:sp>
      <p:sp>
        <p:nvSpPr>
          <p:cNvPr id="2" name="TextBox 5">
            <a:extLst>
              <a:ext uri="{FF2B5EF4-FFF2-40B4-BE49-F238E27FC236}">
                <a16:creationId xmlns:a16="http://schemas.microsoft.com/office/drawing/2014/main" id="{1E14AA7B-97FD-8AE4-55EB-FE7097786C69}"/>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t>
            </a:r>
            <a:r>
              <a:rPr lang="en-US" sz="1400" b="1">
                <a:latin typeface="Arial" panose="020B0604020202020204" pitchFamily="34" charset="0"/>
              </a:rPr>
              <a:t>Payment methods</a:t>
            </a:r>
            <a:endParaRPr lang="en-US" sz="1400" b="1" dirty="0">
              <a:latin typeface="Arial" panose="020B0604020202020204" pitchFamily="34" charset="0"/>
            </a:endParaRPr>
          </a:p>
        </p:txBody>
      </p:sp>
      <p:sp>
        <p:nvSpPr>
          <p:cNvPr id="3" name="TextBox 2">
            <a:extLst>
              <a:ext uri="{FF2B5EF4-FFF2-40B4-BE49-F238E27FC236}">
                <a16:creationId xmlns:a16="http://schemas.microsoft.com/office/drawing/2014/main" id="{35204538-DE54-E8A6-DC25-BE3D4A499C85}"/>
              </a:ext>
            </a:extLst>
          </p:cNvPr>
          <p:cNvSpPr txBox="1"/>
          <p:nvPr/>
        </p:nvSpPr>
        <p:spPr>
          <a:xfrm>
            <a:off x="508000" y="1905000"/>
            <a:ext cx="8890000" cy="1015663"/>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is free. There are no purchases, subscriptions or payments of any kind, inside or outside the </a:t>
            </a:r>
            <a:r>
              <a:rPr lang="en-US" sz="1600">
                <a:latin typeface="Arial" panose="020B0604020202020204" pitchFamily="34" charset="0"/>
              </a:rPr>
              <a:t>app.</a:t>
            </a:r>
            <a:endParaRPr lang="en-US" sz="1600" dirty="0">
              <a:latin typeface="Arial" panose="020B060402020202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E33D599D-96D6-E57B-35C6-291C9154BA2A}"/>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No ad network or ad content is included.</a:t>
            </a:r>
          </a:p>
        </p:txBody>
      </p:sp>
      <p:sp>
        <p:nvSpPr>
          <p:cNvPr id="38916" name="TextBox 5">
            <a:extLst>
              <a:ext uri="{FF2B5EF4-FFF2-40B4-BE49-F238E27FC236}">
                <a16:creationId xmlns:a16="http://schemas.microsoft.com/office/drawing/2014/main" id="{578796E4-8A7B-35B5-30D6-BD72846A2608}"/>
              </a:ext>
            </a:extLst>
          </p:cNvPr>
          <p:cNvSpPr txBox="1">
            <a:spLocks noChangeArrowheads="1"/>
          </p:cNvSpPr>
          <p:nvPr/>
        </p:nvSpPr>
        <p:spPr bwMode="auto">
          <a:xfrm>
            <a:off x="144463" y="620713"/>
            <a:ext cx="6858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rPr>
              <a:t>1. Ad information</a:t>
            </a:r>
          </a:p>
        </p:txBody>
      </p:sp>
      <p:sp>
        <p:nvSpPr>
          <p:cNvPr id="38955" name="텍스트 개체 틀 16">
            <a:extLst>
              <a:ext uri="{FF2B5EF4-FFF2-40B4-BE49-F238E27FC236}">
                <a16:creationId xmlns:a16="http://schemas.microsoft.com/office/drawing/2014/main" id="{AD0F08AC-9300-2CCE-0FE6-CCF8E7FFBCD0}"/>
              </a:ext>
            </a:extLst>
          </p:cNvPr>
          <p:cNvSpPr>
            <a:spLocks noGrp="1"/>
          </p:cNvSpPr>
          <p:nvPr>
            <p:ph type="body" sz="quarter" idx="4294967295"/>
          </p:nvPr>
        </p:nvSpPr>
        <p:spPr bwMode="auto">
          <a:xfrm>
            <a:off x="0" y="176213"/>
            <a:ext cx="7761288" cy="369887"/>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atinLnBrk="0">
              <a:spcBef>
                <a:spcPct val="50000"/>
              </a:spcBef>
              <a:buFontTx/>
              <a:buNone/>
            </a:pPr>
            <a:r>
              <a:rPr lang="en-US" altLang="ko-KR" sz="1800" b="1">
                <a:latin typeface="Arial" panose="020B0604020202020204" pitchFamily="34" charset="0"/>
                <a:ea typeface="돋움" panose="020B0600000101010101" pitchFamily="34" charset="-127"/>
                <a:cs typeface="Arial" panose="020B0604020202020204" pitchFamily="34" charset="0"/>
              </a:rPr>
              <a:t>8. In-App Ad</a:t>
            </a:r>
            <a:endParaRPr lang="ko-KR" altLang="en-US" sz="1800" b="1">
              <a:latin typeface="Arial" panose="020B0604020202020204" pitchFamily="34" charset="0"/>
              <a:ea typeface="맑은 고딕" panose="020B0503020000020004" pitchFamily="34" charset="-127"/>
              <a:cs typeface="Arial" panose="020B0604020202020204" pitchFamily="34" charset="0"/>
            </a:endParaRPr>
          </a:p>
        </p:txBody>
      </p:sp>
      <p:sp>
        <p:nvSpPr>
          <p:cNvPr id="2" name="TextBox 1">
            <a:extLst>
              <a:ext uri="{FF2B5EF4-FFF2-40B4-BE49-F238E27FC236}">
                <a16:creationId xmlns:a16="http://schemas.microsoft.com/office/drawing/2014/main" id="{410BD517-6D32-3BF5-D68B-B544BFEF688B}"/>
              </a:ext>
            </a:extLst>
          </p:cNvPr>
          <p:cNvSpPr txBox="1"/>
          <p:nvPr/>
        </p:nvSpPr>
        <p:spPr>
          <a:xfrm>
            <a:off x="508000" y="1905000"/>
            <a:ext cx="8890000" cy="769441"/>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shows no advertising of any </a:t>
            </a:r>
            <a:r>
              <a:rPr lang="en-US" sz="1600">
                <a:latin typeface="Arial" panose="020B0604020202020204" pitchFamily="34" charset="0"/>
              </a:rPr>
              <a:t>kind.</a:t>
            </a:r>
            <a:endParaRPr lang="en-US" sz="1600" dirty="0">
              <a:latin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extBox 5">
            <a:extLst>
              <a:ext uri="{FF2B5EF4-FFF2-40B4-BE49-F238E27FC236}">
                <a16:creationId xmlns:a16="http://schemas.microsoft.com/office/drawing/2014/main" id="{B7AE1F56-FE1D-D9B7-04DE-74B95D662E9B}"/>
              </a:ext>
            </a:extLst>
          </p:cNvPr>
          <p:cNvSpPr txBox="1">
            <a:spLocks noChangeArrowheads="1"/>
          </p:cNvSpPr>
          <p:nvPr/>
        </p:nvSpPr>
        <p:spPr bwMode="auto">
          <a:xfrm>
            <a:off x="381000" y="1000125"/>
            <a:ext cx="9109075" cy="2492990"/>
          </a:xfrm>
          <a:prstGeom prst="rect">
            <a:avLst/>
          </a:prstGeom>
          <a:noFill/>
          <a:ln>
            <a:noFill/>
          </a:ln>
        </p:spPr>
        <p:txBody>
          <a:bodyPr>
            <a:spAutoFit/>
          </a:bodyPr>
          <a:lstStyle>
            <a:lvl1pPr marL="355600" indent="-355600">
              <a:defRPr>
                <a:solidFill>
                  <a:schemeClr val="tx1"/>
                </a:solidFill>
                <a:latin typeface="Wingdings 2" pitchFamily="18" charset="2"/>
                <a:ea typeface="굴림" pitchFamily="50" charset="-127"/>
              </a:defRPr>
            </a:lvl1pPr>
            <a:lvl2pPr marL="742950" indent="-285750">
              <a:defRPr>
                <a:solidFill>
                  <a:schemeClr val="tx1"/>
                </a:solidFill>
                <a:latin typeface="Wingdings 2" pitchFamily="18" charset="2"/>
                <a:ea typeface="굴림" pitchFamily="50" charset="-127"/>
              </a:defRPr>
            </a:lvl2pPr>
            <a:lvl3pPr marL="1143000" indent="-228600">
              <a:defRPr>
                <a:solidFill>
                  <a:schemeClr val="tx1"/>
                </a:solidFill>
                <a:latin typeface="Wingdings 2" pitchFamily="18" charset="2"/>
                <a:ea typeface="굴림" pitchFamily="50" charset="-127"/>
              </a:defRPr>
            </a:lvl3pPr>
            <a:lvl4pPr marL="1600200" indent="-228600">
              <a:defRPr>
                <a:solidFill>
                  <a:schemeClr val="tx1"/>
                </a:solidFill>
                <a:latin typeface="Wingdings 2" pitchFamily="18" charset="2"/>
                <a:ea typeface="굴림" pitchFamily="50" charset="-127"/>
              </a:defRPr>
            </a:lvl4pPr>
            <a:lvl5pPr marL="2057400" indent="-228600">
              <a:defRPr>
                <a:solidFill>
                  <a:schemeClr val="tx1"/>
                </a:solidFill>
                <a:latin typeface="Wingdings 2" pitchFamily="18" charset="2"/>
                <a:ea typeface="굴림" pitchFamily="50" charset="-127"/>
              </a:defRPr>
            </a:lvl5pPr>
            <a:lvl6pPr marL="2514600" indent="-228600" eaLnBrk="0" fontAlgn="base" hangingPunct="0">
              <a:spcBef>
                <a:spcPct val="0"/>
              </a:spcBef>
              <a:spcAft>
                <a:spcPct val="0"/>
              </a:spcAft>
              <a:defRPr>
                <a:solidFill>
                  <a:schemeClr val="tx1"/>
                </a:solidFill>
                <a:latin typeface="Wingdings 2" pitchFamily="18" charset="2"/>
                <a:ea typeface="굴림" pitchFamily="50" charset="-127"/>
              </a:defRPr>
            </a:lvl6pPr>
            <a:lvl7pPr marL="2971800" indent="-228600" eaLnBrk="0" fontAlgn="base" hangingPunct="0">
              <a:spcBef>
                <a:spcPct val="0"/>
              </a:spcBef>
              <a:spcAft>
                <a:spcPct val="0"/>
              </a:spcAft>
              <a:defRPr>
                <a:solidFill>
                  <a:schemeClr val="tx1"/>
                </a:solidFill>
                <a:latin typeface="Wingdings 2" pitchFamily="18" charset="2"/>
                <a:ea typeface="굴림" pitchFamily="50" charset="-127"/>
              </a:defRPr>
            </a:lvl7pPr>
            <a:lvl8pPr marL="3429000" indent="-228600" eaLnBrk="0" fontAlgn="base" hangingPunct="0">
              <a:spcBef>
                <a:spcPct val="0"/>
              </a:spcBef>
              <a:spcAft>
                <a:spcPct val="0"/>
              </a:spcAft>
              <a:defRPr>
                <a:solidFill>
                  <a:schemeClr val="tx1"/>
                </a:solidFill>
                <a:latin typeface="Wingdings 2" pitchFamily="18" charset="2"/>
                <a:ea typeface="굴림" pitchFamily="50" charset="-127"/>
              </a:defRPr>
            </a:lvl8pPr>
            <a:lvl9pPr marL="3886200" indent="-228600" eaLnBrk="0" fontAlgn="base" hangingPunct="0">
              <a:spcBef>
                <a:spcPct val="0"/>
              </a:spcBef>
              <a:spcAft>
                <a:spcPct val="0"/>
              </a:spcAft>
              <a:defRPr>
                <a:solidFill>
                  <a:schemeClr val="tx1"/>
                </a:solidFill>
                <a:latin typeface="Wingdings 2" pitchFamily="18" charset="2"/>
                <a:ea typeface="굴림" pitchFamily="50" charset="-127"/>
              </a:defRPr>
            </a:lvl9pPr>
          </a:lstStyle>
          <a:p>
            <a:pPr latinLnBrk="0" marL="0" indent="0">
              <a:defRPr/>
            </a:pPr>
            <a:r>
              <a:rPr lang="en-US" altLang="ko-KR" sz="1200" dirty="0">
                <a:latin typeface="Arial" pitchFamily="34" charset="0"/>
                <a:ea typeface="맑은 고딕" pitchFamily="50" charset="-127"/>
              </a:rPr>
              <a:t>If you have anything to let the LG QA Management know, please comment here. Any detailed references will be welcome.</a:t>
            </a:r>
          </a:p>
          <a:p>
            <a:pPr latinLnBrk="0" marL="0" indent="0">
              <a:defRPr/>
            </a:pPr>
            <a:endParaRPr lang="en-US" altLang="ko-KR" sz="1200" dirty="0">
              <a:latin typeface="Arial" pitchFamily="34" charset="0"/>
              <a:ea typeface="맑은 고딕" pitchFamily="50" charset="-127"/>
            </a:endParaRPr>
          </a:p>
          <a:p>
            <a:pPr latinLnBrk="0" marL="0" indent="0">
              <a:defRPr/>
            </a:pPr>
            <a:r>
              <a:rPr lang="en-US" altLang="ko-KR" sz="1200" dirty="0">
                <a:latin typeface="Arial" pitchFamily="34" charset="0"/>
                <a:ea typeface="맑은 고딕" pitchFamily="50" charset="-127"/>
              </a:rPr>
              <a:t>1. </a:t>
            </a:r>
            <a:r>
              <a:rPr lang="en-US" altLang="ko-KR" sz="1200" dirty="0" err="1">
                <a:latin typeface="Arial" pitchFamily="34" charset="0"/>
                <a:ea typeface="맑은 고딕" pitchFamily="50" charset="-127"/>
              </a:rPr>
              <a:t>Zaplist</a:t>
            </a:r>
            <a:r>
              <a:rPr lang="en-US" altLang="ko-KR" sz="1200" dirty="0">
                <a:latin typeface="Arial" pitchFamily="34" charset="0"/>
                <a:ea typeface="맑은 고딕" pitchFamily="50" charset="-127"/>
              </a:rPr>
              <a:t> includes no channels. Add the test playlist from page 6 to test playback and the TV guide; it uses public test streams (Blender Foundation open movies, Apple and Google test streams) and comes with guide data.</a:t>
            </a:r>
          </a:p>
          <a:p>
            <a:pPr latinLnBrk="0" marL="0" indent="0">
              <a:defRPr/>
            </a:pPr>
            <a:r>
              <a:rPr lang="en-US" altLang="ko-KR" sz="1200" dirty="0">
                <a:latin typeface="Arial" pitchFamily="34" charset="0"/>
                <a:ea typeface="맑은 고딕" pitchFamily="50" charset="-127"/>
              </a:rPr>
              <a:t>2. To test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use the test server https://zaplist-test.zaplist.workers.dev with username </a:t>
            </a:r>
            <a:r>
              <a:rPr lang="en-US" altLang="ko-KR" sz="1200" dirty="0" err="1">
                <a:latin typeface="Arial" pitchFamily="34" charset="0"/>
                <a:ea typeface="맑은 고딕" pitchFamily="50" charset="-127"/>
              </a:rPr>
              <a:t>zaplist</a:t>
            </a:r>
            <a:r>
              <a:rPr lang="en-US" altLang="ko-KR" sz="1200" dirty="0">
                <a:latin typeface="Arial" pitchFamily="34" charset="0"/>
                <a:ea typeface="맑은 고딕" pitchFamily="50" charset="-127"/>
              </a:rPr>
              <a:t> and password review (page 6). It serves the same test channels and guide.</a:t>
            </a:r>
          </a:p>
          <a:p>
            <a:pPr latinLnBrk="0" marL="0" indent="0">
              <a:defRPr/>
            </a:pPr>
            <a:r>
              <a:rPr lang="en-US" altLang="ko-KR" sz="1200" dirty="0">
                <a:latin typeface="Arial" pitchFamily="34" charset="0"/>
                <a:ea typeface="맑은 고딕" pitchFamily="50" charset="-127"/>
              </a:rPr>
              <a:t>3. Back on the first screen calls </a:t>
            </a:r>
            <a:r>
              <a:rPr lang="en-US" altLang="ko-KR" sz="1200" dirty="0" err="1">
                <a:latin typeface="Arial" pitchFamily="34" charset="0"/>
                <a:ea typeface="맑은 고딕" pitchFamily="50" charset="-127"/>
              </a:rPr>
              <a:t>webOS.platformBack</a:t>
            </a:r>
            <a:r>
              <a:rPr lang="en-US" altLang="ko-KR" sz="1200" dirty="0">
                <a:latin typeface="Arial" pitchFamily="34" charset="0"/>
                <a:ea typeface="맑은 고딕" pitchFamily="50" charset="-127"/>
              </a:rPr>
              <a:t>(), so the TV shows its exit popup or Home screen depending on the webOS version.</a:t>
            </a:r>
          </a:p>
          <a:p>
            <a:pPr latinLnBrk="0" marL="0" indent="0">
              <a:defRPr/>
            </a:pPr>
            <a:r>
              <a:rPr lang="en-US" altLang="ko-KR" sz="1200" dirty="0">
                <a:latin typeface="Arial" pitchFamily="34" charset="0"/>
                <a:ea typeface="맑은 고딕" pitchFamily="50" charset="-127"/>
              </a:rPr>
              <a:t>4. No credentials are hard-coded. The words "password", "credential" and "token" in the package come from the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API parameters, the login form field, the core-</a:t>
            </a:r>
            <a:r>
              <a:rPr lang="en-US" altLang="ko-KR" sz="1200" dirty="0" err="1">
                <a:latin typeface="Arial" pitchFamily="34" charset="0"/>
                <a:ea typeface="맑은 고딕" pitchFamily="50" charset="-127"/>
              </a:rPr>
              <a:t>js</a:t>
            </a:r>
            <a:r>
              <a:rPr lang="en-US" altLang="ko-KR" sz="1200" dirty="0">
                <a:latin typeface="Arial" pitchFamily="34" charset="0"/>
                <a:ea typeface="맑은 고딕" pitchFamily="50" charset="-127"/>
              </a:rPr>
              <a:t> URL </a:t>
            </a:r>
            <a:r>
              <a:rPr lang="en-US" altLang="ko-KR" sz="1200" dirty="0" err="1">
                <a:latin typeface="Arial" pitchFamily="34" charset="0"/>
                <a:ea typeface="맑은 고딕" pitchFamily="50" charset="-127"/>
              </a:rPr>
              <a:t>polyfill</a:t>
            </a:r>
            <a:r>
              <a:rPr lang="en-US" altLang="ko-KR" sz="1200" dirty="0">
                <a:latin typeface="Arial" pitchFamily="34" charset="0"/>
                <a:ea typeface="맑은 고딕" pitchFamily="50" charset="-127"/>
              </a:rPr>
              <a:t> (</a:t>
            </a:r>
            <a:r>
              <a:rPr lang="en-US" altLang="ko-KR" sz="1200" dirty="0" err="1">
                <a:latin typeface="Arial" pitchFamily="34" charset="0"/>
                <a:ea typeface="맑은 고딕" pitchFamily="50" charset="-127"/>
              </a:rPr>
              <a:t>URL.password</a:t>
            </a:r>
            <a:r>
              <a:rPr lang="en-US" altLang="ko-KR" sz="1200" dirty="0">
                <a:latin typeface="Arial" pitchFamily="34" charset="0"/>
                <a:ea typeface="맑은 고딕" pitchFamily="50" charset="-127"/>
              </a:rPr>
              <a:t>) and the XHR/fetch </a:t>
            </a:r>
            <a:r>
              <a:rPr lang="en-US" altLang="ko-KR" sz="1200" dirty="0" err="1">
                <a:latin typeface="Arial" pitchFamily="34" charset="0"/>
                <a:ea typeface="맑은 고딕" pitchFamily="50" charset="-127"/>
              </a:rPr>
              <a:t>withCredentials</a:t>
            </a:r>
            <a:r>
              <a:rPr lang="en-US" altLang="ko-KR" sz="1200" dirty="0">
                <a:latin typeface="Arial" pitchFamily="34" charset="0"/>
                <a:ea typeface="맑은 고딕" pitchFamily="50" charset="-127"/>
              </a:rPr>
              <a:t> options in hls.js and mpegts.js. Playlist URLs, logins, the cached channel lists and guide addresses, and the parental PIN are stored only on the TV, encrypted (AES-GCM, key generated on the TV).</a:t>
            </a:r>
          </a:p>
          <a:p>
            <a:pPr latinLnBrk="0" marL="0" indent="0">
              <a:defRPr/>
            </a:pPr>
            <a:r>
              <a:rPr lang="en-US" altLang="ko-KR" sz="1200" dirty="0">
                <a:latin typeface="Arial" pitchFamily="34" charset="0"/>
                <a:ea typeface="맑은 고딕" pitchFamily="50" charset="-127"/>
              </a:rPr>
              <a:t>5. Contact: nomoredazzling@gmail.com</a:t>
            </a:r>
          </a:p>
        </p:txBody>
      </p:sp>
      <p:sp>
        <p:nvSpPr>
          <p:cNvPr id="5" name="텍스트 개체 틀 4">
            <a:extLst>
              <a:ext uri="{FF2B5EF4-FFF2-40B4-BE49-F238E27FC236}">
                <a16:creationId xmlns:a16="http://schemas.microsoft.com/office/drawing/2014/main" id="{5B9EC7CE-AC2E-A6CF-5C9D-FF9C09827DDA}"/>
              </a:ext>
            </a:extLst>
          </p:cNvPr>
          <p:cNvSpPr>
            <a:spLocks noGrp="1"/>
          </p:cNvSpPr>
          <p:nvPr>
            <p:ph type="body" sz="quarter" idx="13"/>
          </p:nvPr>
        </p:nvSpPr>
        <p:spPr>
          <a:xfrm>
            <a:off x="0" y="188913"/>
            <a:ext cx="7761288" cy="368300"/>
          </a:xfrm>
        </p:spPr>
        <p:txBody>
          <a:bodyPr/>
          <a:lstStyle/>
          <a:p>
            <a:pPr latinLnBrk="0">
              <a:defRPr/>
            </a:pPr>
            <a:r>
              <a:rPr lang="en-US" altLang="ko-KR">
                <a:latin typeface="Arial" charset="0"/>
                <a:ea typeface="돋움" pitchFamily="50" charset="-127"/>
              </a:rPr>
              <a:t>[Appendix]</a:t>
            </a:r>
          </a:p>
        </p:txBody>
      </p:sp>
    </p:spTree>
  </p:cSld>
  <p:clrMapOvr>
    <a:masterClrMapping/>
  </p:clrMapOvr>
</p:sld>
</file>

<file path=ppt/theme/theme1.xml><?xml version="1.0" encoding="utf-8"?>
<a:theme xmlns:a="http://schemas.openxmlformats.org/drawingml/2006/main" name="1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3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2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10057</TotalTime>
  <Words>2628</Words>
  <Application>Microsoft Office PowerPoint</Application>
  <PresentationFormat>A4 Paper (210x297 mm)</PresentationFormat>
  <Paragraphs>464</Paragraphs>
  <Slides>22</Slides>
  <Notes>22</Notes>
  <HiddenSlides>0</HiddenSlides>
  <MMClips>0</MMClips>
  <ScaleCrop>false</ScaleCrop>
  <HeadingPairs>
    <vt:vector size="6" baseType="variant">
      <vt:variant>
        <vt:lpstr>Fonts Used</vt:lpstr>
      </vt:variant>
      <vt:variant>
        <vt:i4>8</vt:i4>
      </vt:variant>
      <vt:variant>
        <vt:lpstr>Theme</vt:lpstr>
      </vt:variant>
      <vt:variant>
        <vt:i4>6</vt:i4>
      </vt:variant>
      <vt:variant>
        <vt:lpstr>Slide Titles</vt:lpstr>
      </vt:variant>
      <vt:variant>
        <vt:i4>22</vt:i4>
      </vt:variant>
    </vt:vector>
  </HeadingPairs>
  <TitlesOfParts>
    <vt:vector size="36" baseType="lpstr">
      <vt:lpstr>Wingdings 2</vt:lpstr>
      <vt:lpstr>굴림</vt:lpstr>
      <vt:lpstr>Arial</vt:lpstr>
      <vt:lpstr>맑은 고딕</vt:lpstr>
      <vt:lpstr>Wingdings</vt:lpstr>
      <vt:lpstr>돋움</vt:lpstr>
      <vt:lpstr>돋움체</vt:lpstr>
      <vt:lpstr>Arial Unicode MS</vt:lpstr>
      <vt:lpstr>1_기본 디자인</vt:lpstr>
      <vt:lpstr>디자인 사용자 지정</vt:lpstr>
      <vt:lpstr>1_디자인 사용자 지정</vt:lpstr>
      <vt:lpstr>2_디자인 사용자 지정</vt:lpstr>
      <vt:lpstr>3_기본 디자인</vt:lpstr>
      <vt:lpstr>2_기본 디자인</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LG Electronics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 title]description</dc:title>
  <dc:creator>LG Apps</dc:creator>
  <cp:lastModifiedBy>Liyona Bonakdar</cp:lastModifiedBy>
  <cp:revision>665</cp:revision>
  <dcterms:created xsi:type="dcterms:W3CDTF">2010-07-06T05:41:28Z</dcterms:created>
  <dcterms:modified xsi:type="dcterms:W3CDTF">2026-10-10T19:44:18Z</dcterms:modified>
</cp:coreProperties>
</file>