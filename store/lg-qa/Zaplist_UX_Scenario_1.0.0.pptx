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3.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4.xml" ContentType="application/vnd.openxmlformats-officedocument.theme+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theme/theme5.xml" ContentType="application/vnd.openxmlformats-officedocument.theme+xml"/>
  <Override PartName="/ppt/slideLayouts/slideLayout43.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0" r:id="rId1"/>
    <p:sldMasterId id="2147484825" r:id="rId2"/>
    <p:sldMasterId id="2147484839" r:id="rId3"/>
    <p:sldMasterId id="2147484851" r:id="rId4"/>
    <p:sldMasterId id="2147483701" r:id="rId5"/>
    <p:sldMasterId id="2147483689" r:id="rId6"/>
  </p:sldMasterIdLst>
  <p:notesMasterIdLst>
    <p:notesMasterId r:id="rId29"/>
  </p:notesMasterIdLst>
  <p:handoutMasterIdLst>
    <p:handoutMasterId r:id="rId30"/>
  </p:handoutMasterIdLst>
  <p:sldIdLst>
    <p:sldId id="299" r:id="rId7"/>
    <p:sldId id="319" r:id="rId8"/>
    <p:sldId id="301" r:id="rId9"/>
    <p:sldId id="320" r:id="rId10"/>
    <p:sldId id="318" r:id="rId11"/>
    <p:sldId id="317" r:id="rId12"/>
    <p:sldId id="304" r:id="rId13"/>
    <p:sldId id="323" r:id="rId14"/>
    <p:sldId id="309" r:id="rId15"/>
    <p:sldId id="333" r:id="rId16"/>
    <p:sldId id="332" r:id="rId17"/>
    <p:sldId id="331" r:id="rId18"/>
    <p:sldId id="330" r:id="rId19"/>
    <p:sldId id="329" r:id="rId20"/>
    <p:sldId id="328" r:id="rId21"/>
    <p:sldId id="327" r:id="rId22"/>
    <p:sldId id="326" r:id="rId23"/>
    <p:sldId id="325" r:id="rId24"/>
    <p:sldId id="324" r:id="rId25"/>
    <p:sldId id="321" r:id="rId26"/>
    <p:sldId id="311" r:id="rId27"/>
    <p:sldId id="308" r:id="rId28"/>
  </p:sldIdLst>
  <p:sldSz cx="9906000" cy="6858000" type="A4"/>
  <p:notesSz cx="6858000" cy="9144000"/>
  <p:defaultTextStyle>
    <a:defPPr>
      <a:defRPr lang="ko-KR"/>
    </a:defPPr>
    <a:lvl1pPr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1pPr>
    <a:lvl2pPr marL="4572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2pPr>
    <a:lvl3pPr marL="9144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3pPr>
    <a:lvl4pPr marL="13716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4pPr>
    <a:lvl5pPr marL="18288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5pPr>
    <a:lvl6pPr marL="22860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6pPr>
    <a:lvl7pPr marL="27432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7pPr>
    <a:lvl8pPr marL="32004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8pPr>
    <a:lvl9pPr marL="36576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9pPr>
  </p:defaultTextStyle>
  <p:extLst>
    <p:ext uri="{EFAFB233-063F-42B5-8137-9DF3F51BA10A}">
      <p15:sldGuideLst xmlns:p15="http://schemas.microsoft.com/office/powerpoint/2012/main">
        <p15:guide id="1" orient="horz" pos="3784">
          <p15:clr>
            <a:srgbClr val="A4A3A4"/>
          </p15:clr>
        </p15:guide>
        <p15:guide id="2" orient="horz" pos="482">
          <p15:clr>
            <a:srgbClr val="A4A3A4"/>
          </p15:clr>
        </p15:guide>
        <p15:guide id="3" orient="horz" pos="845">
          <p15:clr>
            <a:srgbClr val="A4A3A4"/>
          </p15:clr>
        </p15:guide>
        <p15:guide id="4" orient="horz" pos="3430">
          <p15:clr>
            <a:srgbClr val="A4A3A4"/>
          </p15:clr>
        </p15:guide>
        <p15:guide id="5" orient="horz" pos="3833">
          <p15:clr>
            <a:srgbClr val="A4A3A4"/>
          </p15:clr>
        </p15:guide>
        <p15:guide id="6" pos="221">
          <p15:clr>
            <a:srgbClr val="A4A3A4"/>
          </p15:clr>
        </p15:guide>
        <p15:guide id="7" pos="312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a:srgbClr val="FFFF66"/>
    <a:srgbClr val="E9F5A3"/>
    <a:srgbClr val="F6FBAF"/>
    <a:srgbClr val="DDDDDD"/>
    <a:srgbClr val="969696"/>
    <a:srgbClr val="FF0000"/>
    <a:srgbClr val="BBE0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31" autoAdjust="0"/>
    <p:restoredTop sz="99708" autoAdjust="0"/>
  </p:normalViewPr>
  <p:slideViewPr>
    <p:cSldViewPr>
      <p:cViewPr varScale="1">
        <p:scale>
          <a:sx n="111" d="100"/>
          <a:sy n="111" d="100"/>
        </p:scale>
        <p:origin x="1260" y="96"/>
      </p:cViewPr>
      <p:guideLst>
        <p:guide orient="horz" pos="3784"/>
        <p:guide orient="horz" pos="482"/>
        <p:guide orient="horz" pos="845"/>
        <p:guide orient="horz" pos="3430"/>
        <p:guide orient="horz" pos="3833"/>
        <p:guide pos="221"/>
        <p:guide pos="3120"/>
      </p:guideLst>
    </p:cSldViewPr>
  </p:slideViewPr>
  <p:notesTextViewPr>
    <p:cViewPr>
      <p:scale>
        <a:sx n="100" d="100"/>
        <a:sy n="100" d="100"/>
      </p:scale>
      <p:origin x="0" y="0"/>
    </p:cViewPr>
  </p:notesTextViewPr>
  <p:sorterViewPr>
    <p:cViewPr>
      <p:scale>
        <a:sx n="200" d="100"/>
        <a:sy n="200" d="100"/>
      </p:scale>
      <p:origin x="0" y="0"/>
    </p:cViewPr>
  </p:sorterViewPr>
  <p:notesViewPr>
    <p:cSldViewPr>
      <p:cViewPr varScale="1">
        <p:scale>
          <a:sx n="86" d="100"/>
          <a:sy n="86" d="100"/>
        </p:scale>
        <p:origin x="3864" y="108"/>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slideMaster" Target="slideMasters/slideMaster3.xml"/><Relationship Id="rId21" Type="http://schemas.openxmlformats.org/officeDocument/2006/relationships/slide" Target="slides/slide15.xml"/><Relationship Id="rId34"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handoutMaster" Target="handoutMasters/handoutMaster1.xml"/><Relationship Id="rId8"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470DB0D2-4378-BCC2-7FB1-F4120E32CB5B}"/>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ea typeface="굴림" pitchFamily="50" charset="-127"/>
                <a:cs typeface="Arial" charset="0"/>
              </a:defRPr>
            </a:lvl1pPr>
          </a:lstStyle>
          <a:p>
            <a:pPr>
              <a:defRPr/>
            </a:pPr>
            <a:endParaRPr lang="ko-KR" altLang="en-US"/>
          </a:p>
        </p:txBody>
      </p:sp>
      <p:sp>
        <p:nvSpPr>
          <p:cNvPr id="3" name="날짜 개체 틀 2">
            <a:extLst>
              <a:ext uri="{FF2B5EF4-FFF2-40B4-BE49-F238E27FC236}">
                <a16:creationId xmlns:a16="http://schemas.microsoft.com/office/drawing/2014/main" id="{4B2D33A0-0DCE-BCB6-D055-9D0F798C803C}"/>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ea typeface="굴림" pitchFamily="50" charset="-127"/>
                <a:cs typeface="Arial" charset="0"/>
              </a:defRPr>
            </a:lvl1pPr>
          </a:lstStyle>
          <a:p>
            <a:pPr>
              <a:defRPr/>
            </a:pPr>
            <a:fld id="{FE49FD93-1C27-4708-BFF1-213FFE5A8AE8}" type="datetimeFigureOut">
              <a:rPr lang="ko-KR" altLang="en-US"/>
              <a:pPr>
                <a:defRPr/>
              </a:pPr>
              <a:t>2026-10-10</a:t>
            </a:fld>
            <a:endParaRPr lang="ko-KR" altLang="en-US" dirty="0"/>
          </a:p>
        </p:txBody>
      </p:sp>
      <p:sp>
        <p:nvSpPr>
          <p:cNvPr id="4" name="바닥글 개체 틀 3">
            <a:extLst>
              <a:ext uri="{FF2B5EF4-FFF2-40B4-BE49-F238E27FC236}">
                <a16:creationId xmlns:a16="http://schemas.microsoft.com/office/drawing/2014/main" id="{A105DC0A-2F3D-3151-8119-E80654067A81}"/>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ea typeface="굴림" pitchFamily="50" charset="-127"/>
                <a:cs typeface="Arial" charset="0"/>
              </a:defRPr>
            </a:lvl1pPr>
          </a:lstStyle>
          <a:p>
            <a:pPr>
              <a:defRPr/>
            </a:pPr>
            <a:endParaRPr lang="ko-KR" altLang="en-US"/>
          </a:p>
        </p:txBody>
      </p:sp>
      <p:sp>
        <p:nvSpPr>
          <p:cNvPr id="5" name="슬라이드 번호 개체 틀 4">
            <a:extLst>
              <a:ext uri="{FF2B5EF4-FFF2-40B4-BE49-F238E27FC236}">
                <a16:creationId xmlns:a16="http://schemas.microsoft.com/office/drawing/2014/main" id="{4CCB3104-C529-6AF2-CDDF-467E3BDA3711}"/>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ea typeface="굴림" panose="020B0600000101010101" pitchFamily="50" charset="-127"/>
              </a:defRPr>
            </a:lvl1pPr>
          </a:lstStyle>
          <a:p>
            <a:pPr>
              <a:defRPr/>
            </a:pPr>
            <a:fld id="{F4DF6BFA-8C0D-4D17-9401-24F866F59EBE}"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8AE76E17-80B5-F253-3051-19300EE5D971}"/>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6147" name="Rectangle 3">
            <a:extLst>
              <a:ext uri="{FF2B5EF4-FFF2-40B4-BE49-F238E27FC236}">
                <a16:creationId xmlns:a16="http://schemas.microsoft.com/office/drawing/2014/main" id="{91ABDE13-25AA-2EEB-0E38-2F89752AE547}"/>
              </a:ext>
            </a:extLst>
          </p:cNvPr>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12292" name="Rectangle 4">
            <a:extLst>
              <a:ext uri="{FF2B5EF4-FFF2-40B4-BE49-F238E27FC236}">
                <a16:creationId xmlns:a16="http://schemas.microsoft.com/office/drawing/2014/main" id="{EC488996-0095-31C6-978D-A759C043508B}"/>
              </a:ext>
            </a:extLst>
          </p:cNvPr>
          <p:cNvSpPr>
            <a:spLocks noRot="1" noChangeArrowheads="1" noTextEdit="1"/>
          </p:cNvSpPr>
          <p:nvPr>
            <p:ph type="sldImg" idx="2"/>
          </p:nvPr>
        </p:nvSpPr>
        <p:spPr bwMode="auto">
          <a:xfrm>
            <a:off x="952500" y="685800"/>
            <a:ext cx="4953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9" name="Rectangle 5">
            <a:extLst>
              <a:ext uri="{FF2B5EF4-FFF2-40B4-BE49-F238E27FC236}">
                <a16:creationId xmlns:a16="http://schemas.microsoft.com/office/drawing/2014/main" id="{C87CC9CE-E909-D79A-0414-713CD3C23B30}"/>
              </a:ext>
            </a:extLst>
          </p:cNvPr>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ko-KR" altLang="en-US" noProof="0"/>
              <a:t>마스터 텍스트 스타일을 편집합니다</a:t>
            </a:r>
          </a:p>
          <a:p>
            <a:pPr lvl="1"/>
            <a:r>
              <a:rPr lang="ko-KR" altLang="en-US" noProof="0"/>
              <a:t>둘째 수준</a:t>
            </a:r>
          </a:p>
          <a:p>
            <a:pPr lvl="2"/>
            <a:r>
              <a:rPr lang="ko-KR" altLang="en-US" noProof="0"/>
              <a:t>셋째 수준</a:t>
            </a:r>
          </a:p>
          <a:p>
            <a:pPr lvl="3"/>
            <a:r>
              <a:rPr lang="ko-KR" altLang="en-US" noProof="0"/>
              <a:t>넷째 수준</a:t>
            </a:r>
          </a:p>
          <a:p>
            <a:pPr lvl="4"/>
            <a:r>
              <a:rPr lang="ko-KR" altLang="en-US" noProof="0"/>
              <a:t>다섯째 수준</a:t>
            </a:r>
          </a:p>
        </p:txBody>
      </p:sp>
      <p:sp>
        <p:nvSpPr>
          <p:cNvPr id="6150" name="Rectangle 6">
            <a:extLst>
              <a:ext uri="{FF2B5EF4-FFF2-40B4-BE49-F238E27FC236}">
                <a16:creationId xmlns:a16="http://schemas.microsoft.com/office/drawing/2014/main" id="{C21B0D0C-114A-F6BA-4BA6-B9B203EB9B80}"/>
              </a:ext>
            </a:extLst>
          </p:cNvPr>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6151" name="Rectangle 7">
            <a:extLst>
              <a:ext uri="{FF2B5EF4-FFF2-40B4-BE49-F238E27FC236}">
                <a16:creationId xmlns:a16="http://schemas.microsoft.com/office/drawing/2014/main" id="{97A44D4C-9FA3-DDC6-90D1-B08C0F1E66C9}"/>
              </a:ext>
            </a:extLst>
          </p:cNvPr>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latinLnBrk="1" hangingPunct="1">
              <a:defRPr kumimoji="1" sz="1200">
                <a:latin typeface="굴림" panose="020B0600000101010101" pitchFamily="50" charset="-127"/>
                <a:ea typeface="굴림" panose="020B0600000101010101" pitchFamily="50" charset="-127"/>
              </a:defRPr>
            </a:lvl1pPr>
          </a:lstStyle>
          <a:p>
            <a:pPr>
              <a:defRPr/>
            </a:pPr>
            <a:fld id="{38D97E93-A978-4C71-BB87-F7A6F6C2BF74}" type="slidenum">
              <a:rPr lang="en-US" altLang="ko-KR"/>
              <a:pPr>
                <a:defRPr/>
              </a:pPr>
              <a:t>‹#›</a:t>
            </a:fld>
            <a:endParaRPr lang="en-US" altLang="ko-KR"/>
          </a:p>
        </p:txBody>
      </p:sp>
    </p:spTree>
  </p:cSld>
  <p:clrMap bg1="lt1" tx1="dk1" bg2="lt2" tx2="dk2" accent1="accent1" accent2="accent2" accent3="accent3" accent4="accent4" accent5="accent5" accent6="accent6" hlink="hlink" folHlink="folHlink"/>
  <p:hf hdr="0" ftr="0" dt="0"/>
  <p:notesStyle>
    <a:lvl1pPr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1pPr>
    <a:lvl2pPr marL="4572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2pPr>
    <a:lvl3pPr marL="9144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3pPr>
    <a:lvl4pPr marL="13716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4pPr>
    <a:lvl5pPr marL="18288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슬라이드 이미지 개체 틀 1">
            <a:extLst>
              <a:ext uri="{FF2B5EF4-FFF2-40B4-BE49-F238E27FC236}">
                <a16:creationId xmlns:a16="http://schemas.microsoft.com/office/drawing/2014/main" id="{DCF4F7F8-AF69-8FD4-BEDB-FB2AE4C757DF}"/>
              </a:ext>
            </a:extLst>
          </p:cNvPr>
          <p:cNvSpPr>
            <a:spLocks noGrp="1" noRot="1" noChangeAspect="1" noChangeArrowheads="1" noTextEdit="1"/>
          </p:cNvSpPr>
          <p:nvPr>
            <p:ph type="sldImg"/>
          </p:nvPr>
        </p:nvSpPr>
        <p:spPr>
          <a:ln/>
        </p:spPr>
      </p:sp>
      <p:sp>
        <p:nvSpPr>
          <p:cNvPr id="15363" name="슬라이드 노트 개체 틀 2">
            <a:extLst>
              <a:ext uri="{FF2B5EF4-FFF2-40B4-BE49-F238E27FC236}">
                <a16:creationId xmlns:a16="http://schemas.microsoft.com/office/drawing/2014/main" id="{4251EE00-A5B0-2782-C28F-C57E79D4C17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ko-KR" altLang="en-US">
              <a:latin typeface="굴림" panose="020B0600000101010101" pitchFamily="34" charset="-127"/>
              <a:ea typeface="굴림" panose="020B0600000101010101" pitchFamily="34" charset="-127"/>
            </a:endParaRPr>
          </a:p>
        </p:txBody>
      </p:sp>
      <p:sp>
        <p:nvSpPr>
          <p:cNvPr id="15364" name="슬라이드 번호 개체 틀 3">
            <a:extLst>
              <a:ext uri="{FF2B5EF4-FFF2-40B4-BE49-F238E27FC236}">
                <a16:creationId xmlns:a16="http://schemas.microsoft.com/office/drawing/2014/main" id="{AB74BBF1-B787-7B65-3F6D-4C8175E62EA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AC6736E3-43B3-4E92-AD38-BC4279979E96}" type="slidenum">
              <a:rPr lang="en-US" altLang="ko-KR" smtClean="0">
                <a:latin typeface="굴림" panose="020B0600000101010101" pitchFamily="34" charset="-127"/>
              </a:rPr>
              <a:pPr/>
              <a:t>1</a:t>
            </a:fld>
            <a:endParaRPr lang="en-US" altLang="ko-KR">
              <a:latin typeface="굴림" panose="020B0600000101010101" pitchFamily="34" charset="-127"/>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슬라이드 이미지 개체 틀 1">
            <a:extLst>
              <a:ext uri="{FF2B5EF4-FFF2-40B4-BE49-F238E27FC236}">
                <a16:creationId xmlns:a16="http://schemas.microsoft.com/office/drawing/2014/main" id="{6CE2F2C0-89AE-04FE-2B43-EDF2F28BB2E4}"/>
              </a:ext>
            </a:extLst>
          </p:cNvPr>
          <p:cNvSpPr>
            <a:spLocks noGrp="1" noRot="1" noChangeAspect="1" noChangeArrowheads="1" noTextEdit="1"/>
          </p:cNvSpPr>
          <p:nvPr>
            <p:ph type="sldImg"/>
          </p:nvPr>
        </p:nvSpPr>
        <p:spPr>
          <a:ln/>
        </p:spPr>
      </p:sp>
      <p:sp>
        <p:nvSpPr>
          <p:cNvPr id="17411" name="슬라이드 노트 개체 틀 2">
            <a:extLst>
              <a:ext uri="{FF2B5EF4-FFF2-40B4-BE49-F238E27FC236}">
                <a16:creationId xmlns:a16="http://schemas.microsoft.com/office/drawing/2014/main" id="{FE541DBF-22BC-4F2E-AF48-7F005E11D24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17412" name="슬라이드 번호 개체 틀 3">
            <a:extLst>
              <a:ext uri="{FF2B5EF4-FFF2-40B4-BE49-F238E27FC236}">
                <a16:creationId xmlns:a16="http://schemas.microsoft.com/office/drawing/2014/main" id="{1926C5C7-43B2-C341-E33E-9BD2018BF44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AD881BA-6016-4511-B2C1-D1E332C5E454}" type="slidenum">
              <a:rPr lang="en-US" altLang="ko-KR" smtClean="0">
                <a:latin typeface="굴림" panose="020B0600000101010101" pitchFamily="34" charset="-127"/>
              </a:rPr>
              <a:pPr/>
              <a:t>2</a:t>
            </a:fld>
            <a:endParaRPr lang="en-US" altLang="ko-KR">
              <a:latin typeface="굴림" panose="020B0600000101010101" pitchFamily="34" charset="-127"/>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슬라이드 이미지 개체 틀 1">
            <a:extLst>
              <a:ext uri="{FF2B5EF4-FFF2-40B4-BE49-F238E27FC236}">
                <a16:creationId xmlns:a16="http://schemas.microsoft.com/office/drawing/2014/main" id="{9C1B5FA7-07F5-08CC-B9BF-97B4D13B6B0A}"/>
              </a:ext>
            </a:extLst>
          </p:cNvPr>
          <p:cNvSpPr>
            <a:spLocks noGrp="1" noRot="1" noChangeAspect="1" noChangeArrowheads="1" noTextEdit="1"/>
          </p:cNvSpPr>
          <p:nvPr>
            <p:ph type="sldImg"/>
          </p:nvPr>
        </p:nvSpPr>
        <p:spPr>
          <a:ln/>
        </p:spPr>
      </p:sp>
      <p:sp>
        <p:nvSpPr>
          <p:cNvPr id="19459" name="슬라이드 노트 개체 틀 2">
            <a:extLst>
              <a:ext uri="{FF2B5EF4-FFF2-40B4-BE49-F238E27FC236}">
                <a16:creationId xmlns:a16="http://schemas.microsoft.com/office/drawing/2014/main" id="{FF2377A0-13A8-02AF-D414-8F07A166A59A}"/>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19460" name="슬라이드 번호 개체 틀 3">
            <a:extLst>
              <a:ext uri="{FF2B5EF4-FFF2-40B4-BE49-F238E27FC236}">
                <a16:creationId xmlns:a16="http://schemas.microsoft.com/office/drawing/2014/main" id="{1F9BED65-712B-C706-F073-27E81F96306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D9F35D30-0383-47E3-A481-6BE15C941139}" type="slidenum">
              <a:rPr lang="en-US" altLang="ko-KR" smtClean="0">
                <a:latin typeface="굴림" panose="020B0600000101010101" pitchFamily="34" charset="-127"/>
              </a:rPr>
              <a:pPr/>
              <a:t>3</a:t>
            </a:fld>
            <a:endParaRPr lang="en-US" altLang="ko-KR">
              <a:latin typeface="굴림" panose="020B0600000101010101" pitchFamily="34" charset="-127"/>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506" name="Rectangle 7">
            <a:extLst>
              <a:ext uri="{FF2B5EF4-FFF2-40B4-BE49-F238E27FC236}">
                <a16:creationId xmlns:a16="http://schemas.microsoft.com/office/drawing/2014/main" id="{D02EAC22-58FD-921B-5A81-C34E9CB3186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1pPr>
            <a:lvl2pPr marL="742950" indent="-28575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2pPr>
            <a:lvl3pPr marL="11430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3pPr>
            <a:lvl4pPr marL="16002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4pPr>
            <a:lvl5pPr marL="20574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9pPr>
          </a:lstStyle>
          <a:p>
            <a:fld id="{5416BE45-3080-4D30-9129-46B90E027B22}" type="slidenum">
              <a:rPr lang="en-US" altLang="ru-RU" smtClean="0">
                <a:solidFill>
                  <a:srgbClr val="000000"/>
                </a:solidFill>
                <a:latin typeface="굴림" panose="020B0600000101010101" pitchFamily="34" charset="-127"/>
              </a:rPr>
              <a:pPr/>
              <a:t>4</a:t>
            </a:fld>
            <a:endParaRPr lang="en-US" altLang="ru-RU">
              <a:solidFill>
                <a:srgbClr val="000000"/>
              </a:solidFill>
              <a:latin typeface="굴림" panose="020B0600000101010101" pitchFamily="34" charset="-127"/>
            </a:endParaRPr>
          </a:p>
        </p:txBody>
      </p:sp>
      <p:sp>
        <p:nvSpPr>
          <p:cNvPr id="21507" name="Rectangle 1">
            <a:extLst>
              <a:ext uri="{FF2B5EF4-FFF2-40B4-BE49-F238E27FC236}">
                <a16:creationId xmlns:a16="http://schemas.microsoft.com/office/drawing/2014/main" id="{23A620E8-B16A-50B6-D2D4-191AB951711D}"/>
              </a:ext>
            </a:extLst>
          </p:cNvPr>
          <p:cNvSpPr>
            <a:spLocks noChangeArrowheads="1" noTextEdit="1"/>
          </p:cNvSpPr>
          <p:nvPr>
            <p:ph type="sldImg"/>
          </p:nvPr>
        </p:nvSpPr>
        <p:spPr>
          <a:solidFill>
            <a:srgbClr val="FFFFFF"/>
          </a:solidFill>
          <a:ln/>
        </p:spPr>
      </p:sp>
      <p:sp>
        <p:nvSpPr>
          <p:cNvPr id="21508" name="Text Box 2">
            <a:extLst>
              <a:ext uri="{FF2B5EF4-FFF2-40B4-BE49-F238E27FC236}">
                <a16:creationId xmlns:a16="http://schemas.microsoft.com/office/drawing/2014/main" id="{0D5A5207-C869-D3DE-505C-B95E8DF771F5}"/>
              </a:ext>
            </a:extLst>
          </p:cNvPr>
          <p:cNvSpPr txBox="1">
            <a:spLocks noChangeArrowheads="1"/>
          </p:cNvSpPr>
          <p:nvPr/>
        </p:nvSpPr>
        <p:spPr bwMode="auto">
          <a:xfrm>
            <a:off x="685800" y="4343400"/>
            <a:ext cx="5486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anchor="ct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endParaRPr lang="uk-UA" altLang="ru-RU"/>
          </a:p>
        </p:txBody>
      </p:sp>
      <p:sp>
        <p:nvSpPr>
          <p:cNvPr id="21509" name="Text Box 3">
            <a:extLst>
              <a:ext uri="{FF2B5EF4-FFF2-40B4-BE49-F238E27FC236}">
                <a16:creationId xmlns:a16="http://schemas.microsoft.com/office/drawing/2014/main" id="{4334AD97-11D9-98A3-1370-7A91194718A7}"/>
              </a:ext>
            </a:extLst>
          </p:cNvPr>
          <p:cNvSpPr txBox="1">
            <a:spLocks noChangeArrowheads="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000" tIns="46800" rIns="90000" bIns="46800" anchor="b"/>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1pPr>
            <a:lvl2pPr marL="742950" indent="-28575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2pPr>
            <a:lvl3pPr marL="11430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3pPr>
            <a:lvl4pPr marL="16002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4pPr>
            <a:lvl5pPr marL="20574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9pPr>
          </a:lstStyle>
          <a:p>
            <a:pPr algn="r" eaLnBrk="1" hangingPunct="1"/>
            <a:fld id="{EB147BCC-4FCB-4725-8004-0ABE4216F26F}" type="slidenum">
              <a:rPr lang="en-US" altLang="ru-RU" sz="1200">
                <a:solidFill>
                  <a:srgbClr val="000000"/>
                </a:solidFill>
                <a:latin typeface="굴림" panose="020B0600000101010101" pitchFamily="34" charset="-127"/>
              </a:rPr>
              <a:pPr algn="r" eaLnBrk="1" hangingPunct="1"/>
              <a:t>4</a:t>
            </a:fld>
            <a:endParaRPr lang="en-US" altLang="ru-RU" sz="1200">
              <a:solidFill>
                <a:srgbClr val="000000"/>
              </a:solidFill>
              <a:latin typeface="굴림" panose="020B0600000101010101" pitchFamily="34" charset="-127"/>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슬라이드 이미지 개체 틀 1">
            <a:extLst>
              <a:ext uri="{FF2B5EF4-FFF2-40B4-BE49-F238E27FC236}">
                <a16:creationId xmlns:a16="http://schemas.microsoft.com/office/drawing/2014/main" id="{39F08095-EC15-6B79-6A56-8E07E487E818}"/>
              </a:ext>
            </a:extLst>
          </p:cNvPr>
          <p:cNvSpPr>
            <a:spLocks noGrp="1" noRot="1" noChangeAspect="1" noChangeArrowheads="1" noTextEdit="1"/>
          </p:cNvSpPr>
          <p:nvPr>
            <p:ph type="sldImg"/>
          </p:nvPr>
        </p:nvSpPr>
        <p:spPr>
          <a:ln/>
        </p:spPr>
      </p:sp>
      <p:sp>
        <p:nvSpPr>
          <p:cNvPr id="23555" name="슬라이드 노트 개체 틀 2">
            <a:extLst>
              <a:ext uri="{FF2B5EF4-FFF2-40B4-BE49-F238E27FC236}">
                <a16:creationId xmlns:a16="http://schemas.microsoft.com/office/drawing/2014/main" id="{94A972BD-F8EC-8A93-F2F1-E5A7B491F10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3556" name="슬라이드 번호 개체 틀 3">
            <a:extLst>
              <a:ext uri="{FF2B5EF4-FFF2-40B4-BE49-F238E27FC236}">
                <a16:creationId xmlns:a16="http://schemas.microsoft.com/office/drawing/2014/main" id="{4A6701A3-ACF8-F4BF-6339-9CB20736BE8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327D23B-FA6C-4BB6-A9DB-5CCC2524497B}" type="slidenum">
              <a:rPr lang="en-US" altLang="ko-KR" smtClean="0">
                <a:latin typeface="굴림" panose="020B0600000101010101" pitchFamily="34" charset="-127"/>
              </a:rPr>
              <a:pPr/>
              <a:t>5</a:t>
            </a:fld>
            <a:endParaRPr lang="en-US" altLang="ko-KR">
              <a:latin typeface="굴림" panose="020B0600000101010101" pitchFamily="34" charset="-127"/>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슬라이드 이미지 개체 틀 1">
            <a:extLst>
              <a:ext uri="{FF2B5EF4-FFF2-40B4-BE49-F238E27FC236}">
                <a16:creationId xmlns:a16="http://schemas.microsoft.com/office/drawing/2014/main" id="{F6075979-C38A-4835-B1F4-E342B351BA7D}"/>
              </a:ext>
            </a:extLst>
          </p:cNvPr>
          <p:cNvSpPr>
            <a:spLocks noGrp="1" noRot="1" noChangeAspect="1" noChangeArrowheads="1" noTextEdit="1"/>
          </p:cNvSpPr>
          <p:nvPr>
            <p:ph type="sldImg"/>
          </p:nvPr>
        </p:nvSpPr>
        <p:spPr>
          <a:ln/>
        </p:spPr>
      </p:sp>
      <p:sp>
        <p:nvSpPr>
          <p:cNvPr id="25603" name="슬라이드 노트 개체 틀 2">
            <a:extLst>
              <a:ext uri="{FF2B5EF4-FFF2-40B4-BE49-F238E27FC236}">
                <a16:creationId xmlns:a16="http://schemas.microsoft.com/office/drawing/2014/main" id="{AA400A69-6F33-C7F9-DAEB-19D4FF0E5FA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5604" name="슬라이드 번호 개체 틀 3">
            <a:extLst>
              <a:ext uri="{FF2B5EF4-FFF2-40B4-BE49-F238E27FC236}">
                <a16:creationId xmlns:a16="http://schemas.microsoft.com/office/drawing/2014/main" id="{C1E46391-2C56-3834-F990-ACC1BD03355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591D7CA8-E406-45D2-8CCB-3D719E9EE00B}" type="slidenum">
              <a:rPr lang="en-US" altLang="ko-KR" smtClean="0">
                <a:latin typeface="굴림" panose="020B0600000101010101" pitchFamily="34" charset="-127"/>
              </a:rPr>
              <a:pPr/>
              <a:t>6</a:t>
            </a:fld>
            <a:endParaRPr lang="en-US" altLang="ko-KR">
              <a:latin typeface="굴림" panose="020B0600000101010101" pitchFamily="34" charset="-127"/>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슬라이드 이미지 개체 틀 1">
            <a:extLst>
              <a:ext uri="{FF2B5EF4-FFF2-40B4-BE49-F238E27FC236}">
                <a16:creationId xmlns:a16="http://schemas.microsoft.com/office/drawing/2014/main" id="{36396275-3438-4116-E639-3D94FD493968}"/>
              </a:ext>
            </a:extLst>
          </p:cNvPr>
          <p:cNvSpPr>
            <a:spLocks noGrp="1" noRot="1" noChangeAspect="1" noChangeArrowheads="1" noTextEdit="1"/>
          </p:cNvSpPr>
          <p:nvPr>
            <p:ph type="sldImg"/>
          </p:nvPr>
        </p:nvSpPr>
        <p:spPr>
          <a:ln/>
        </p:spPr>
      </p:sp>
      <p:sp>
        <p:nvSpPr>
          <p:cNvPr id="27651" name="슬라이드 노트 개체 틀 2">
            <a:extLst>
              <a:ext uri="{FF2B5EF4-FFF2-40B4-BE49-F238E27FC236}">
                <a16:creationId xmlns:a16="http://schemas.microsoft.com/office/drawing/2014/main" id="{88FE8183-9E4F-844C-B1D6-F8676659FF4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7652" name="슬라이드 번호 개체 틀 3">
            <a:extLst>
              <a:ext uri="{FF2B5EF4-FFF2-40B4-BE49-F238E27FC236}">
                <a16:creationId xmlns:a16="http://schemas.microsoft.com/office/drawing/2014/main" id="{CBB298D1-3003-B789-75EF-987BE507220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2228039-27F1-4FD4-B45D-90085B0FB826}" type="slidenum">
              <a:rPr lang="en-US" altLang="ko-KR" smtClean="0">
                <a:latin typeface="굴림" panose="020B0600000101010101" pitchFamily="34" charset="-127"/>
              </a:rPr>
              <a:pPr/>
              <a:t>7</a:t>
            </a:fld>
            <a:endParaRPr lang="en-US" altLang="ko-KR">
              <a:latin typeface="굴림" panose="020B0600000101010101" pitchFamily="34" charset="-127"/>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슬라이드 이미지 개체 틀 1">
            <a:extLst>
              <a:ext uri="{FF2B5EF4-FFF2-40B4-BE49-F238E27FC236}">
                <a16:creationId xmlns:a16="http://schemas.microsoft.com/office/drawing/2014/main" id="{06D97A16-2ABC-1F22-963C-A4D16C760C11}"/>
              </a:ext>
            </a:extLst>
          </p:cNvPr>
          <p:cNvSpPr>
            <a:spLocks noGrp="1" noRot="1" noChangeAspect="1" noChangeArrowheads="1" noTextEdit="1"/>
          </p:cNvSpPr>
          <p:nvPr>
            <p:ph type="sldImg"/>
          </p:nvPr>
        </p:nvSpPr>
        <p:spPr>
          <a:ln/>
        </p:spPr>
      </p:sp>
      <p:sp>
        <p:nvSpPr>
          <p:cNvPr id="29699" name="슬라이드 노트 개체 틀 2">
            <a:extLst>
              <a:ext uri="{FF2B5EF4-FFF2-40B4-BE49-F238E27FC236}">
                <a16:creationId xmlns:a16="http://schemas.microsoft.com/office/drawing/2014/main" id="{2D725346-AA58-A030-2A02-C0508CC7FC2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9700" name="슬라이드 번호 개체 틀 3">
            <a:extLst>
              <a:ext uri="{FF2B5EF4-FFF2-40B4-BE49-F238E27FC236}">
                <a16:creationId xmlns:a16="http://schemas.microsoft.com/office/drawing/2014/main" id="{23F04C87-D700-6556-8FBB-6BC7C343007D}"/>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50502177-E0D9-4FFB-9E3A-96B19271306D}" type="slidenum">
              <a:rPr lang="en-US" altLang="ko-KR" smtClean="0">
                <a:latin typeface="굴림" panose="020B0600000101010101" pitchFamily="34" charset="-127"/>
              </a:rPr>
              <a:pPr/>
              <a:t>8</a:t>
            </a:fld>
            <a:endParaRPr lang="en-US" altLang="ko-KR">
              <a:latin typeface="굴림" panose="020B0600000101010101" pitchFamily="34" charset="-127"/>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4F2B347C-0F94-36A5-5190-AF15FD88BF8D}"/>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3B39D9C-E3B3-2819-8040-7ABD60DBC9D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65BC6941-2E75-4BA0-2ED6-F53BC2D62D5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23DC6A1-003C-4A65-9807-72012C8EAD90}" type="slidenum">
              <a:rPr lang="en-US" altLang="ko-KR" smtClean="0">
                <a:latin typeface="굴림" panose="020B0600000101010101" pitchFamily="34" charset="-127"/>
              </a:rPr>
              <a:pPr/>
              <a:t>9</a:t>
            </a:fld>
            <a:endParaRPr lang="en-US" altLang="ko-KR">
              <a:latin typeface="굴림" panose="020B0600000101010101" pitchFamily="34" charset="-127"/>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4F2B347C-0F94-36A5-5190-AF15FD88BF8D}"/>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3B39D9C-E3B3-2819-8040-7ABD60DBC9D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65BC6941-2E75-4BA0-2ED6-F53BC2D62D5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23DC6A1-003C-4A65-9807-72012C8EAD90}" type="slidenum">
              <a:rPr lang="en-US" altLang="ko-KR" smtClean="0">
                <a:latin typeface="굴림" panose="020B0600000101010101" pitchFamily="34" charset="-127"/>
              </a:rPr>
              <a:pPr/>
              <a:t>10</a:t>
            </a:fld>
            <a:endParaRPr lang="en-US" altLang="ko-KR">
              <a:latin typeface="굴림" panose="020B0600000101010101" pitchFamily="34" charset="-127"/>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4F2B347C-0F94-36A5-5190-AF15FD88BF8D}"/>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3B39D9C-E3B3-2819-8040-7ABD60DBC9D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65BC6941-2E75-4BA0-2ED6-F53BC2D62D5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23DC6A1-003C-4A65-9807-72012C8EAD90}" type="slidenum">
              <a:rPr lang="en-US" altLang="ko-KR" smtClean="0">
                <a:latin typeface="굴림" panose="020B0600000101010101" pitchFamily="34" charset="-127"/>
              </a:rPr>
              <a:pPr/>
              <a:t>11</a:t>
            </a:fld>
            <a:endParaRPr lang="en-US" altLang="ko-KR">
              <a:latin typeface="굴림" panose="020B0600000101010101" pitchFamily="34" charset="-127"/>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4F2B347C-0F94-36A5-5190-AF15FD88BF8D}"/>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3B39D9C-E3B3-2819-8040-7ABD60DBC9D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65BC6941-2E75-4BA0-2ED6-F53BC2D62D5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23DC6A1-003C-4A65-9807-72012C8EAD90}" type="slidenum">
              <a:rPr lang="en-US" altLang="ko-KR" smtClean="0">
                <a:latin typeface="굴림" panose="020B0600000101010101" pitchFamily="34" charset="-127"/>
              </a:rPr>
              <a:pPr/>
              <a:t>12</a:t>
            </a:fld>
            <a:endParaRPr lang="en-US" altLang="ko-KR">
              <a:latin typeface="굴림" panose="020B0600000101010101" pitchFamily="34" charset="-127"/>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4F2B347C-0F94-36A5-5190-AF15FD88BF8D}"/>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3B39D9C-E3B3-2819-8040-7ABD60DBC9D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65BC6941-2E75-4BA0-2ED6-F53BC2D62D5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23DC6A1-003C-4A65-9807-72012C8EAD90}" type="slidenum">
              <a:rPr lang="en-US" altLang="ko-KR" smtClean="0">
                <a:latin typeface="굴림" panose="020B0600000101010101" pitchFamily="34" charset="-127"/>
              </a:rPr>
              <a:pPr/>
              <a:t>13</a:t>
            </a:fld>
            <a:endParaRPr lang="en-US" altLang="ko-KR">
              <a:latin typeface="굴림" panose="020B0600000101010101" pitchFamily="34" charset="-127"/>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4F2B347C-0F94-36A5-5190-AF15FD88BF8D}"/>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3B39D9C-E3B3-2819-8040-7ABD60DBC9D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65BC6941-2E75-4BA0-2ED6-F53BC2D62D5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23DC6A1-003C-4A65-9807-72012C8EAD90}" type="slidenum">
              <a:rPr lang="en-US" altLang="ko-KR" smtClean="0">
                <a:latin typeface="굴림" panose="020B0600000101010101" pitchFamily="34" charset="-127"/>
              </a:rPr>
              <a:pPr/>
              <a:t>14</a:t>
            </a:fld>
            <a:endParaRPr lang="en-US" altLang="ko-KR">
              <a:latin typeface="굴림" panose="020B0600000101010101" pitchFamily="34" charset="-127"/>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4F2B347C-0F94-36A5-5190-AF15FD88BF8D}"/>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3B39D9C-E3B3-2819-8040-7ABD60DBC9D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65BC6941-2E75-4BA0-2ED6-F53BC2D62D5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23DC6A1-003C-4A65-9807-72012C8EAD90}" type="slidenum">
              <a:rPr lang="en-US" altLang="ko-KR" smtClean="0">
                <a:latin typeface="굴림" panose="020B0600000101010101" pitchFamily="34" charset="-127"/>
              </a:rPr>
              <a:pPr/>
              <a:t>15</a:t>
            </a:fld>
            <a:endParaRPr lang="en-US" altLang="ko-KR">
              <a:latin typeface="굴림" panose="020B0600000101010101" pitchFamily="34" charset="-127"/>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4F2B347C-0F94-36A5-5190-AF15FD88BF8D}"/>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3B39D9C-E3B3-2819-8040-7ABD60DBC9D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65BC6941-2E75-4BA0-2ED6-F53BC2D62D5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23DC6A1-003C-4A65-9807-72012C8EAD90}" type="slidenum">
              <a:rPr lang="en-US" altLang="ko-KR" smtClean="0">
                <a:latin typeface="굴림" panose="020B0600000101010101" pitchFamily="34" charset="-127"/>
              </a:rPr>
              <a:pPr/>
              <a:t>16</a:t>
            </a:fld>
            <a:endParaRPr lang="en-US" altLang="ko-KR">
              <a:latin typeface="굴림" panose="020B0600000101010101" pitchFamily="34" charset="-127"/>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4F2B347C-0F94-36A5-5190-AF15FD88BF8D}"/>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3B39D9C-E3B3-2819-8040-7ABD60DBC9D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65BC6941-2E75-4BA0-2ED6-F53BC2D62D5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23DC6A1-003C-4A65-9807-72012C8EAD90}" type="slidenum">
              <a:rPr lang="en-US" altLang="ko-KR" smtClean="0">
                <a:latin typeface="굴림" panose="020B0600000101010101" pitchFamily="34" charset="-127"/>
              </a:rPr>
              <a:pPr/>
              <a:t>17</a:t>
            </a:fld>
            <a:endParaRPr lang="en-US" altLang="ko-KR">
              <a:latin typeface="굴림" panose="020B0600000101010101" pitchFamily="34" charset="-127"/>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4F2B347C-0F94-36A5-5190-AF15FD88BF8D}"/>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3B39D9C-E3B3-2819-8040-7ABD60DBC9D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65BC6941-2E75-4BA0-2ED6-F53BC2D62D5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23DC6A1-003C-4A65-9807-72012C8EAD90}" type="slidenum">
              <a:rPr lang="en-US" altLang="ko-KR" smtClean="0">
                <a:latin typeface="굴림" panose="020B0600000101010101" pitchFamily="34" charset="-127"/>
              </a:rPr>
              <a:pPr/>
              <a:t>18</a:t>
            </a:fld>
            <a:endParaRPr lang="en-US" altLang="ko-KR">
              <a:latin typeface="굴림" panose="020B0600000101010101" pitchFamily="34" charset="-127"/>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4F2B347C-0F94-36A5-5190-AF15FD88BF8D}"/>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C3B39D9C-E3B3-2819-8040-7ABD60DBC9D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65BC6941-2E75-4BA0-2ED6-F53BC2D62D5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F23DC6A1-003C-4A65-9807-72012C8EAD90}" type="slidenum">
              <a:rPr lang="en-US" altLang="ko-KR" smtClean="0">
                <a:latin typeface="굴림" panose="020B0600000101010101" pitchFamily="34" charset="-127"/>
              </a:rPr>
              <a:pPr/>
              <a:t>19</a:t>
            </a:fld>
            <a:endParaRPr lang="en-US" altLang="ko-KR">
              <a:latin typeface="굴림" panose="020B0600000101010101" pitchFamily="34" charset="-127"/>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슬라이드 이미지 개체 틀 1">
            <a:extLst>
              <a:ext uri="{FF2B5EF4-FFF2-40B4-BE49-F238E27FC236}">
                <a16:creationId xmlns:a16="http://schemas.microsoft.com/office/drawing/2014/main" id="{83119C0B-0EE0-B3F5-E9F6-ACA41382731E}"/>
              </a:ext>
            </a:extLst>
          </p:cNvPr>
          <p:cNvSpPr>
            <a:spLocks noGrp="1" noRot="1" noChangeAspect="1" noChangeArrowheads="1" noTextEdit="1"/>
          </p:cNvSpPr>
          <p:nvPr>
            <p:ph type="sldImg"/>
          </p:nvPr>
        </p:nvSpPr>
        <p:spPr>
          <a:ln/>
        </p:spPr>
      </p:sp>
      <p:sp>
        <p:nvSpPr>
          <p:cNvPr id="37891" name="슬라이드 노트 개체 틀 2">
            <a:extLst>
              <a:ext uri="{FF2B5EF4-FFF2-40B4-BE49-F238E27FC236}">
                <a16:creationId xmlns:a16="http://schemas.microsoft.com/office/drawing/2014/main" id="{B7FB8345-7768-922E-3476-876D41ED00B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7892" name="슬라이드 번호 개체 틀 3">
            <a:extLst>
              <a:ext uri="{FF2B5EF4-FFF2-40B4-BE49-F238E27FC236}">
                <a16:creationId xmlns:a16="http://schemas.microsoft.com/office/drawing/2014/main" id="{24CCD9FF-7E76-B72C-BB72-1D16025FFC1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3DA6E8ED-D268-4015-87C7-16431F5A528F}" type="slidenum">
              <a:rPr lang="en-US" altLang="ko-KR" smtClean="0">
                <a:latin typeface="굴림" panose="020B0600000101010101" pitchFamily="34" charset="-127"/>
              </a:rPr>
              <a:pPr/>
              <a:t>20</a:t>
            </a:fld>
            <a:endParaRPr lang="en-US" altLang="ko-KR">
              <a:latin typeface="굴림" panose="020B0600000101010101" pitchFamily="34" charset="-127"/>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슬라이드 이미지 개체 틀 1">
            <a:extLst>
              <a:ext uri="{FF2B5EF4-FFF2-40B4-BE49-F238E27FC236}">
                <a16:creationId xmlns:a16="http://schemas.microsoft.com/office/drawing/2014/main" id="{CF363E2C-0CE9-B1A1-96F3-7B9DD0302D8D}"/>
              </a:ext>
            </a:extLst>
          </p:cNvPr>
          <p:cNvSpPr>
            <a:spLocks noGrp="1" noRot="1" noChangeAspect="1" noChangeArrowheads="1" noTextEdit="1"/>
          </p:cNvSpPr>
          <p:nvPr>
            <p:ph type="sldImg"/>
          </p:nvPr>
        </p:nvSpPr>
        <p:spPr>
          <a:ln/>
        </p:spPr>
      </p:sp>
      <p:sp>
        <p:nvSpPr>
          <p:cNvPr id="39939" name="슬라이드 노트 개체 틀 2">
            <a:extLst>
              <a:ext uri="{FF2B5EF4-FFF2-40B4-BE49-F238E27FC236}">
                <a16:creationId xmlns:a16="http://schemas.microsoft.com/office/drawing/2014/main" id="{611DB242-FE27-C721-D298-BB3355E533F4}"/>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9940" name="슬라이드 번호 개체 틀 3">
            <a:extLst>
              <a:ext uri="{FF2B5EF4-FFF2-40B4-BE49-F238E27FC236}">
                <a16:creationId xmlns:a16="http://schemas.microsoft.com/office/drawing/2014/main" id="{64C897F2-BE03-A1C9-78D0-748857FDEF60}"/>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algn="r" eaLnBrk="1" latinLnBrk="1" hangingPunct="1"/>
            <a:fld id="{D53D9DF2-E7FB-4B95-8398-E8C9131B0842}" type="slidenum">
              <a:rPr kumimoji="1" lang="en-US" altLang="ko-KR" sz="1200">
                <a:latin typeface="굴림" panose="020B0600000101010101" pitchFamily="34" charset="-127"/>
              </a:rPr>
              <a:pPr algn="r" eaLnBrk="1" latinLnBrk="1" hangingPunct="1"/>
              <a:t>21</a:t>
            </a:fld>
            <a:endParaRPr kumimoji="1" lang="en-US" altLang="ko-KR" sz="1200">
              <a:latin typeface="굴림" panose="020B0600000101010101" pitchFamily="34" charset="-127"/>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슬라이드 이미지 개체 틀 1">
            <a:extLst>
              <a:ext uri="{FF2B5EF4-FFF2-40B4-BE49-F238E27FC236}">
                <a16:creationId xmlns:a16="http://schemas.microsoft.com/office/drawing/2014/main" id="{F77B094B-AF25-2347-CF36-F90C391D9F42}"/>
              </a:ext>
            </a:extLst>
          </p:cNvPr>
          <p:cNvSpPr>
            <a:spLocks noGrp="1" noRot="1" noChangeAspect="1" noChangeArrowheads="1" noTextEdit="1"/>
          </p:cNvSpPr>
          <p:nvPr>
            <p:ph type="sldImg"/>
          </p:nvPr>
        </p:nvSpPr>
        <p:spPr>
          <a:ln/>
        </p:spPr>
      </p:sp>
      <p:sp>
        <p:nvSpPr>
          <p:cNvPr id="44035" name="슬라이드 노트 개체 틀 2">
            <a:extLst>
              <a:ext uri="{FF2B5EF4-FFF2-40B4-BE49-F238E27FC236}">
                <a16:creationId xmlns:a16="http://schemas.microsoft.com/office/drawing/2014/main" id="{F934B019-1B0E-A5E7-006F-DC0BAC0B00B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44036" name="슬라이드 번호 개체 틀 3">
            <a:extLst>
              <a:ext uri="{FF2B5EF4-FFF2-40B4-BE49-F238E27FC236}">
                <a16:creationId xmlns:a16="http://schemas.microsoft.com/office/drawing/2014/main" id="{67200E3D-A6AE-8D8D-E533-2C4843B7E1E6}"/>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D92A5607-844E-4122-890A-FC81002D8BE5}" type="slidenum">
              <a:rPr lang="en-US" altLang="ko-KR" smtClean="0">
                <a:latin typeface="굴림" panose="020B0600000101010101" pitchFamily="34" charset="-127"/>
              </a:rPr>
              <a:pPr/>
              <a:t>22</a:t>
            </a:fld>
            <a:endParaRPr lang="en-US" altLang="ko-KR">
              <a:latin typeface="굴림" panose="020B0600000101010101" pitchFamily="34" charset="-127"/>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Contents Page">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F16636B4-2A5C-AFBE-EFE1-72809B01E751}"/>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4341F7FC-24D3-45E1-BBDE-A310208768A7}"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
        <p:nvSpPr>
          <p:cNvPr id="6" name="텍스트 개체 틀 18"/>
          <p:cNvSpPr>
            <a:spLocks noGrp="1"/>
          </p:cNvSpPr>
          <p:nvPr>
            <p:ph type="body" sz="quarter" idx="13"/>
          </p:nvPr>
        </p:nvSpPr>
        <p:spPr>
          <a:xfrm>
            <a:off x="344488" y="188640"/>
            <a:ext cx="7416824" cy="369332"/>
          </a:xfrm>
          <a:prstGeom prst="rect">
            <a:avLst/>
          </a:prstGeom>
          <a:noFill/>
          <a:ln w="9525">
            <a:noFill/>
            <a:miter lim="800000"/>
            <a:headEnd/>
            <a:tailEnd/>
          </a:ln>
        </p:spPr>
        <p:txBody>
          <a:bodyPr wrap="square">
            <a:spAutoFit/>
          </a:bodyPr>
          <a:lstStyle>
            <a:lvl1pPr algn="l" rtl="0" eaLnBrk="0" fontAlgn="base" hangingPunct="0">
              <a:spcBef>
                <a:spcPct val="50000"/>
              </a:spcBef>
              <a:spcAft>
                <a:spcPct val="0"/>
              </a:spcAft>
              <a:buNone/>
              <a:defRPr lang="ko-KR" altLang="en-US" sz="1800" b="1" kern="1200" dirty="0">
                <a:solidFill>
                  <a:schemeClr val="tx1"/>
                </a:solidFill>
                <a:latin typeface="맑은 고딕" pitchFamily="50" charset="-127"/>
                <a:ea typeface="맑은 고딕" pitchFamily="50" charset="-127"/>
                <a:cs typeface="+mn-cs"/>
              </a:defRPr>
            </a:lvl1pPr>
          </a:lstStyle>
          <a:p>
            <a:pPr lvl="0"/>
            <a:endParaRPr lang="ko-KR" altLang="en-US" dirty="0"/>
          </a:p>
        </p:txBody>
      </p:sp>
    </p:spTree>
    <p:extLst>
      <p:ext uri="{BB962C8B-B14F-4D97-AF65-F5344CB8AC3E}">
        <p14:creationId xmlns:p14="http://schemas.microsoft.com/office/powerpoint/2010/main" val="33204629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ubTitle / Logo">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FDCD0287-D471-5240-0CDD-12447B9CA78D}"/>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CE0D9A46-7CEA-4070-9CB4-123A7F202536}"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62627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s Page">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7AD7328A-38B7-B6B2-F788-760A8FE76578}"/>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D1C4E6C0-BC6C-4D56-A0BB-9B1E222D824F}"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pic>
        <p:nvPicPr>
          <p:cNvPr id="3" name="Picture 2" descr="C:\Users\a\Desktop\Rhyme A23610\01.Guide\03.[app_title]description\source\엘지로고_영문.jpg">
            <a:extLst>
              <a:ext uri="{FF2B5EF4-FFF2-40B4-BE49-F238E27FC236}">
                <a16:creationId xmlns:a16="http://schemas.microsoft.com/office/drawing/2014/main" id="{102138E0-60B7-20E2-7D53-B6B5918D7B6A}"/>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28588" y="6488113"/>
            <a:ext cx="1728787"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07813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E57E5767-4AD8-3F0D-0626-B0E72B620230}"/>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659E3975-5A72-48A5-BCEA-A9F529749669}"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3418409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5A7C1A30-C89C-3387-14A5-5F5E5966C66A}"/>
              </a:ext>
            </a:extLst>
          </p:cNvPr>
          <p:cNvSpPr>
            <a:spLocks noGrp="1"/>
          </p:cNvSpPr>
          <p:nvPr>
            <p:ph type="dt" sz="half" idx="10"/>
          </p:nvPr>
        </p:nvSpPr>
        <p:spPr/>
        <p:txBody>
          <a:bodyPr/>
          <a:lstStyle>
            <a:lvl1pPr>
              <a:defRPr/>
            </a:lvl1pPr>
          </a:lstStyle>
          <a:p>
            <a:pPr>
              <a:defRPr/>
            </a:pPr>
            <a:fld id="{DD674479-7E82-4FBE-9E2C-996C7ADB1727}"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D45C388B-F33D-53CD-0E7C-22CDC6697A9E}"/>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AA7AFDF7-EC75-1FBC-EC30-562CEF55DFD6}"/>
              </a:ext>
            </a:extLst>
          </p:cNvPr>
          <p:cNvSpPr>
            <a:spLocks noGrp="1"/>
          </p:cNvSpPr>
          <p:nvPr>
            <p:ph type="sldNum" sz="quarter" idx="12"/>
          </p:nvPr>
        </p:nvSpPr>
        <p:spPr/>
        <p:txBody>
          <a:bodyPr/>
          <a:lstStyle>
            <a:lvl1pPr>
              <a:defRPr/>
            </a:lvl1pPr>
          </a:lstStyle>
          <a:p>
            <a:pPr>
              <a:defRPr/>
            </a:pPr>
            <a:fld id="{DE411CD0-02B9-4018-8574-122DBE91E46A}" type="slidenum">
              <a:rPr lang="ko-KR" altLang="en-US"/>
              <a:pPr>
                <a:defRPr/>
              </a:pPr>
              <a:t>‹#›</a:t>
            </a:fld>
            <a:endParaRPr lang="ko-KR" altLang="en-US"/>
          </a:p>
        </p:txBody>
      </p:sp>
    </p:spTree>
    <p:extLst>
      <p:ext uri="{BB962C8B-B14F-4D97-AF65-F5344CB8AC3E}">
        <p14:creationId xmlns:p14="http://schemas.microsoft.com/office/powerpoint/2010/main" val="35769311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B8808A60-78C8-9969-7552-F007FCE33350}"/>
              </a:ext>
            </a:extLst>
          </p:cNvPr>
          <p:cNvSpPr>
            <a:spLocks noGrp="1"/>
          </p:cNvSpPr>
          <p:nvPr>
            <p:ph type="dt" sz="half" idx="10"/>
          </p:nvPr>
        </p:nvSpPr>
        <p:spPr/>
        <p:txBody>
          <a:bodyPr/>
          <a:lstStyle>
            <a:lvl1pPr>
              <a:defRPr/>
            </a:lvl1pPr>
          </a:lstStyle>
          <a:p>
            <a:pPr>
              <a:defRPr/>
            </a:pPr>
            <a:fld id="{CD368DC1-D8F9-47BA-863E-6A8A351D2F3A}"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3F1B8447-9A3F-6472-3CB6-AE7F9CA43FC5}"/>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30A47EC0-7E26-A068-C607-9847047AB971}"/>
              </a:ext>
            </a:extLst>
          </p:cNvPr>
          <p:cNvSpPr>
            <a:spLocks noGrp="1"/>
          </p:cNvSpPr>
          <p:nvPr>
            <p:ph type="sldNum" sz="quarter" idx="12"/>
          </p:nvPr>
        </p:nvSpPr>
        <p:spPr/>
        <p:txBody>
          <a:bodyPr/>
          <a:lstStyle>
            <a:lvl1pPr>
              <a:defRPr/>
            </a:lvl1pPr>
          </a:lstStyle>
          <a:p>
            <a:pPr>
              <a:defRPr/>
            </a:pPr>
            <a:fld id="{68318960-4186-4B9A-84E8-0ED300FEFB52}" type="slidenum">
              <a:rPr lang="ko-KR" altLang="en-US"/>
              <a:pPr>
                <a:defRPr/>
              </a:pPr>
              <a:t>‹#›</a:t>
            </a:fld>
            <a:endParaRPr lang="ko-KR" altLang="en-US"/>
          </a:p>
        </p:txBody>
      </p:sp>
    </p:spTree>
    <p:extLst>
      <p:ext uri="{BB962C8B-B14F-4D97-AF65-F5344CB8AC3E}">
        <p14:creationId xmlns:p14="http://schemas.microsoft.com/office/powerpoint/2010/main" val="22598844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A6F03C19-4533-6588-3F81-E668488D57D5}"/>
              </a:ext>
            </a:extLst>
          </p:cNvPr>
          <p:cNvSpPr>
            <a:spLocks noGrp="1"/>
          </p:cNvSpPr>
          <p:nvPr>
            <p:ph type="dt" sz="half" idx="10"/>
          </p:nvPr>
        </p:nvSpPr>
        <p:spPr/>
        <p:txBody>
          <a:bodyPr/>
          <a:lstStyle>
            <a:lvl1pPr>
              <a:defRPr/>
            </a:lvl1pPr>
          </a:lstStyle>
          <a:p>
            <a:pPr>
              <a:defRPr/>
            </a:pPr>
            <a:fld id="{71439E6B-B335-4FE6-BDE5-4EE3DC3D3511}"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72ADF04D-7F6B-BC04-7512-A49C97220E1B}"/>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3045646F-5DB8-E86F-27CD-3534A16A4DBC}"/>
              </a:ext>
            </a:extLst>
          </p:cNvPr>
          <p:cNvSpPr>
            <a:spLocks noGrp="1"/>
          </p:cNvSpPr>
          <p:nvPr>
            <p:ph type="sldNum" sz="quarter" idx="12"/>
          </p:nvPr>
        </p:nvSpPr>
        <p:spPr/>
        <p:txBody>
          <a:bodyPr/>
          <a:lstStyle>
            <a:lvl1pPr>
              <a:defRPr/>
            </a:lvl1pPr>
          </a:lstStyle>
          <a:p>
            <a:pPr>
              <a:defRPr/>
            </a:pPr>
            <a:fld id="{826CE246-3E88-45A4-9724-0DF84FE68C16}" type="slidenum">
              <a:rPr lang="ko-KR" altLang="en-US"/>
              <a:pPr>
                <a:defRPr/>
              </a:pPr>
              <a:t>‹#›</a:t>
            </a:fld>
            <a:endParaRPr lang="ko-KR" altLang="en-US"/>
          </a:p>
        </p:txBody>
      </p:sp>
    </p:spTree>
    <p:extLst>
      <p:ext uri="{BB962C8B-B14F-4D97-AF65-F5344CB8AC3E}">
        <p14:creationId xmlns:p14="http://schemas.microsoft.com/office/powerpoint/2010/main" val="17149854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9E61C71C-3561-D5A1-E684-C2EA15855AE5}"/>
              </a:ext>
            </a:extLst>
          </p:cNvPr>
          <p:cNvSpPr>
            <a:spLocks noGrp="1"/>
          </p:cNvSpPr>
          <p:nvPr>
            <p:ph type="dt" sz="half" idx="10"/>
          </p:nvPr>
        </p:nvSpPr>
        <p:spPr/>
        <p:txBody>
          <a:bodyPr/>
          <a:lstStyle>
            <a:lvl1pPr>
              <a:defRPr/>
            </a:lvl1pPr>
          </a:lstStyle>
          <a:p>
            <a:pPr>
              <a:defRPr/>
            </a:pPr>
            <a:fld id="{84CBF258-E1C0-4561-8B77-1EE7C3D28B4F}"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572CBB17-8E19-1280-6AD9-6E10B4521632}"/>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345E07BC-943A-6540-6C5E-87C95A90BECE}"/>
              </a:ext>
            </a:extLst>
          </p:cNvPr>
          <p:cNvSpPr>
            <a:spLocks noGrp="1"/>
          </p:cNvSpPr>
          <p:nvPr>
            <p:ph type="sldNum" sz="quarter" idx="12"/>
          </p:nvPr>
        </p:nvSpPr>
        <p:spPr/>
        <p:txBody>
          <a:bodyPr/>
          <a:lstStyle>
            <a:lvl1pPr>
              <a:defRPr/>
            </a:lvl1pPr>
          </a:lstStyle>
          <a:p>
            <a:pPr>
              <a:defRPr/>
            </a:pPr>
            <a:fld id="{20059F32-686F-454A-AED5-686CD632C336}" type="slidenum">
              <a:rPr lang="ko-KR" altLang="en-US"/>
              <a:pPr>
                <a:defRPr/>
              </a:pPr>
              <a:t>‹#›</a:t>
            </a:fld>
            <a:endParaRPr lang="ko-KR" altLang="en-US"/>
          </a:p>
        </p:txBody>
      </p:sp>
    </p:spTree>
    <p:extLst>
      <p:ext uri="{BB962C8B-B14F-4D97-AF65-F5344CB8AC3E}">
        <p14:creationId xmlns:p14="http://schemas.microsoft.com/office/powerpoint/2010/main" val="29361938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51C04C7F-8A7E-153B-0B1B-0FE597689E07}"/>
              </a:ext>
            </a:extLst>
          </p:cNvPr>
          <p:cNvSpPr>
            <a:spLocks noGrp="1"/>
          </p:cNvSpPr>
          <p:nvPr>
            <p:ph type="dt" sz="half" idx="10"/>
          </p:nvPr>
        </p:nvSpPr>
        <p:spPr/>
        <p:txBody>
          <a:bodyPr/>
          <a:lstStyle>
            <a:lvl1pPr>
              <a:defRPr/>
            </a:lvl1pPr>
          </a:lstStyle>
          <a:p>
            <a:pPr>
              <a:defRPr/>
            </a:pPr>
            <a:fld id="{15DDA62C-C6A6-44DF-822D-8EC21AFA956F}"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96FE0161-3A75-0A26-2068-5F82EEFB8D04}"/>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BEB3B8EE-030B-96FD-FCB8-08DD2A6DC8AC}"/>
              </a:ext>
            </a:extLst>
          </p:cNvPr>
          <p:cNvSpPr>
            <a:spLocks noGrp="1"/>
          </p:cNvSpPr>
          <p:nvPr>
            <p:ph type="sldNum" sz="quarter" idx="12"/>
          </p:nvPr>
        </p:nvSpPr>
        <p:spPr/>
        <p:txBody>
          <a:bodyPr/>
          <a:lstStyle>
            <a:lvl1pPr>
              <a:defRPr/>
            </a:lvl1pPr>
          </a:lstStyle>
          <a:p>
            <a:pPr>
              <a:defRPr/>
            </a:pPr>
            <a:fld id="{EF73ABE8-F3AC-4507-98A4-CBC17547DB0F}" type="slidenum">
              <a:rPr lang="ko-KR" altLang="en-US"/>
              <a:pPr>
                <a:defRPr/>
              </a:pPr>
              <a:t>‹#›</a:t>
            </a:fld>
            <a:endParaRPr lang="ko-KR" altLang="en-US"/>
          </a:p>
        </p:txBody>
      </p:sp>
    </p:spTree>
    <p:extLst>
      <p:ext uri="{BB962C8B-B14F-4D97-AF65-F5344CB8AC3E}">
        <p14:creationId xmlns:p14="http://schemas.microsoft.com/office/powerpoint/2010/main" val="11186530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5C8AFE78-ED49-BF36-4268-3E55BF622B36}"/>
              </a:ext>
            </a:extLst>
          </p:cNvPr>
          <p:cNvSpPr>
            <a:spLocks noGrp="1"/>
          </p:cNvSpPr>
          <p:nvPr>
            <p:ph type="dt" sz="half" idx="10"/>
          </p:nvPr>
        </p:nvSpPr>
        <p:spPr/>
        <p:txBody>
          <a:bodyPr/>
          <a:lstStyle>
            <a:lvl1pPr>
              <a:defRPr/>
            </a:lvl1pPr>
          </a:lstStyle>
          <a:p>
            <a:pPr>
              <a:defRPr/>
            </a:pPr>
            <a:fld id="{1F28961E-600A-44C9-9068-87AF5DD42D3D}"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AE56F362-4105-D08F-7ECD-96F5D93E5B68}"/>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63E45DF0-9B9E-F269-6DB6-712D7C0A3B51}"/>
              </a:ext>
            </a:extLst>
          </p:cNvPr>
          <p:cNvSpPr>
            <a:spLocks noGrp="1"/>
          </p:cNvSpPr>
          <p:nvPr>
            <p:ph type="sldNum" sz="quarter" idx="12"/>
          </p:nvPr>
        </p:nvSpPr>
        <p:spPr/>
        <p:txBody>
          <a:bodyPr/>
          <a:lstStyle>
            <a:lvl1pPr>
              <a:defRPr/>
            </a:lvl1pPr>
          </a:lstStyle>
          <a:p>
            <a:pPr>
              <a:defRPr/>
            </a:pPr>
            <a:fld id="{C423CC22-7D20-466C-BA34-F2D72873DA10}" type="slidenum">
              <a:rPr lang="ko-KR" altLang="en-US"/>
              <a:pPr>
                <a:defRPr/>
              </a:pPr>
              <a:t>‹#›</a:t>
            </a:fld>
            <a:endParaRPr lang="ko-KR" altLang="en-US"/>
          </a:p>
        </p:txBody>
      </p:sp>
    </p:spTree>
    <p:extLst>
      <p:ext uri="{BB962C8B-B14F-4D97-AF65-F5344CB8AC3E}">
        <p14:creationId xmlns:p14="http://schemas.microsoft.com/office/powerpoint/2010/main" val="30661003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CEC8E0F1-98F8-B0AE-C90D-9E2772E2F487}"/>
              </a:ext>
            </a:extLst>
          </p:cNvPr>
          <p:cNvSpPr>
            <a:spLocks noGrp="1"/>
          </p:cNvSpPr>
          <p:nvPr>
            <p:ph type="dt" sz="half" idx="10"/>
          </p:nvPr>
        </p:nvSpPr>
        <p:spPr/>
        <p:txBody>
          <a:bodyPr/>
          <a:lstStyle>
            <a:lvl1pPr>
              <a:defRPr/>
            </a:lvl1pPr>
          </a:lstStyle>
          <a:p>
            <a:pPr>
              <a:defRPr/>
            </a:pPr>
            <a:fld id="{20F5955B-44A2-4B97-8C1B-B18630551835}"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D5F1AE49-7639-D206-5399-B5D94F4124FB}"/>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D718FE21-B809-F926-7A0B-83315457F71A}"/>
              </a:ext>
            </a:extLst>
          </p:cNvPr>
          <p:cNvSpPr>
            <a:spLocks noGrp="1"/>
          </p:cNvSpPr>
          <p:nvPr>
            <p:ph type="sldNum" sz="quarter" idx="12"/>
          </p:nvPr>
        </p:nvSpPr>
        <p:spPr/>
        <p:txBody>
          <a:bodyPr/>
          <a:lstStyle>
            <a:lvl1pPr>
              <a:defRPr/>
            </a:lvl1pPr>
          </a:lstStyle>
          <a:p>
            <a:pPr>
              <a:defRPr/>
            </a:pPr>
            <a:fld id="{C9011C23-C448-4E22-AA3E-B31F10178A11}" type="slidenum">
              <a:rPr lang="ko-KR" altLang="en-US"/>
              <a:pPr>
                <a:defRPr/>
              </a:pPr>
              <a:t>‹#›</a:t>
            </a:fld>
            <a:endParaRPr lang="ko-KR" altLang="en-US"/>
          </a:p>
        </p:txBody>
      </p:sp>
    </p:spTree>
    <p:extLst>
      <p:ext uri="{BB962C8B-B14F-4D97-AF65-F5344CB8AC3E}">
        <p14:creationId xmlns:p14="http://schemas.microsoft.com/office/powerpoint/2010/main" val="5095154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CD612084-54CE-5B9B-FDE0-FD87E061DBBB}"/>
              </a:ext>
            </a:extLst>
          </p:cNvPr>
          <p:cNvSpPr>
            <a:spLocks noGrp="1"/>
          </p:cNvSpPr>
          <p:nvPr>
            <p:ph type="dt" sz="half" idx="10"/>
          </p:nvPr>
        </p:nvSpPr>
        <p:spPr/>
        <p:txBody>
          <a:bodyPr/>
          <a:lstStyle>
            <a:lvl1pPr>
              <a:defRPr/>
            </a:lvl1pPr>
          </a:lstStyle>
          <a:p>
            <a:pPr>
              <a:defRPr/>
            </a:pPr>
            <a:fld id="{D9CD4070-0389-4644-85B8-4B36778C298B}"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6EF02F62-2296-E9C5-B2DB-F6233F3CAC78}"/>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0EB8D378-9791-6AB1-9275-32EDFB69D9D9}"/>
              </a:ext>
            </a:extLst>
          </p:cNvPr>
          <p:cNvSpPr>
            <a:spLocks noGrp="1"/>
          </p:cNvSpPr>
          <p:nvPr>
            <p:ph type="sldNum" sz="quarter" idx="12"/>
          </p:nvPr>
        </p:nvSpPr>
        <p:spPr/>
        <p:txBody>
          <a:bodyPr/>
          <a:lstStyle>
            <a:lvl1pPr>
              <a:defRPr/>
            </a:lvl1pPr>
          </a:lstStyle>
          <a:p>
            <a:pPr>
              <a:defRPr/>
            </a:pPr>
            <a:fld id="{D1536FE9-F964-4021-B532-01F3C47A0890}" type="slidenum">
              <a:rPr lang="ko-KR" altLang="en-US"/>
              <a:pPr>
                <a:defRPr/>
              </a:pPr>
              <a:t>‹#›</a:t>
            </a:fld>
            <a:endParaRPr lang="ko-KR" altLang="en-US"/>
          </a:p>
        </p:txBody>
      </p:sp>
    </p:spTree>
    <p:extLst>
      <p:ext uri="{BB962C8B-B14F-4D97-AF65-F5344CB8AC3E}">
        <p14:creationId xmlns:p14="http://schemas.microsoft.com/office/powerpoint/2010/main" val="41376172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095E25C6-398B-D8D7-78B6-B1B9130D37E0}"/>
              </a:ext>
            </a:extLst>
          </p:cNvPr>
          <p:cNvSpPr>
            <a:spLocks noGrp="1"/>
          </p:cNvSpPr>
          <p:nvPr>
            <p:ph type="dt" sz="half" idx="10"/>
          </p:nvPr>
        </p:nvSpPr>
        <p:spPr/>
        <p:txBody>
          <a:bodyPr/>
          <a:lstStyle>
            <a:lvl1pPr>
              <a:defRPr/>
            </a:lvl1pPr>
          </a:lstStyle>
          <a:p>
            <a:pPr>
              <a:defRPr/>
            </a:pPr>
            <a:fld id="{2F2455E5-BFA4-41B4-9984-F1081DC59A72}"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F543ABFD-7F53-1AA5-0C54-2E4D0991EE29}"/>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A52AC73D-99C7-8740-AE0D-D3A055384553}"/>
              </a:ext>
            </a:extLst>
          </p:cNvPr>
          <p:cNvSpPr>
            <a:spLocks noGrp="1"/>
          </p:cNvSpPr>
          <p:nvPr>
            <p:ph type="sldNum" sz="quarter" idx="12"/>
          </p:nvPr>
        </p:nvSpPr>
        <p:spPr/>
        <p:txBody>
          <a:bodyPr/>
          <a:lstStyle>
            <a:lvl1pPr>
              <a:defRPr/>
            </a:lvl1pPr>
          </a:lstStyle>
          <a:p>
            <a:pPr>
              <a:defRPr/>
            </a:pPr>
            <a:fld id="{D86D35DD-24AC-451A-801D-D782CAD1DB98}" type="slidenum">
              <a:rPr lang="ko-KR" altLang="en-US"/>
              <a:pPr>
                <a:defRPr/>
              </a:pPr>
              <a:t>‹#›</a:t>
            </a:fld>
            <a:endParaRPr lang="ko-KR" altLang="en-US"/>
          </a:p>
        </p:txBody>
      </p:sp>
    </p:spTree>
    <p:extLst>
      <p:ext uri="{BB962C8B-B14F-4D97-AF65-F5344CB8AC3E}">
        <p14:creationId xmlns:p14="http://schemas.microsoft.com/office/powerpoint/2010/main" val="1548361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B9065731-DEA1-F623-7901-ABCF3D896D57}"/>
              </a:ext>
            </a:extLst>
          </p:cNvPr>
          <p:cNvSpPr>
            <a:spLocks noGrp="1"/>
          </p:cNvSpPr>
          <p:nvPr>
            <p:ph type="dt" sz="half" idx="10"/>
          </p:nvPr>
        </p:nvSpPr>
        <p:spPr/>
        <p:txBody>
          <a:bodyPr/>
          <a:lstStyle>
            <a:lvl1pPr>
              <a:defRPr/>
            </a:lvl1pPr>
          </a:lstStyle>
          <a:p>
            <a:pPr>
              <a:defRPr/>
            </a:pPr>
            <a:fld id="{1E40FA5E-7A7B-462C-8415-0E7521C2F352}"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4040553F-FF67-82CC-5AF2-D4D5B1368290}"/>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C57C2187-4FEA-235B-6807-89D594EC5A2D}"/>
              </a:ext>
            </a:extLst>
          </p:cNvPr>
          <p:cNvSpPr>
            <a:spLocks noGrp="1"/>
          </p:cNvSpPr>
          <p:nvPr>
            <p:ph type="sldNum" sz="quarter" idx="12"/>
          </p:nvPr>
        </p:nvSpPr>
        <p:spPr/>
        <p:txBody>
          <a:bodyPr/>
          <a:lstStyle>
            <a:lvl1pPr>
              <a:defRPr/>
            </a:lvl1pPr>
          </a:lstStyle>
          <a:p>
            <a:pPr>
              <a:defRPr/>
            </a:pPr>
            <a:fld id="{0C9EA260-BF32-4177-B928-25E3F0940973}" type="slidenum">
              <a:rPr lang="ko-KR" altLang="en-US"/>
              <a:pPr>
                <a:defRPr/>
              </a:pPr>
              <a:t>‹#›</a:t>
            </a:fld>
            <a:endParaRPr lang="ko-KR" altLang="en-US"/>
          </a:p>
        </p:txBody>
      </p:sp>
    </p:spTree>
    <p:extLst>
      <p:ext uri="{BB962C8B-B14F-4D97-AF65-F5344CB8AC3E}">
        <p14:creationId xmlns:p14="http://schemas.microsoft.com/office/powerpoint/2010/main" val="41419382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9FD4E1A0-845C-EA42-513D-B05A039B77D4}"/>
              </a:ext>
            </a:extLst>
          </p:cNvPr>
          <p:cNvSpPr>
            <a:spLocks noGrp="1"/>
          </p:cNvSpPr>
          <p:nvPr>
            <p:ph type="dt" sz="half" idx="10"/>
          </p:nvPr>
        </p:nvSpPr>
        <p:spPr/>
        <p:txBody>
          <a:bodyPr/>
          <a:lstStyle>
            <a:lvl1pPr>
              <a:defRPr/>
            </a:lvl1pPr>
          </a:lstStyle>
          <a:p>
            <a:pPr>
              <a:defRPr/>
            </a:pPr>
            <a:fld id="{A71D4E51-9C7F-4280-8B9A-BBFF3DF432D8}"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8D2DEE7C-4570-679A-E05B-AB0A7A27B29C}"/>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90A24641-2F24-2286-53EE-17555F87D692}"/>
              </a:ext>
            </a:extLst>
          </p:cNvPr>
          <p:cNvSpPr>
            <a:spLocks noGrp="1"/>
          </p:cNvSpPr>
          <p:nvPr>
            <p:ph type="sldNum" sz="quarter" idx="12"/>
          </p:nvPr>
        </p:nvSpPr>
        <p:spPr/>
        <p:txBody>
          <a:bodyPr/>
          <a:lstStyle>
            <a:lvl1pPr>
              <a:defRPr/>
            </a:lvl1pPr>
          </a:lstStyle>
          <a:p>
            <a:pPr>
              <a:defRPr/>
            </a:pPr>
            <a:fld id="{7B2D6DFB-C15B-4BD8-94B6-9C63609B8720}" type="slidenum">
              <a:rPr lang="ko-KR" altLang="en-US"/>
              <a:pPr>
                <a:defRPr/>
              </a:pPr>
              <a:t>‹#›</a:t>
            </a:fld>
            <a:endParaRPr lang="ko-KR" altLang="en-US"/>
          </a:p>
        </p:txBody>
      </p:sp>
    </p:spTree>
    <p:extLst>
      <p:ext uri="{BB962C8B-B14F-4D97-AF65-F5344CB8AC3E}">
        <p14:creationId xmlns:p14="http://schemas.microsoft.com/office/powerpoint/2010/main" val="192673158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13918832-1125-1604-5B92-074135790D82}"/>
              </a:ext>
            </a:extLst>
          </p:cNvPr>
          <p:cNvSpPr>
            <a:spLocks noGrp="1"/>
          </p:cNvSpPr>
          <p:nvPr>
            <p:ph type="dt" sz="half" idx="10"/>
          </p:nvPr>
        </p:nvSpPr>
        <p:spPr/>
        <p:txBody>
          <a:bodyPr/>
          <a:lstStyle>
            <a:lvl1pPr>
              <a:defRPr/>
            </a:lvl1pPr>
          </a:lstStyle>
          <a:p>
            <a:pPr>
              <a:defRPr/>
            </a:pPr>
            <a:fld id="{6218A0CD-ED10-4503-BF56-CA6B9F9F00FB}"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22F5B795-4106-A25F-4D42-AC88DCD06E6B}"/>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104E07BC-947B-26D2-0520-EB1FDEA7760C}"/>
              </a:ext>
            </a:extLst>
          </p:cNvPr>
          <p:cNvSpPr>
            <a:spLocks noGrp="1"/>
          </p:cNvSpPr>
          <p:nvPr>
            <p:ph type="sldNum" sz="quarter" idx="12"/>
          </p:nvPr>
        </p:nvSpPr>
        <p:spPr/>
        <p:txBody>
          <a:bodyPr/>
          <a:lstStyle>
            <a:lvl1pPr>
              <a:defRPr/>
            </a:lvl1pPr>
          </a:lstStyle>
          <a:p>
            <a:pPr>
              <a:defRPr/>
            </a:pPr>
            <a:fld id="{CF260DCB-CA69-43E5-A66D-9334849FD7CA}" type="slidenum">
              <a:rPr lang="ko-KR" altLang="en-US"/>
              <a:pPr>
                <a:defRPr/>
              </a:pPr>
              <a:t>‹#›</a:t>
            </a:fld>
            <a:endParaRPr lang="ko-KR" altLang="en-US"/>
          </a:p>
        </p:txBody>
      </p:sp>
    </p:spTree>
    <p:extLst>
      <p:ext uri="{BB962C8B-B14F-4D97-AF65-F5344CB8AC3E}">
        <p14:creationId xmlns:p14="http://schemas.microsoft.com/office/powerpoint/2010/main" val="107202410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9A91CD4B-C138-531F-4D58-4CA2EE823CC4}"/>
              </a:ext>
            </a:extLst>
          </p:cNvPr>
          <p:cNvSpPr>
            <a:spLocks noGrp="1"/>
          </p:cNvSpPr>
          <p:nvPr>
            <p:ph type="dt" sz="half" idx="10"/>
          </p:nvPr>
        </p:nvSpPr>
        <p:spPr/>
        <p:txBody>
          <a:bodyPr/>
          <a:lstStyle>
            <a:lvl1pPr>
              <a:defRPr/>
            </a:lvl1pPr>
          </a:lstStyle>
          <a:p>
            <a:pPr>
              <a:defRPr/>
            </a:pPr>
            <a:fld id="{4761FE44-A24F-4AA2-B6F7-B408BEAEA434}"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3421290E-465D-6EE0-CC1F-00C3EE720EE8}"/>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5C9D3D9B-BC06-6862-0C03-E2487471E11F}"/>
              </a:ext>
            </a:extLst>
          </p:cNvPr>
          <p:cNvSpPr>
            <a:spLocks noGrp="1"/>
          </p:cNvSpPr>
          <p:nvPr>
            <p:ph type="sldNum" sz="quarter" idx="12"/>
          </p:nvPr>
        </p:nvSpPr>
        <p:spPr/>
        <p:txBody>
          <a:bodyPr/>
          <a:lstStyle>
            <a:lvl1pPr>
              <a:defRPr/>
            </a:lvl1pPr>
          </a:lstStyle>
          <a:p>
            <a:pPr>
              <a:defRPr/>
            </a:pPr>
            <a:fld id="{F83FEFEB-404D-4A1B-834E-225375BE48B7}" type="slidenum">
              <a:rPr lang="ko-KR" altLang="en-US"/>
              <a:pPr>
                <a:defRPr/>
              </a:pPr>
              <a:t>‹#›</a:t>
            </a:fld>
            <a:endParaRPr lang="ko-KR" altLang="en-US"/>
          </a:p>
        </p:txBody>
      </p:sp>
    </p:spTree>
    <p:extLst>
      <p:ext uri="{BB962C8B-B14F-4D97-AF65-F5344CB8AC3E}">
        <p14:creationId xmlns:p14="http://schemas.microsoft.com/office/powerpoint/2010/main" val="287593629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9714EDDB-3324-A58E-1D3E-6B391D3DCA18}"/>
              </a:ext>
            </a:extLst>
          </p:cNvPr>
          <p:cNvSpPr>
            <a:spLocks noGrp="1"/>
          </p:cNvSpPr>
          <p:nvPr>
            <p:ph type="dt" sz="half" idx="10"/>
          </p:nvPr>
        </p:nvSpPr>
        <p:spPr/>
        <p:txBody>
          <a:bodyPr/>
          <a:lstStyle>
            <a:lvl1pPr>
              <a:defRPr/>
            </a:lvl1pPr>
          </a:lstStyle>
          <a:p>
            <a:pPr>
              <a:defRPr/>
            </a:pPr>
            <a:fld id="{AB9C03AB-5E90-4C32-9106-1DA864FE0EEF}"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10F16C68-ED81-3096-5F0A-CE4CECA1EFF5}"/>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6A7FEEA3-C1A5-68E1-E582-1D32528A5A4B}"/>
              </a:ext>
            </a:extLst>
          </p:cNvPr>
          <p:cNvSpPr>
            <a:spLocks noGrp="1"/>
          </p:cNvSpPr>
          <p:nvPr>
            <p:ph type="sldNum" sz="quarter" idx="12"/>
          </p:nvPr>
        </p:nvSpPr>
        <p:spPr/>
        <p:txBody>
          <a:bodyPr/>
          <a:lstStyle>
            <a:lvl1pPr>
              <a:defRPr/>
            </a:lvl1pPr>
          </a:lstStyle>
          <a:p>
            <a:pPr>
              <a:defRPr/>
            </a:pPr>
            <a:fld id="{C97D6335-392F-4BE4-9532-189E35DF1A42}" type="slidenum">
              <a:rPr lang="ko-KR" altLang="en-US"/>
              <a:pPr>
                <a:defRPr/>
              </a:pPr>
              <a:t>‹#›</a:t>
            </a:fld>
            <a:endParaRPr lang="ko-KR" altLang="en-US"/>
          </a:p>
        </p:txBody>
      </p:sp>
    </p:spTree>
    <p:extLst>
      <p:ext uri="{BB962C8B-B14F-4D97-AF65-F5344CB8AC3E}">
        <p14:creationId xmlns:p14="http://schemas.microsoft.com/office/powerpoint/2010/main" val="25475590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42DEF024-21E4-FCBE-5D49-E82BB2ECE748}"/>
              </a:ext>
            </a:extLst>
          </p:cNvPr>
          <p:cNvSpPr>
            <a:spLocks noGrp="1"/>
          </p:cNvSpPr>
          <p:nvPr>
            <p:ph type="dt" sz="half" idx="10"/>
          </p:nvPr>
        </p:nvSpPr>
        <p:spPr/>
        <p:txBody>
          <a:bodyPr/>
          <a:lstStyle>
            <a:lvl1pPr>
              <a:defRPr/>
            </a:lvl1pPr>
          </a:lstStyle>
          <a:p>
            <a:pPr>
              <a:defRPr/>
            </a:pPr>
            <a:fld id="{A0013010-CEAD-4D78-8A93-470631A3BD1C}"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01578032-9159-DC11-36C8-829880805D04}"/>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1EBE6940-6EFF-EE92-2F76-F282F6BC4701}"/>
              </a:ext>
            </a:extLst>
          </p:cNvPr>
          <p:cNvSpPr>
            <a:spLocks noGrp="1"/>
          </p:cNvSpPr>
          <p:nvPr>
            <p:ph type="sldNum" sz="quarter" idx="12"/>
          </p:nvPr>
        </p:nvSpPr>
        <p:spPr/>
        <p:txBody>
          <a:bodyPr/>
          <a:lstStyle>
            <a:lvl1pPr>
              <a:defRPr/>
            </a:lvl1pPr>
          </a:lstStyle>
          <a:p>
            <a:pPr>
              <a:defRPr/>
            </a:pPr>
            <a:fld id="{389CBA91-576B-4DD4-8968-B27D0D24E03F}" type="slidenum">
              <a:rPr lang="ko-KR" altLang="en-US"/>
              <a:pPr>
                <a:defRPr/>
              </a:pPr>
              <a:t>‹#›</a:t>
            </a:fld>
            <a:endParaRPr lang="ko-KR" altLang="en-US"/>
          </a:p>
        </p:txBody>
      </p:sp>
    </p:spTree>
    <p:extLst>
      <p:ext uri="{BB962C8B-B14F-4D97-AF65-F5344CB8AC3E}">
        <p14:creationId xmlns:p14="http://schemas.microsoft.com/office/powerpoint/2010/main" val="226825505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0E390453-F217-2D8C-D279-ADDC1A1A0F8B}"/>
              </a:ext>
            </a:extLst>
          </p:cNvPr>
          <p:cNvSpPr>
            <a:spLocks noGrp="1"/>
          </p:cNvSpPr>
          <p:nvPr>
            <p:ph type="dt" sz="half" idx="10"/>
          </p:nvPr>
        </p:nvSpPr>
        <p:spPr/>
        <p:txBody>
          <a:bodyPr/>
          <a:lstStyle>
            <a:lvl1pPr>
              <a:defRPr/>
            </a:lvl1pPr>
          </a:lstStyle>
          <a:p>
            <a:pPr>
              <a:defRPr/>
            </a:pPr>
            <a:fld id="{D188F754-78F5-4DC6-B8E2-60081F4BBD1F}"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1BFAFC27-8FDA-1934-47F7-BAE12E9C8485}"/>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39B79B4C-E0EB-327E-1A4E-FE7DB9C4E0C4}"/>
              </a:ext>
            </a:extLst>
          </p:cNvPr>
          <p:cNvSpPr>
            <a:spLocks noGrp="1"/>
          </p:cNvSpPr>
          <p:nvPr>
            <p:ph type="sldNum" sz="quarter" idx="12"/>
          </p:nvPr>
        </p:nvSpPr>
        <p:spPr/>
        <p:txBody>
          <a:bodyPr/>
          <a:lstStyle>
            <a:lvl1pPr>
              <a:defRPr/>
            </a:lvl1pPr>
          </a:lstStyle>
          <a:p>
            <a:pPr>
              <a:defRPr/>
            </a:pPr>
            <a:fld id="{DC4E9410-1005-42CC-A130-DC7865DDD18D}" type="slidenum">
              <a:rPr lang="ko-KR" altLang="en-US"/>
              <a:pPr>
                <a:defRPr/>
              </a:pPr>
              <a:t>‹#›</a:t>
            </a:fld>
            <a:endParaRPr lang="ko-KR" altLang="en-US"/>
          </a:p>
        </p:txBody>
      </p:sp>
    </p:spTree>
    <p:extLst>
      <p:ext uri="{BB962C8B-B14F-4D97-AF65-F5344CB8AC3E}">
        <p14:creationId xmlns:p14="http://schemas.microsoft.com/office/powerpoint/2010/main" val="369485436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D6E99179-D447-AA5B-832A-7786C0AD4308}"/>
              </a:ext>
            </a:extLst>
          </p:cNvPr>
          <p:cNvSpPr>
            <a:spLocks noGrp="1"/>
          </p:cNvSpPr>
          <p:nvPr>
            <p:ph type="dt" sz="half" idx="10"/>
          </p:nvPr>
        </p:nvSpPr>
        <p:spPr/>
        <p:txBody>
          <a:bodyPr/>
          <a:lstStyle>
            <a:lvl1pPr>
              <a:defRPr/>
            </a:lvl1pPr>
          </a:lstStyle>
          <a:p>
            <a:pPr>
              <a:defRPr/>
            </a:pPr>
            <a:fld id="{3490BAAD-09D4-457F-BAD7-1917BFC26FD6}"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F0E3C919-E3EE-5049-EDD8-9035A8ACBEB5}"/>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1D0C8B0F-4125-5146-E774-86D61CAF5EEF}"/>
              </a:ext>
            </a:extLst>
          </p:cNvPr>
          <p:cNvSpPr>
            <a:spLocks noGrp="1"/>
          </p:cNvSpPr>
          <p:nvPr>
            <p:ph type="sldNum" sz="quarter" idx="12"/>
          </p:nvPr>
        </p:nvSpPr>
        <p:spPr/>
        <p:txBody>
          <a:bodyPr/>
          <a:lstStyle>
            <a:lvl1pPr>
              <a:defRPr/>
            </a:lvl1pPr>
          </a:lstStyle>
          <a:p>
            <a:pPr>
              <a:defRPr/>
            </a:pPr>
            <a:fld id="{99B36B8C-FEE0-4890-A6B6-A7460E5BB63A}" type="slidenum">
              <a:rPr lang="ko-KR" altLang="en-US"/>
              <a:pPr>
                <a:defRPr/>
              </a:pPr>
              <a:t>‹#›</a:t>
            </a:fld>
            <a:endParaRPr lang="ko-KR" altLang="en-US"/>
          </a:p>
        </p:txBody>
      </p:sp>
    </p:spTree>
    <p:extLst>
      <p:ext uri="{BB962C8B-B14F-4D97-AF65-F5344CB8AC3E}">
        <p14:creationId xmlns:p14="http://schemas.microsoft.com/office/powerpoint/2010/main" val="96410612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28F603DD-C97D-E5E4-80CB-3B7818D68137}"/>
              </a:ext>
            </a:extLst>
          </p:cNvPr>
          <p:cNvSpPr>
            <a:spLocks noGrp="1"/>
          </p:cNvSpPr>
          <p:nvPr>
            <p:ph type="dt" sz="half" idx="10"/>
          </p:nvPr>
        </p:nvSpPr>
        <p:spPr/>
        <p:txBody>
          <a:bodyPr/>
          <a:lstStyle>
            <a:lvl1pPr>
              <a:defRPr/>
            </a:lvl1pPr>
          </a:lstStyle>
          <a:p>
            <a:pPr>
              <a:defRPr/>
            </a:pPr>
            <a:fld id="{E6F0C29D-2D60-4759-9F64-7318B2FAB721}"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2353F109-F7C5-2A20-7D63-160199FF42B4}"/>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4013E732-8807-C734-C2AA-1E848738F5FD}"/>
              </a:ext>
            </a:extLst>
          </p:cNvPr>
          <p:cNvSpPr>
            <a:spLocks noGrp="1"/>
          </p:cNvSpPr>
          <p:nvPr>
            <p:ph type="sldNum" sz="quarter" idx="12"/>
          </p:nvPr>
        </p:nvSpPr>
        <p:spPr/>
        <p:txBody>
          <a:bodyPr/>
          <a:lstStyle>
            <a:lvl1pPr>
              <a:defRPr/>
            </a:lvl1pPr>
          </a:lstStyle>
          <a:p>
            <a:pPr>
              <a:defRPr/>
            </a:pPr>
            <a:fld id="{A45149B6-B080-4081-8AF6-22A6D19F8A05}" type="slidenum">
              <a:rPr lang="ko-KR" altLang="en-US"/>
              <a:pPr>
                <a:defRPr/>
              </a:pPr>
              <a:t>‹#›</a:t>
            </a:fld>
            <a:endParaRPr lang="ko-KR" altLang="en-US"/>
          </a:p>
        </p:txBody>
      </p:sp>
    </p:spTree>
    <p:extLst>
      <p:ext uri="{BB962C8B-B14F-4D97-AF65-F5344CB8AC3E}">
        <p14:creationId xmlns:p14="http://schemas.microsoft.com/office/powerpoint/2010/main" val="23239833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34CADA25-2A91-BDD6-199C-F5E8C3C52AA6}"/>
              </a:ext>
            </a:extLst>
          </p:cNvPr>
          <p:cNvSpPr>
            <a:spLocks noGrp="1"/>
          </p:cNvSpPr>
          <p:nvPr>
            <p:ph type="dt" sz="half" idx="10"/>
          </p:nvPr>
        </p:nvSpPr>
        <p:spPr/>
        <p:txBody>
          <a:bodyPr/>
          <a:lstStyle>
            <a:lvl1pPr>
              <a:defRPr/>
            </a:lvl1pPr>
          </a:lstStyle>
          <a:p>
            <a:pPr>
              <a:defRPr/>
            </a:pPr>
            <a:fld id="{D6DCFA32-2AC3-404B-AB5F-E59FBD8D3B3F}"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D78851D2-728D-F93A-D067-E87DC9EF3619}"/>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46C3B22B-7FF1-45A5-21C3-B090B5A3968D}"/>
              </a:ext>
            </a:extLst>
          </p:cNvPr>
          <p:cNvSpPr>
            <a:spLocks noGrp="1"/>
          </p:cNvSpPr>
          <p:nvPr>
            <p:ph type="sldNum" sz="quarter" idx="12"/>
          </p:nvPr>
        </p:nvSpPr>
        <p:spPr/>
        <p:txBody>
          <a:bodyPr/>
          <a:lstStyle>
            <a:lvl1pPr>
              <a:defRPr/>
            </a:lvl1pPr>
          </a:lstStyle>
          <a:p>
            <a:pPr>
              <a:defRPr/>
            </a:pPr>
            <a:fld id="{83F36A42-A03D-450F-A980-213F293B1F14}" type="slidenum">
              <a:rPr lang="ko-KR" altLang="en-US"/>
              <a:pPr>
                <a:defRPr/>
              </a:pPr>
              <a:t>‹#›</a:t>
            </a:fld>
            <a:endParaRPr lang="ko-KR" altLang="en-US"/>
          </a:p>
        </p:txBody>
      </p:sp>
    </p:spTree>
    <p:extLst>
      <p:ext uri="{BB962C8B-B14F-4D97-AF65-F5344CB8AC3E}">
        <p14:creationId xmlns:p14="http://schemas.microsoft.com/office/powerpoint/2010/main" val="321021607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2877CB10-CFCF-D7CC-2761-2BF959DC8659}"/>
              </a:ext>
            </a:extLst>
          </p:cNvPr>
          <p:cNvSpPr>
            <a:spLocks noGrp="1"/>
          </p:cNvSpPr>
          <p:nvPr>
            <p:ph type="dt" sz="half" idx="10"/>
          </p:nvPr>
        </p:nvSpPr>
        <p:spPr/>
        <p:txBody>
          <a:bodyPr/>
          <a:lstStyle>
            <a:lvl1pPr>
              <a:defRPr/>
            </a:lvl1pPr>
          </a:lstStyle>
          <a:p>
            <a:pPr>
              <a:defRPr/>
            </a:pPr>
            <a:fld id="{E8FBDBD4-CB8A-4BC6-B2F5-386ED9949F68}"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955062A5-A749-E0B3-0D33-1C17CF1F7786}"/>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412035C9-17B8-F44C-F9E5-03A3F8F5AB13}"/>
              </a:ext>
            </a:extLst>
          </p:cNvPr>
          <p:cNvSpPr>
            <a:spLocks noGrp="1"/>
          </p:cNvSpPr>
          <p:nvPr>
            <p:ph type="sldNum" sz="quarter" idx="12"/>
          </p:nvPr>
        </p:nvSpPr>
        <p:spPr/>
        <p:txBody>
          <a:bodyPr/>
          <a:lstStyle>
            <a:lvl1pPr>
              <a:defRPr/>
            </a:lvl1pPr>
          </a:lstStyle>
          <a:p>
            <a:pPr>
              <a:defRPr/>
            </a:pPr>
            <a:fld id="{B5D084BE-66C4-46D1-9B51-5F91F8C1161D}" type="slidenum">
              <a:rPr lang="ko-KR" altLang="en-US"/>
              <a:pPr>
                <a:defRPr/>
              </a:pPr>
              <a:t>‹#›</a:t>
            </a:fld>
            <a:endParaRPr lang="ko-KR" altLang="en-US"/>
          </a:p>
        </p:txBody>
      </p:sp>
    </p:spTree>
    <p:extLst>
      <p:ext uri="{BB962C8B-B14F-4D97-AF65-F5344CB8AC3E}">
        <p14:creationId xmlns:p14="http://schemas.microsoft.com/office/powerpoint/2010/main" val="106943628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4C88AC4B-8CE9-05A3-48F8-FEDE7B494222}"/>
              </a:ext>
            </a:extLst>
          </p:cNvPr>
          <p:cNvSpPr>
            <a:spLocks noGrp="1"/>
          </p:cNvSpPr>
          <p:nvPr>
            <p:ph type="dt" sz="half" idx="10"/>
          </p:nvPr>
        </p:nvSpPr>
        <p:spPr/>
        <p:txBody>
          <a:bodyPr/>
          <a:lstStyle>
            <a:lvl1pPr>
              <a:defRPr/>
            </a:lvl1pPr>
          </a:lstStyle>
          <a:p>
            <a:pPr>
              <a:defRPr/>
            </a:pPr>
            <a:fld id="{859BC615-0CFD-4B64-AA91-9BF633D18620}"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79860EA4-A47E-FFB0-0BDA-AEAFA2DAAFDB}"/>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C01E4598-1D0D-C5C6-2602-DB7FB7A8F67D}"/>
              </a:ext>
            </a:extLst>
          </p:cNvPr>
          <p:cNvSpPr>
            <a:spLocks noGrp="1"/>
          </p:cNvSpPr>
          <p:nvPr>
            <p:ph type="sldNum" sz="quarter" idx="12"/>
          </p:nvPr>
        </p:nvSpPr>
        <p:spPr/>
        <p:txBody>
          <a:bodyPr/>
          <a:lstStyle>
            <a:lvl1pPr>
              <a:defRPr/>
            </a:lvl1pPr>
          </a:lstStyle>
          <a:p>
            <a:pPr>
              <a:defRPr/>
            </a:pPr>
            <a:fld id="{DD749089-6E08-47F8-B606-C7C85FCBDCC8}" type="slidenum">
              <a:rPr lang="ko-KR" altLang="en-US"/>
              <a:pPr>
                <a:defRPr/>
              </a:pPr>
              <a:t>‹#›</a:t>
            </a:fld>
            <a:endParaRPr lang="ko-KR" altLang="en-US"/>
          </a:p>
        </p:txBody>
      </p:sp>
    </p:spTree>
    <p:extLst>
      <p:ext uri="{BB962C8B-B14F-4D97-AF65-F5344CB8AC3E}">
        <p14:creationId xmlns:p14="http://schemas.microsoft.com/office/powerpoint/2010/main" val="416093029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0AEAA512-8787-830D-EA95-2B4BD15673C5}"/>
              </a:ext>
            </a:extLst>
          </p:cNvPr>
          <p:cNvSpPr>
            <a:spLocks noGrp="1"/>
          </p:cNvSpPr>
          <p:nvPr>
            <p:ph type="dt" sz="half" idx="10"/>
          </p:nvPr>
        </p:nvSpPr>
        <p:spPr/>
        <p:txBody>
          <a:bodyPr/>
          <a:lstStyle>
            <a:lvl1pPr>
              <a:defRPr/>
            </a:lvl1pPr>
          </a:lstStyle>
          <a:p>
            <a:pPr>
              <a:defRPr/>
            </a:pPr>
            <a:fld id="{F7BE9727-610C-47C0-8C33-A49B74593C41}"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73AF523D-C0AA-BED6-43FE-93D1CD12B4CA}"/>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2C84C2BE-6B84-58D8-DCFA-A0811C53D66D}"/>
              </a:ext>
            </a:extLst>
          </p:cNvPr>
          <p:cNvSpPr>
            <a:spLocks noGrp="1"/>
          </p:cNvSpPr>
          <p:nvPr>
            <p:ph type="sldNum" sz="quarter" idx="12"/>
          </p:nvPr>
        </p:nvSpPr>
        <p:spPr/>
        <p:txBody>
          <a:bodyPr/>
          <a:lstStyle>
            <a:lvl1pPr>
              <a:defRPr/>
            </a:lvl1pPr>
          </a:lstStyle>
          <a:p>
            <a:pPr>
              <a:defRPr/>
            </a:pPr>
            <a:fld id="{22B6091D-31EF-436B-B68B-E41631DC4161}" type="slidenum">
              <a:rPr lang="ko-KR" altLang="en-US"/>
              <a:pPr>
                <a:defRPr/>
              </a:pPr>
              <a:t>‹#›</a:t>
            </a:fld>
            <a:endParaRPr lang="ko-KR" altLang="en-US"/>
          </a:p>
        </p:txBody>
      </p:sp>
    </p:spTree>
    <p:extLst>
      <p:ext uri="{BB962C8B-B14F-4D97-AF65-F5344CB8AC3E}">
        <p14:creationId xmlns:p14="http://schemas.microsoft.com/office/powerpoint/2010/main" val="29578366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0ECD5497-C642-4DFD-3D22-234932EE92AB}"/>
              </a:ext>
            </a:extLst>
          </p:cNvPr>
          <p:cNvSpPr>
            <a:spLocks noGrp="1"/>
          </p:cNvSpPr>
          <p:nvPr>
            <p:ph type="dt" sz="half" idx="10"/>
          </p:nvPr>
        </p:nvSpPr>
        <p:spPr/>
        <p:txBody>
          <a:bodyPr/>
          <a:lstStyle>
            <a:lvl1pPr>
              <a:defRPr/>
            </a:lvl1pPr>
          </a:lstStyle>
          <a:p>
            <a:pPr>
              <a:defRPr/>
            </a:pPr>
            <a:fld id="{98A880AF-3E5D-46ED-BDCB-385EC6A2B7FF}"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5D611FF6-4E2F-CCB6-3DC8-EEB9EE10573C}"/>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3C6414A9-72CC-5694-B201-13046FECD571}"/>
              </a:ext>
            </a:extLst>
          </p:cNvPr>
          <p:cNvSpPr>
            <a:spLocks noGrp="1"/>
          </p:cNvSpPr>
          <p:nvPr>
            <p:ph type="sldNum" sz="quarter" idx="12"/>
          </p:nvPr>
        </p:nvSpPr>
        <p:spPr/>
        <p:txBody>
          <a:bodyPr/>
          <a:lstStyle>
            <a:lvl1pPr>
              <a:defRPr/>
            </a:lvl1pPr>
          </a:lstStyle>
          <a:p>
            <a:pPr>
              <a:defRPr/>
            </a:pPr>
            <a:fld id="{A590B263-F568-4794-814E-F5DE0345FCC1}" type="slidenum">
              <a:rPr lang="ko-KR" altLang="en-US"/>
              <a:pPr>
                <a:defRPr/>
              </a:pPr>
              <a:t>‹#›</a:t>
            </a:fld>
            <a:endParaRPr lang="ko-KR" altLang="en-US"/>
          </a:p>
        </p:txBody>
      </p:sp>
    </p:spTree>
    <p:extLst>
      <p:ext uri="{BB962C8B-B14F-4D97-AF65-F5344CB8AC3E}">
        <p14:creationId xmlns:p14="http://schemas.microsoft.com/office/powerpoint/2010/main" val="194239668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A7F1D4E8-7928-B6AF-B4EF-14AD7F02E804}"/>
              </a:ext>
            </a:extLst>
          </p:cNvPr>
          <p:cNvSpPr>
            <a:spLocks noGrp="1"/>
          </p:cNvSpPr>
          <p:nvPr>
            <p:ph type="dt" sz="half" idx="10"/>
          </p:nvPr>
        </p:nvSpPr>
        <p:spPr/>
        <p:txBody>
          <a:bodyPr/>
          <a:lstStyle>
            <a:lvl1pPr>
              <a:defRPr/>
            </a:lvl1pPr>
          </a:lstStyle>
          <a:p>
            <a:pPr>
              <a:defRPr/>
            </a:pPr>
            <a:fld id="{07AB75A9-F03F-4067-A51B-D59532FCA7FD}"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0C0D6D68-78EF-75CF-8283-297745CE0B09}"/>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0DF8163A-B92E-1A13-DECE-730C76ADFEB7}"/>
              </a:ext>
            </a:extLst>
          </p:cNvPr>
          <p:cNvSpPr>
            <a:spLocks noGrp="1"/>
          </p:cNvSpPr>
          <p:nvPr>
            <p:ph type="sldNum" sz="quarter" idx="12"/>
          </p:nvPr>
        </p:nvSpPr>
        <p:spPr/>
        <p:txBody>
          <a:bodyPr/>
          <a:lstStyle>
            <a:lvl1pPr>
              <a:defRPr/>
            </a:lvl1pPr>
          </a:lstStyle>
          <a:p>
            <a:pPr>
              <a:defRPr/>
            </a:pPr>
            <a:fld id="{855558C1-7786-4126-B131-B821814D8B29}" type="slidenum">
              <a:rPr lang="ko-KR" altLang="en-US"/>
              <a:pPr>
                <a:defRPr/>
              </a:pPr>
              <a:t>‹#›</a:t>
            </a:fld>
            <a:endParaRPr lang="ko-KR" altLang="en-US"/>
          </a:p>
        </p:txBody>
      </p:sp>
    </p:spTree>
    <p:extLst>
      <p:ext uri="{BB962C8B-B14F-4D97-AF65-F5344CB8AC3E}">
        <p14:creationId xmlns:p14="http://schemas.microsoft.com/office/powerpoint/2010/main" val="192728466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421427D8-6609-6EA1-E165-B58B912F928D}"/>
              </a:ext>
            </a:extLst>
          </p:cNvPr>
          <p:cNvSpPr>
            <a:spLocks noGrp="1"/>
          </p:cNvSpPr>
          <p:nvPr>
            <p:ph type="dt" sz="half" idx="10"/>
          </p:nvPr>
        </p:nvSpPr>
        <p:spPr/>
        <p:txBody>
          <a:bodyPr/>
          <a:lstStyle>
            <a:lvl1pPr>
              <a:defRPr/>
            </a:lvl1pPr>
          </a:lstStyle>
          <a:p>
            <a:pPr>
              <a:defRPr/>
            </a:pPr>
            <a:fld id="{92C51088-573C-4560-9554-9EB5C4AC983C}"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3BCB8D03-BEE0-BB34-F1F6-594FB7D5ACD4}"/>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F6F80A92-5065-B992-36CD-BF8D40907DCE}"/>
              </a:ext>
            </a:extLst>
          </p:cNvPr>
          <p:cNvSpPr>
            <a:spLocks noGrp="1"/>
          </p:cNvSpPr>
          <p:nvPr>
            <p:ph type="sldNum" sz="quarter" idx="12"/>
          </p:nvPr>
        </p:nvSpPr>
        <p:spPr/>
        <p:txBody>
          <a:bodyPr/>
          <a:lstStyle>
            <a:lvl1pPr>
              <a:defRPr/>
            </a:lvl1pPr>
          </a:lstStyle>
          <a:p>
            <a:pPr>
              <a:defRPr/>
            </a:pPr>
            <a:fld id="{42739892-B7EA-4580-BBAF-7DF8E1238F49}" type="slidenum">
              <a:rPr lang="ko-KR" altLang="en-US"/>
              <a:pPr>
                <a:defRPr/>
              </a:pPr>
              <a:t>‹#›</a:t>
            </a:fld>
            <a:endParaRPr lang="ko-KR" altLang="en-US"/>
          </a:p>
        </p:txBody>
      </p:sp>
    </p:spTree>
    <p:extLst>
      <p:ext uri="{BB962C8B-B14F-4D97-AF65-F5344CB8AC3E}">
        <p14:creationId xmlns:p14="http://schemas.microsoft.com/office/powerpoint/2010/main" val="97205982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452AF0B3-AD8E-8E7B-8DC5-EF7A0E403CEA}"/>
              </a:ext>
            </a:extLst>
          </p:cNvPr>
          <p:cNvSpPr>
            <a:spLocks noGrp="1"/>
          </p:cNvSpPr>
          <p:nvPr>
            <p:ph type="dt" sz="half" idx="10"/>
          </p:nvPr>
        </p:nvSpPr>
        <p:spPr/>
        <p:txBody>
          <a:bodyPr/>
          <a:lstStyle>
            <a:lvl1pPr>
              <a:defRPr/>
            </a:lvl1pPr>
          </a:lstStyle>
          <a:p>
            <a:pPr>
              <a:defRPr/>
            </a:pPr>
            <a:fld id="{DB5438E6-A3F5-42A6-9950-B7831E0CB1C9}"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74E83307-381F-B041-0FB0-24B4F9E9C154}"/>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50039B08-ECEA-5F6F-36D1-3B090FE7ACF9}"/>
              </a:ext>
            </a:extLst>
          </p:cNvPr>
          <p:cNvSpPr>
            <a:spLocks noGrp="1"/>
          </p:cNvSpPr>
          <p:nvPr>
            <p:ph type="sldNum" sz="quarter" idx="12"/>
          </p:nvPr>
        </p:nvSpPr>
        <p:spPr/>
        <p:txBody>
          <a:bodyPr/>
          <a:lstStyle>
            <a:lvl1pPr>
              <a:defRPr/>
            </a:lvl1pPr>
          </a:lstStyle>
          <a:p>
            <a:pPr>
              <a:defRPr/>
            </a:pPr>
            <a:fld id="{74D8388B-9F6E-403A-B124-929B07837969}" type="slidenum">
              <a:rPr lang="ko-KR" altLang="en-US"/>
              <a:pPr>
                <a:defRPr/>
              </a:pPr>
              <a:t>‹#›</a:t>
            </a:fld>
            <a:endParaRPr lang="ko-KR" altLang="en-US"/>
          </a:p>
        </p:txBody>
      </p:sp>
    </p:spTree>
    <p:extLst>
      <p:ext uri="{BB962C8B-B14F-4D97-AF65-F5344CB8AC3E}">
        <p14:creationId xmlns:p14="http://schemas.microsoft.com/office/powerpoint/2010/main" val="180326452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3C4116B9-97A2-AD48-D3FA-2003E6989C36}"/>
              </a:ext>
            </a:extLst>
          </p:cNvPr>
          <p:cNvSpPr>
            <a:spLocks noGrp="1"/>
          </p:cNvSpPr>
          <p:nvPr>
            <p:ph type="dt" sz="half" idx="10"/>
          </p:nvPr>
        </p:nvSpPr>
        <p:spPr/>
        <p:txBody>
          <a:bodyPr/>
          <a:lstStyle>
            <a:lvl1pPr>
              <a:defRPr/>
            </a:lvl1pPr>
          </a:lstStyle>
          <a:p>
            <a:pPr>
              <a:defRPr/>
            </a:pPr>
            <a:fld id="{83509CBE-EB19-4A1F-9DDB-50F5C1304D0C}"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3B4F9F7A-ECAE-9E83-A0FB-BA0C0558C338}"/>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08370545-F301-3A3E-BA1B-E23FBDCE78F5}"/>
              </a:ext>
            </a:extLst>
          </p:cNvPr>
          <p:cNvSpPr>
            <a:spLocks noGrp="1"/>
          </p:cNvSpPr>
          <p:nvPr>
            <p:ph type="sldNum" sz="quarter" idx="12"/>
          </p:nvPr>
        </p:nvSpPr>
        <p:spPr/>
        <p:txBody>
          <a:bodyPr/>
          <a:lstStyle>
            <a:lvl1pPr>
              <a:defRPr/>
            </a:lvl1pPr>
          </a:lstStyle>
          <a:p>
            <a:pPr>
              <a:defRPr/>
            </a:pPr>
            <a:fld id="{B701D894-920C-461E-ACB7-E4D1A4C93EE0}" type="slidenum">
              <a:rPr lang="ko-KR" altLang="en-US"/>
              <a:pPr>
                <a:defRPr/>
              </a:pPr>
              <a:t>‹#›</a:t>
            </a:fld>
            <a:endParaRPr lang="ko-KR" altLang="en-US"/>
          </a:p>
        </p:txBody>
      </p:sp>
    </p:spTree>
    <p:extLst>
      <p:ext uri="{BB962C8B-B14F-4D97-AF65-F5344CB8AC3E}">
        <p14:creationId xmlns:p14="http://schemas.microsoft.com/office/powerpoint/2010/main" val="293106276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A3DF54FC-69F8-E8CB-E3A3-0FC533EAFB78}"/>
              </a:ext>
            </a:extLst>
          </p:cNvPr>
          <p:cNvSpPr>
            <a:spLocks noGrp="1"/>
          </p:cNvSpPr>
          <p:nvPr>
            <p:ph type="dt" sz="half" idx="10"/>
          </p:nvPr>
        </p:nvSpPr>
        <p:spPr/>
        <p:txBody>
          <a:bodyPr/>
          <a:lstStyle>
            <a:lvl1pPr>
              <a:defRPr/>
            </a:lvl1pPr>
          </a:lstStyle>
          <a:p>
            <a:pPr>
              <a:defRPr/>
            </a:pPr>
            <a:fld id="{4DD85393-BCE8-4BFB-8559-B9E80BAED4F5}"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9DFFF8F8-D367-2DE1-5256-92D35A5247A2}"/>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29B9C32F-802A-4D46-AD68-0450AD95EECE}"/>
              </a:ext>
            </a:extLst>
          </p:cNvPr>
          <p:cNvSpPr>
            <a:spLocks noGrp="1"/>
          </p:cNvSpPr>
          <p:nvPr>
            <p:ph type="sldNum" sz="quarter" idx="12"/>
          </p:nvPr>
        </p:nvSpPr>
        <p:spPr/>
        <p:txBody>
          <a:bodyPr/>
          <a:lstStyle>
            <a:lvl1pPr>
              <a:defRPr/>
            </a:lvl1pPr>
          </a:lstStyle>
          <a:p>
            <a:pPr>
              <a:defRPr/>
            </a:pPr>
            <a:fld id="{463DCD5F-6505-408E-ACAB-73EA80FB326A}" type="slidenum">
              <a:rPr lang="ko-KR" altLang="en-US"/>
              <a:pPr>
                <a:defRPr/>
              </a:pPr>
              <a:t>‹#›</a:t>
            </a:fld>
            <a:endParaRPr lang="ko-KR" altLang="en-US"/>
          </a:p>
        </p:txBody>
      </p:sp>
    </p:spTree>
    <p:extLst>
      <p:ext uri="{BB962C8B-B14F-4D97-AF65-F5344CB8AC3E}">
        <p14:creationId xmlns:p14="http://schemas.microsoft.com/office/powerpoint/2010/main" val="413964863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9370CB9A-6813-DF56-9667-D66F7FC1037E}"/>
              </a:ext>
            </a:extLst>
          </p:cNvPr>
          <p:cNvSpPr>
            <a:spLocks noGrp="1"/>
          </p:cNvSpPr>
          <p:nvPr>
            <p:ph type="dt" sz="half" idx="10"/>
          </p:nvPr>
        </p:nvSpPr>
        <p:spPr/>
        <p:txBody>
          <a:bodyPr/>
          <a:lstStyle>
            <a:lvl1pPr>
              <a:defRPr/>
            </a:lvl1pPr>
          </a:lstStyle>
          <a:p>
            <a:pPr>
              <a:defRPr/>
            </a:pPr>
            <a:fld id="{3239EC6C-613A-4DA8-BB8E-6753384FF51F}"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AF90DD2D-A407-2A4D-52A1-E56DB8158737}"/>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E86E2C81-3C7E-F88A-8FD4-8A24B74C39FA}"/>
              </a:ext>
            </a:extLst>
          </p:cNvPr>
          <p:cNvSpPr>
            <a:spLocks noGrp="1"/>
          </p:cNvSpPr>
          <p:nvPr>
            <p:ph type="sldNum" sz="quarter" idx="12"/>
          </p:nvPr>
        </p:nvSpPr>
        <p:spPr/>
        <p:txBody>
          <a:bodyPr/>
          <a:lstStyle>
            <a:lvl1pPr>
              <a:defRPr/>
            </a:lvl1pPr>
          </a:lstStyle>
          <a:p>
            <a:pPr>
              <a:defRPr/>
            </a:pPr>
            <a:fld id="{ABEDBE32-C07D-4D3F-A8E2-D2306C748BD4}" type="slidenum">
              <a:rPr lang="ko-KR" altLang="en-US"/>
              <a:pPr>
                <a:defRPr/>
              </a:pPr>
              <a:t>‹#›</a:t>
            </a:fld>
            <a:endParaRPr lang="ko-KR" altLang="en-US"/>
          </a:p>
        </p:txBody>
      </p:sp>
    </p:spTree>
    <p:extLst>
      <p:ext uri="{BB962C8B-B14F-4D97-AF65-F5344CB8AC3E}">
        <p14:creationId xmlns:p14="http://schemas.microsoft.com/office/powerpoint/2010/main" val="9494374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FFBB8154-5CFF-9C66-FA79-DB03C8C4D617}"/>
              </a:ext>
            </a:extLst>
          </p:cNvPr>
          <p:cNvSpPr>
            <a:spLocks noGrp="1"/>
          </p:cNvSpPr>
          <p:nvPr>
            <p:ph type="dt" sz="half" idx="10"/>
          </p:nvPr>
        </p:nvSpPr>
        <p:spPr/>
        <p:txBody>
          <a:bodyPr/>
          <a:lstStyle>
            <a:lvl1pPr>
              <a:defRPr/>
            </a:lvl1pPr>
          </a:lstStyle>
          <a:p>
            <a:pPr>
              <a:defRPr/>
            </a:pPr>
            <a:fld id="{5097F132-F4B4-4825-A4A8-9A6C284B70AE}"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6B3441A7-0B29-1315-BA58-D7A8526895AE}"/>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39AECEF4-AB1F-D239-BA03-57C38626DE53}"/>
              </a:ext>
            </a:extLst>
          </p:cNvPr>
          <p:cNvSpPr>
            <a:spLocks noGrp="1"/>
          </p:cNvSpPr>
          <p:nvPr>
            <p:ph type="sldNum" sz="quarter" idx="12"/>
          </p:nvPr>
        </p:nvSpPr>
        <p:spPr/>
        <p:txBody>
          <a:bodyPr/>
          <a:lstStyle>
            <a:lvl1pPr>
              <a:defRPr/>
            </a:lvl1pPr>
          </a:lstStyle>
          <a:p>
            <a:pPr>
              <a:defRPr/>
            </a:pPr>
            <a:fld id="{12C807B1-07F0-4E31-8BE1-32B9AF6D8AF1}" type="slidenum">
              <a:rPr lang="ko-KR" altLang="en-US"/>
              <a:pPr>
                <a:defRPr/>
              </a:pPr>
              <a:t>‹#›</a:t>
            </a:fld>
            <a:endParaRPr lang="ko-KR" altLang="en-US"/>
          </a:p>
        </p:txBody>
      </p:sp>
    </p:spTree>
    <p:extLst>
      <p:ext uri="{BB962C8B-B14F-4D97-AF65-F5344CB8AC3E}">
        <p14:creationId xmlns:p14="http://schemas.microsoft.com/office/powerpoint/2010/main" val="278784361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5A086F67-EC5B-5D2B-1A92-C851D928DBC1}"/>
              </a:ext>
            </a:extLst>
          </p:cNvPr>
          <p:cNvSpPr>
            <a:spLocks noGrp="1"/>
          </p:cNvSpPr>
          <p:nvPr>
            <p:ph type="dt" sz="half" idx="10"/>
          </p:nvPr>
        </p:nvSpPr>
        <p:spPr/>
        <p:txBody>
          <a:bodyPr/>
          <a:lstStyle>
            <a:lvl1pPr>
              <a:defRPr/>
            </a:lvl1pPr>
          </a:lstStyle>
          <a:p>
            <a:pPr>
              <a:defRPr/>
            </a:pPr>
            <a:fld id="{DF9CB524-079D-4603-89E0-37A2892B74B3}"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4452E0D2-9985-EBFD-5B6D-735F4F8F4AEF}"/>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830E2202-EBDF-435A-0934-9D6FADEA5A69}"/>
              </a:ext>
            </a:extLst>
          </p:cNvPr>
          <p:cNvSpPr>
            <a:spLocks noGrp="1"/>
          </p:cNvSpPr>
          <p:nvPr>
            <p:ph type="sldNum" sz="quarter" idx="12"/>
          </p:nvPr>
        </p:nvSpPr>
        <p:spPr/>
        <p:txBody>
          <a:bodyPr/>
          <a:lstStyle>
            <a:lvl1pPr>
              <a:defRPr/>
            </a:lvl1pPr>
          </a:lstStyle>
          <a:p>
            <a:pPr>
              <a:defRPr/>
            </a:pPr>
            <a:fld id="{83929C6C-8C76-4930-8B92-2BFE407D665F}" type="slidenum">
              <a:rPr lang="ko-KR" altLang="en-US"/>
              <a:pPr>
                <a:defRPr/>
              </a:pPr>
              <a:t>‹#›</a:t>
            </a:fld>
            <a:endParaRPr lang="ko-KR" altLang="en-US"/>
          </a:p>
        </p:txBody>
      </p:sp>
    </p:spTree>
    <p:extLst>
      <p:ext uri="{BB962C8B-B14F-4D97-AF65-F5344CB8AC3E}">
        <p14:creationId xmlns:p14="http://schemas.microsoft.com/office/powerpoint/2010/main" val="98154397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069BE593-AE87-35F7-3BB1-DFC35E734624}"/>
              </a:ext>
            </a:extLst>
          </p:cNvPr>
          <p:cNvSpPr>
            <a:spLocks noGrp="1"/>
          </p:cNvSpPr>
          <p:nvPr>
            <p:ph type="dt" sz="half" idx="10"/>
          </p:nvPr>
        </p:nvSpPr>
        <p:spPr/>
        <p:txBody>
          <a:bodyPr/>
          <a:lstStyle>
            <a:lvl1pPr>
              <a:defRPr/>
            </a:lvl1pPr>
          </a:lstStyle>
          <a:p>
            <a:pPr>
              <a:defRPr/>
            </a:pPr>
            <a:fld id="{6DDCCF1C-02AB-485E-AC71-F5D50520BE04}"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F3CDD242-CA29-D1A5-6B0B-3EB003549265}"/>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A83268A5-6B5E-F7A2-2B21-F2587BD913C3}"/>
              </a:ext>
            </a:extLst>
          </p:cNvPr>
          <p:cNvSpPr>
            <a:spLocks noGrp="1"/>
          </p:cNvSpPr>
          <p:nvPr>
            <p:ph type="sldNum" sz="quarter" idx="12"/>
          </p:nvPr>
        </p:nvSpPr>
        <p:spPr/>
        <p:txBody>
          <a:bodyPr/>
          <a:lstStyle>
            <a:lvl1pPr>
              <a:defRPr/>
            </a:lvl1pPr>
          </a:lstStyle>
          <a:p>
            <a:pPr>
              <a:defRPr/>
            </a:pPr>
            <a:fld id="{C41686DD-6988-46C9-B224-982167542F24}" type="slidenum">
              <a:rPr lang="ko-KR" altLang="en-US"/>
              <a:pPr>
                <a:defRPr/>
              </a:pPr>
              <a:t>‹#›</a:t>
            </a:fld>
            <a:endParaRPr lang="ko-KR" altLang="en-US"/>
          </a:p>
        </p:txBody>
      </p:sp>
    </p:spTree>
    <p:extLst>
      <p:ext uri="{BB962C8B-B14F-4D97-AF65-F5344CB8AC3E}">
        <p14:creationId xmlns:p14="http://schemas.microsoft.com/office/powerpoint/2010/main" val="51238181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18375154-F9F0-E3D6-5478-D108029514DC}"/>
              </a:ext>
            </a:extLst>
          </p:cNvPr>
          <p:cNvSpPr>
            <a:spLocks noGrp="1"/>
          </p:cNvSpPr>
          <p:nvPr>
            <p:ph type="dt" sz="half" idx="10"/>
          </p:nvPr>
        </p:nvSpPr>
        <p:spPr/>
        <p:txBody>
          <a:bodyPr/>
          <a:lstStyle>
            <a:lvl1pPr>
              <a:defRPr/>
            </a:lvl1pPr>
          </a:lstStyle>
          <a:p>
            <a:pPr>
              <a:defRPr/>
            </a:pPr>
            <a:fld id="{B7977F2D-020E-4DC2-97FF-32FEF07A110A}"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6B747798-7783-1F29-861B-8F5D3539969C}"/>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58CC7E37-CA03-6FD7-CA98-69FF08767DB1}"/>
              </a:ext>
            </a:extLst>
          </p:cNvPr>
          <p:cNvSpPr>
            <a:spLocks noGrp="1"/>
          </p:cNvSpPr>
          <p:nvPr>
            <p:ph type="sldNum" sz="quarter" idx="12"/>
          </p:nvPr>
        </p:nvSpPr>
        <p:spPr/>
        <p:txBody>
          <a:bodyPr/>
          <a:lstStyle>
            <a:lvl1pPr>
              <a:defRPr/>
            </a:lvl1pPr>
          </a:lstStyle>
          <a:p>
            <a:pPr>
              <a:defRPr/>
            </a:pPr>
            <a:fld id="{E49841FA-E35C-4EC7-AB8E-FC2A504F7A25}" type="slidenum">
              <a:rPr lang="ko-KR" altLang="en-US"/>
              <a:pPr>
                <a:defRPr/>
              </a:pPr>
              <a:t>‹#›</a:t>
            </a:fld>
            <a:endParaRPr lang="ko-KR" altLang="en-US"/>
          </a:p>
        </p:txBody>
      </p:sp>
    </p:spTree>
    <p:extLst>
      <p:ext uri="{BB962C8B-B14F-4D97-AF65-F5344CB8AC3E}">
        <p14:creationId xmlns:p14="http://schemas.microsoft.com/office/powerpoint/2010/main" val="260954321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8BE8FE40-2834-D472-A7BA-D4FA971DA6F7}"/>
              </a:ext>
            </a:extLst>
          </p:cNvPr>
          <p:cNvSpPr>
            <a:spLocks noGrp="1"/>
          </p:cNvSpPr>
          <p:nvPr>
            <p:ph type="dt" sz="half" idx="10"/>
          </p:nvPr>
        </p:nvSpPr>
        <p:spPr/>
        <p:txBody>
          <a:bodyPr/>
          <a:lstStyle>
            <a:lvl1pPr>
              <a:defRPr/>
            </a:lvl1pPr>
          </a:lstStyle>
          <a:p>
            <a:pPr>
              <a:defRPr/>
            </a:pPr>
            <a:fld id="{8B644131-0719-4AAC-929A-D02E5F615348}"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B544526E-EE49-E18F-75F1-2A83E38E1524}"/>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EBD03625-685A-C7CD-697D-217A93394477}"/>
              </a:ext>
            </a:extLst>
          </p:cNvPr>
          <p:cNvSpPr>
            <a:spLocks noGrp="1"/>
          </p:cNvSpPr>
          <p:nvPr>
            <p:ph type="sldNum" sz="quarter" idx="12"/>
          </p:nvPr>
        </p:nvSpPr>
        <p:spPr/>
        <p:txBody>
          <a:bodyPr/>
          <a:lstStyle>
            <a:lvl1pPr>
              <a:defRPr/>
            </a:lvl1pPr>
          </a:lstStyle>
          <a:p>
            <a:pPr>
              <a:defRPr/>
            </a:pPr>
            <a:fld id="{89584E00-37F8-494E-B2A7-4C170909183A}" type="slidenum">
              <a:rPr lang="ko-KR" altLang="en-US"/>
              <a:pPr>
                <a:defRPr/>
              </a:pPr>
              <a:t>‹#›</a:t>
            </a:fld>
            <a:endParaRPr lang="ko-KR" altLang="en-US"/>
          </a:p>
        </p:txBody>
      </p:sp>
    </p:spTree>
    <p:extLst>
      <p:ext uri="{BB962C8B-B14F-4D97-AF65-F5344CB8AC3E}">
        <p14:creationId xmlns:p14="http://schemas.microsoft.com/office/powerpoint/2010/main" val="330345418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1C48B2D6-B3F8-1016-7601-DF1EC4E68C4C}"/>
              </a:ext>
            </a:extLst>
          </p:cNvPr>
          <p:cNvSpPr>
            <a:spLocks noGrp="1"/>
          </p:cNvSpPr>
          <p:nvPr>
            <p:ph type="dt" sz="half" idx="10"/>
          </p:nvPr>
        </p:nvSpPr>
        <p:spPr/>
        <p:txBody>
          <a:bodyPr/>
          <a:lstStyle>
            <a:lvl1pPr>
              <a:defRPr/>
            </a:lvl1pPr>
          </a:lstStyle>
          <a:p>
            <a:pPr>
              <a:defRPr/>
            </a:pPr>
            <a:fld id="{CCEC07BB-2821-4E8B-B138-53A6CD8F2FD2}"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9D4D5A46-8954-2499-48E8-E50F373A3E1A}"/>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A7B421AD-C955-8C09-52FA-AA0D9C43B554}"/>
              </a:ext>
            </a:extLst>
          </p:cNvPr>
          <p:cNvSpPr>
            <a:spLocks noGrp="1"/>
          </p:cNvSpPr>
          <p:nvPr>
            <p:ph type="sldNum" sz="quarter" idx="12"/>
          </p:nvPr>
        </p:nvSpPr>
        <p:spPr/>
        <p:txBody>
          <a:bodyPr/>
          <a:lstStyle>
            <a:lvl1pPr>
              <a:defRPr/>
            </a:lvl1pPr>
          </a:lstStyle>
          <a:p>
            <a:pPr>
              <a:defRPr/>
            </a:pPr>
            <a:fld id="{87EEE5FB-914D-4F93-AE96-EBA9A95D6F64}" type="slidenum">
              <a:rPr lang="ko-KR" altLang="en-US"/>
              <a:pPr>
                <a:defRPr/>
              </a:pPr>
              <a:t>‹#›</a:t>
            </a:fld>
            <a:endParaRPr lang="ko-KR" altLang="en-US"/>
          </a:p>
        </p:txBody>
      </p:sp>
    </p:spTree>
    <p:extLst>
      <p:ext uri="{BB962C8B-B14F-4D97-AF65-F5344CB8AC3E}">
        <p14:creationId xmlns:p14="http://schemas.microsoft.com/office/powerpoint/2010/main" val="543667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039055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81891E53-B5D6-518A-C15E-7EFCD05F8773}"/>
              </a:ext>
            </a:extLst>
          </p:cNvPr>
          <p:cNvSpPr/>
          <p:nvPr userDrawn="1"/>
        </p:nvSpPr>
        <p:spPr bwMode="auto">
          <a:xfrm>
            <a:off x="3175" y="1773238"/>
            <a:ext cx="9899650" cy="71437"/>
          </a:xfrm>
          <a:prstGeom prst="rect">
            <a:avLst/>
          </a:prstGeom>
          <a:solidFill>
            <a:schemeClr val="bg1">
              <a:lumMod val="85000"/>
            </a:schemeClr>
          </a:solidFill>
          <a:ln w="9525" cap="flat" cmpd="sng" algn="ctr">
            <a:noFill/>
            <a:prstDash val="solid"/>
            <a:round/>
            <a:headEnd type="none" w="med" len="med"/>
            <a:tailEnd type="none" w="med" len="med"/>
          </a:ln>
          <a:effectLst/>
        </p:spPr>
        <p:txBody>
          <a:bodyPr/>
          <a:lstStyle/>
          <a:p>
            <a:pPr>
              <a:defRPr/>
            </a:pPr>
            <a:endParaRPr lang="ko-KR" altLang="en-US" dirty="0">
              <a:ea typeface="굴림" panose="020B0600000101010101" pitchFamily="50" charset="-127"/>
              <a:cs typeface="Arial" charset="0"/>
            </a:endParaRPr>
          </a:p>
        </p:txBody>
      </p:sp>
      <p:sp>
        <p:nvSpPr>
          <p:cNvPr id="3" name="직사각형 2">
            <a:extLst>
              <a:ext uri="{FF2B5EF4-FFF2-40B4-BE49-F238E27FC236}">
                <a16:creationId xmlns:a16="http://schemas.microsoft.com/office/drawing/2014/main" id="{1F9860D8-C18F-7EC5-A0E2-18B7024D6522}"/>
              </a:ext>
            </a:extLst>
          </p:cNvPr>
          <p:cNvSpPr/>
          <p:nvPr userDrawn="1"/>
        </p:nvSpPr>
        <p:spPr bwMode="auto">
          <a:xfrm>
            <a:off x="3175" y="1844675"/>
            <a:ext cx="9899650" cy="144463"/>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ko-KR" altLang="en-US" dirty="0">
              <a:ea typeface="굴림" panose="020B0600000101010101" pitchFamily="50" charset="-127"/>
              <a:cs typeface="Arial" charset="0"/>
            </a:endParaRPr>
          </a:p>
        </p:txBody>
      </p:sp>
      <p:pic>
        <p:nvPicPr>
          <p:cNvPr id="4" name="그림 3">
            <a:extLst>
              <a:ext uri="{FF2B5EF4-FFF2-40B4-BE49-F238E27FC236}">
                <a16:creationId xmlns:a16="http://schemas.microsoft.com/office/drawing/2014/main" id="{860DCF09-EB3B-354B-6A0E-F59349532834}"/>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977188" y="77788"/>
            <a:ext cx="18891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텍스트 개체 틀 18"/>
          <p:cNvSpPr>
            <a:spLocks noGrp="1"/>
          </p:cNvSpPr>
          <p:nvPr>
            <p:ph type="body" sz="quarter" idx="13"/>
          </p:nvPr>
        </p:nvSpPr>
        <p:spPr>
          <a:xfrm>
            <a:off x="0" y="1052736"/>
            <a:ext cx="9906000" cy="720155"/>
          </a:xfrm>
          <a:prstGeom prst="rect">
            <a:avLst/>
          </a:prstGeom>
        </p:spPr>
        <p:txBody>
          <a:bodyPr anchor="ctr" anchorCtr="0"/>
          <a:lstStyle>
            <a:lvl1pPr algn="ctr">
              <a:buNone/>
              <a:defRPr sz="2800" b="1"/>
            </a:lvl1pPr>
          </a:lstStyle>
          <a:p>
            <a:pPr lvl="0"/>
            <a:endParaRPr lang="ko-KR" altLang="en-US" dirty="0"/>
          </a:p>
        </p:txBody>
      </p:sp>
    </p:spTree>
    <p:extLst>
      <p:ext uri="{BB962C8B-B14F-4D97-AF65-F5344CB8AC3E}">
        <p14:creationId xmlns:p14="http://schemas.microsoft.com/office/powerpoint/2010/main" val="278733037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Blank / #">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B9EC89F1-0C31-53FD-4D4E-9EFC08F55A40}"/>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4B3E4D36-48D3-4D93-B05C-B73BA0AA6E88}"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95914044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Blank / #">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89E67CE6-20F1-11FB-338F-FC85B023512E}"/>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BCDC2554-1027-4EC9-A3B1-B32BAFFDB7B2}"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9597866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2.xml"/><Relationship Id="rId13" Type="http://schemas.openxmlformats.org/officeDocument/2006/relationships/slideLayout" Target="../slideLayouts/slideLayout17.xml"/><Relationship Id="rId3" Type="http://schemas.openxmlformats.org/officeDocument/2006/relationships/slideLayout" Target="../slideLayouts/slideLayout7.xml"/><Relationship Id="rId7" Type="http://schemas.openxmlformats.org/officeDocument/2006/relationships/slideLayout" Target="../slideLayouts/slideLayout11.xml"/><Relationship Id="rId12" Type="http://schemas.openxmlformats.org/officeDocument/2006/relationships/slideLayout" Target="../slideLayouts/slideLayout16.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11" Type="http://schemas.openxmlformats.org/officeDocument/2006/relationships/slideLayout" Target="../slideLayouts/slideLayout15.xml"/><Relationship Id="rId5" Type="http://schemas.openxmlformats.org/officeDocument/2006/relationships/slideLayout" Target="../slideLayouts/slideLayout9.xml"/><Relationship Id="rId10" Type="http://schemas.openxmlformats.org/officeDocument/2006/relationships/slideLayout" Target="../slideLayouts/slideLayout14.xml"/><Relationship Id="rId4" Type="http://schemas.openxmlformats.org/officeDocument/2006/relationships/slideLayout" Target="../slideLayouts/slideLayout8.xml"/><Relationship Id="rId9" Type="http://schemas.openxmlformats.org/officeDocument/2006/relationships/slideLayout" Target="../slideLayouts/slideLayout13.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5.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theme" Target="../theme/theme3.xml"/><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0" Type="http://schemas.openxmlformats.org/officeDocument/2006/relationships/slideLayout" Target="../slideLayouts/slideLayout27.xml"/><Relationship Id="rId4" Type="http://schemas.openxmlformats.org/officeDocument/2006/relationships/slideLayout" Target="../slideLayouts/slideLayout21.xml"/><Relationship Id="rId9" Type="http://schemas.openxmlformats.org/officeDocument/2006/relationships/slideLayout" Target="../slideLayouts/slideLayout26.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6.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theme" Target="../theme/theme4.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s>
</file>

<file path=ppt/slideMasters/_rels/slideMaster5.xml.rels><?xml version="1.0" encoding="UTF-8" standalone="yes"?>
<Relationships xmlns="http://schemas.openxmlformats.org/package/2006/relationships"><Relationship Id="rId3" Type="http://schemas.openxmlformats.org/officeDocument/2006/relationships/slideLayout" Target="../slideLayouts/slideLayout42.xml"/><Relationship Id="rId2" Type="http://schemas.openxmlformats.org/officeDocument/2006/relationships/slideLayout" Target="../slideLayouts/slideLayout41.xml"/><Relationship Id="rId1" Type="http://schemas.openxmlformats.org/officeDocument/2006/relationships/slideLayout" Target="../slideLayouts/slideLayout40.xml"/><Relationship Id="rId4"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그림 6">
            <a:extLst>
              <a:ext uri="{FF2B5EF4-FFF2-40B4-BE49-F238E27FC236}">
                <a16:creationId xmlns:a16="http://schemas.microsoft.com/office/drawing/2014/main" id="{7637DFFD-0335-8D5D-A9F6-F78DEEBC6005}"/>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7977188" y="77788"/>
            <a:ext cx="18891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8709" name="Line 5">
            <a:extLst>
              <a:ext uri="{FF2B5EF4-FFF2-40B4-BE49-F238E27FC236}">
                <a16:creationId xmlns:a16="http://schemas.microsoft.com/office/drawing/2014/main" id="{573F235E-3258-DC6A-FD52-FEC4D42511E2}"/>
              </a:ext>
            </a:extLst>
          </p:cNvPr>
          <p:cNvSpPr>
            <a:spLocks noChangeShapeType="1"/>
          </p:cNvSpPr>
          <p:nvPr userDrawn="1"/>
        </p:nvSpPr>
        <p:spPr bwMode="auto">
          <a:xfrm>
            <a:off x="3175" y="625475"/>
            <a:ext cx="9899650" cy="0"/>
          </a:xfrm>
          <a:prstGeom prst="line">
            <a:avLst/>
          </a:prstGeom>
          <a:noFill/>
          <a:ln w="9525">
            <a:solidFill>
              <a:schemeClr val="tx1">
                <a:lumMod val="75000"/>
                <a:lumOff val="2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328710" name="Line 6">
            <a:extLst>
              <a:ext uri="{FF2B5EF4-FFF2-40B4-BE49-F238E27FC236}">
                <a16:creationId xmlns:a16="http://schemas.microsoft.com/office/drawing/2014/main" id="{461682DC-7F71-D2DF-4602-E969FF132B50}"/>
              </a:ext>
            </a:extLst>
          </p:cNvPr>
          <p:cNvSpPr>
            <a:spLocks noChangeShapeType="1"/>
          </p:cNvSpPr>
          <p:nvPr userDrawn="1"/>
        </p:nvSpPr>
        <p:spPr bwMode="auto">
          <a:xfrm>
            <a:off x="3175" y="6332538"/>
            <a:ext cx="9899650" cy="0"/>
          </a:xfrm>
          <a:prstGeom prst="line">
            <a:avLst/>
          </a:prstGeom>
          <a:noFill/>
          <a:ln w="9525">
            <a:solidFill>
              <a:schemeClr val="tx1">
                <a:lumMod val="75000"/>
                <a:lumOff val="2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10" name="Line 5">
            <a:extLst>
              <a:ext uri="{FF2B5EF4-FFF2-40B4-BE49-F238E27FC236}">
                <a16:creationId xmlns:a16="http://schemas.microsoft.com/office/drawing/2014/main" id="{9F860506-37DA-C830-9029-D49890F80B8A}"/>
              </a:ext>
            </a:extLst>
          </p:cNvPr>
          <p:cNvSpPr>
            <a:spLocks noChangeShapeType="1"/>
          </p:cNvSpPr>
          <p:nvPr userDrawn="1"/>
        </p:nvSpPr>
        <p:spPr bwMode="auto">
          <a:xfrm>
            <a:off x="3175" y="612775"/>
            <a:ext cx="9899650" cy="0"/>
          </a:xfrm>
          <a:prstGeom prst="line">
            <a:avLst/>
          </a:prstGeom>
          <a:noFill/>
          <a:ln w="9525">
            <a:solidFill>
              <a:schemeClr val="bg1">
                <a:lumMod val="7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11" name="Line 6">
            <a:extLst>
              <a:ext uri="{FF2B5EF4-FFF2-40B4-BE49-F238E27FC236}">
                <a16:creationId xmlns:a16="http://schemas.microsoft.com/office/drawing/2014/main" id="{6C84A7ED-3E3E-EE47-E9C6-F00D23BF9F0F}"/>
              </a:ext>
            </a:extLst>
          </p:cNvPr>
          <p:cNvSpPr>
            <a:spLocks noChangeShapeType="1"/>
          </p:cNvSpPr>
          <p:nvPr userDrawn="1"/>
        </p:nvSpPr>
        <p:spPr bwMode="auto">
          <a:xfrm>
            <a:off x="1588" y="6343650"/>
            <a:ext cx="9901237" cy="0"/>
          </a:xfrm>
          <a:prstGeom prst="line">
            <a:avLst/>
          </a:prstGeom>
          <a:noFill/>
          <a:ln w="9525">
            <a:solidFill>
              <a:schemeClr val="bg1">
                <a:lumMod val="7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Tree>
  </p:cSld>
  <p:clrMap bg1="lt1" tx1="dk1" bg2="lt2" tx2="dk2" accent1="accent1" accent2="accent2" accent3="accent3" accent4="accent4" accent5="accent5" accent6="accent6" hlink="hlink" folHlink="folHlink"/>
  <p:sldLayoutIdLst>
    <p:sldLayoutId id="2147486406" r:id="rId1"/>
    <p:sldLayoutId id="2147486407" r:id="rId2"/>
    <p:sldLayoutId id="2147486408" r:id="rId3"/>
    <p:sldLayoutId id="2147486409" r:id="rId4"/>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제목 개체 틀 1">
            <a:extLst>
              <a:ext uri="{FF2B5EF4-FFF2-40B4-BE49-F238E27FC236}">
                <a16:creationId xmlns:a16="http://schemas.microsoft.com/office/drawing/2014/main" id="{4AB67CEF-490D-037F-FEC1-77D2D6D59F89}"/>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2051" name="텍스트 개체 틀 2">
            <a:extLst>
              <a:ext uri="{FF2B5EF4-FFF2-40B4-BE49-F238E27FC236}">
                <a16:creationId xmlns:a16="http://schemas.microsoft.com/office/drawing/2014/main" id="{147F65C7-9786-8581-8D0A-08A5FFDA0036}"/>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1915BD19-CAFA-DF9C-5D8F-9C39EAE8D5BD}"/>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9EB10E83-368F-45B3-BD6A-8C2911493CE4}"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3669E5FC-2C49-6A99-DC3D-8D5EA1F23226}"/>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DE6611FF-1DA9-D97A-C730-B159BEE67510}"/>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33A53390-7E46-42F6-8D12-77DBA38571BB}"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70" r:id="rId1"/>
    <p:sldLayoutId id="2147486371" r:id="rId2"/>
    <p:sldLayoutId id="2147486372" r:id="rId3"/>
    <p:sldLayoutId id="2147486373" r:id="rId4"/>
    <p:sldLayoutId id="2147486374" r:id="rId5"/>
    <p:sldLayoutId id="2147486375" r:id="rId6"/>
    <p:sldLayoutId id="2147486376" r:id="rId7"/>
    <p:sldLayoutId id="2147486377" r:id="rId8"/>
    <p:sldLayoutId id="2147486378" r:id="rId9"/>
    <p:sldLayoutId id="2147486379" r:id="rId10"/>
    <p:sldLayoutId id="2147486380" r:id="rId11"/>
    <p:sldLayoutId id="2147486381" r:id="rId12"/>
    <p:sldLayoutId id="2147486382" r:id="rId13"/>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4" name="제목 개체 틀 1">
            <a:extLst>
              <a:ext uri="{FF2B5EF4-FFF2-40B4-BE49-F238E27FC236}">
                <a16:creationId xmlns:a16="http://schemas.microsoft.com/office/drawing/2014/main" id="{1C65FF9B-3DD2-E29E-2BF6-49D475DD318A}"/>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3075" name="텍스트 개체 틀 2">
            <a:extLst>
              <a:ext uri="{FF2B5EF4-FFF2-40B4-BE49-F238E27FC236}">
                <a16:creationId xmlns:a16="http://schemas.microsoft.com/office/drawing/2014/main" id="{B843146D-55D5-0E71-E81B-A01CE19D5B82}"/>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C899D4CE-17DA-6129-E3D9-08DCAA68668D}"/>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E604EF36-A6BA-44CC-B59F-0473672E36D7}"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170D77DB-52E6-2743-C653-58E1E005399A}"/>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F8B73AF2-85CD-086E-F5CC-FA12BE753B4B}"/>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9CB5003C-FF5B-4E51-9F37-786D420D94A7}"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83" r:id="rId1"/>
    <p:sldLayoutId id="2147486384" r:id="rId2"/>
    <p:sldLayoutId id="2147486385" r:id="rId3"/>
    <p:sldLayoutId id="2147486386" r:id="rId4"/>
    <p:sldLayoutId id="2147486387" r:id="rId5"/>
    <p:sldLayoutId id="2147486388" r:id="rId6"/>
    <p:sldLayoutId id="2147486389" r:id="rId7"/>
    <p:sldLayoutId id="2147486390" r:id="rId8"/>
    <p:sldLayoutId id="2147486391" r:id="rId9"/>
    <p:sldLayoutId id="2147486392" r:id="rId10"/>
    <p:sldLayoutId id="2147486393" r:id="rId11"/>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98" name="제목 개체 틀 1">
            <a:extLst>
              <a:ext uri="{FF2B5EF4-FFF2-40B4-BE49-F238E27FC236}">
                <a16:creationId xmlns:a16="http://schemas.microsoft.com/office/drawing/2014/main" id="{E38FDCB7-D132-8B33-A007-9DBA1E62E7F9}"/>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4099" name="텍스트 개체 틀 2">
            <a:extLst>
              <a:ext uri="{FF2B5EF4-FFF2-40B4-BE49-F238E27FC236}">
                <a16:creationId xmlns:a16="http://schemas.microsoft.com/office/drawing/2014/main" id="{D372058D-3058-2B30-064E-05443909221E}"/>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5DCAFCA8-DEDE-BABE-1071-E9138FC69CBC}"/>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C64E2FE2-59B3-4EFF-A7F2-A95E052E7D67}"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9B6297C7-C44C-2C6D-678E-6DBEAB916F26}"/>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62B63FE0-8C1F-963A-EC94-339309DB90FB}"/>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9D07C840-7147-4B23-8340-E405130468C2}"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94" r:id="rId1"/>
    <p:sldLayoutId id="2147486395" r:id="rId2"/>
    <p:sldLayoutId id="2147486396" r:id="rId3"/>
    <p:sldLayoutId id="2147486397" r:id="rId4"/>
    <p:sldLayoutId id="2147486398" r:id="rId5"/>
    <p:sldLayoutId id="2147486399" r:id="rId6"/>
    <p:sldLayoutId id="2147486400" r:id="rId7"/>
    <p:sldLayoutId id="2147486401" r:id="rId8"/>
    <p:sldLayoutId id="2147486402" r:id="rId9"/>
    <p:sldLayoutId id="2147486403" r:id="rId10"/>
    <p:sldLayoutId id="2147486404" r:id="rId11"/>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6405" r:id="rId1"/>
    <p:sldLayoutId id="2147486410" r:id="rId2"/>
    <p:sldLayoutId id="2147486411" r:id="rId3"/>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6412" r:id="rId1"/>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텍스트 개체 틀 10">
            <a:extLst>
              <a:ext uri="{FF2B5EF4-FFF2-40B4-BE49-F238E27FC236}">
                <a16:creationId xmlns:a16="http://schemas.microsoft.com/office/drawing/2014/main" id="{ED0BB33E-741D-3BC8-919D-6CEDDFE6EA12}"/>
              </a:ext>
            </a:extLst>
          </p:cNvPr>
          <p:cNvSpPr>
            <a:spLocks noGrp="1"/>
          </p:cNvSpPr>
          <p:nvPr>
            <p:ph type="body" sz="quarter" idx="13"/>
          </p:nvPr>
        </p:nvSpPr>
        <p:spPr bwMode="auto">
          <a:xfrm>
            <a:off x="0" y="1052513"/>
            <a:ext cx="9906000" cy="7207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compatLnSpc="1">
            <a:prstTxWarp prst="textNoShape">
              <a:avLst/>
            </a:prstTxWarp>
          </a:bodyPr>
          <a:lstStyle/>
          <a:p>
            <a:pPr latinLnBrk="0" marL="0" indent="0" eaLnBrk="1" hangingPunct="1">
              <a:spcBef>
                <a:spcPct val="0"/>
              </a:spcBef>
            </a:pPr>
            <a:r>
              <a:rPr lang="en-US" altLang="ko-KR">
                <a:solidFill>
                  <a:schemeClr val="tx2"/>
                </a:solidFill>
                <a:latin typeface="Arial" panose="020B0604020202020204" pitchFamily="34" charset="0"/>
                <a:ea typeface="맑은 고딕" panose="020B0503020000020004" pitchFamily="34" charset="-127"/>
                <a:cs typeface="Arial" panose="020B0604020202020204" pitchFamily="34" charset="0"/>
              </a:rPr>
              <a:t>Zaplist</a:t>
            </a:r>
            <a:endParaRPr lang="ko-KR" altLang="en-US">
              <a:solidFill>
                <a:schemeClr val="tx2"/>
              </a:solidFill>
              <a:latin typeface="Arial" panose="020B0604020202020204" pitchFamily="34" charset="0"/>
              <a:ea typeface="맑은 고딕" panose="020B0503020000020004" pitchFamily="34" charset="-127"/>
              <a:cs typeface="Arial" panose="020B0604020202020204" pitchFamily="34" charset="0"/>
            </a:endParaRPr>
          </a:p>
        </p:txBody>
      </p:sp>
      <p:sp>
        <p:nvSpPr>
          <p:cNvPr id="14339" name="텍스트 개체 틀 7">
            <a:extLst>
              <a:ext uri="{FF2B5EF4-FFF2-40B4-BE49-F238E27FC236}">
                <a16:creationId xmlns:a16="http://schemas.microsoft.com/office/drawing/2014/main" id="{A40DECC8-916F-BEB6-12CE-089CD3F722F4}"/>
              </a:ext>
            </a:extLst>
          </p:cNvPr>
          <p:cNvSpPr txBox="1">
            <a:spLocks/>
          </p:cNvSpPr>
          <p:nvPr/>
        </p:nvSpPr>
        <p:spPr bwMode="auto">
          <a:xfrm>
            <a:off x="273050" y="188913"/>
            <a:ext cx="446405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36000" rIns="0" anchor="ctr"/>
          <a:lstStyle>
            <a:lvl1pPr marL="342900" indent="-342900">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spcBef>
                <a:spcPct val="20000"/>
              </a:spcBef>
            </a:pPr>
            <a:r>
              <a:rPr kumimoji="1" lang="en-US" altLang="ko-KR" sz="1500">
                <a:latin typeface="Arial" panose="020B0604020202020204" pitchFamily="34" charset="0"/>
                <a:ea typeface="맑은 고딕" panose="020B0503020000020004" pitchFamily="34" charset="-127"/>
                <a:cs typeface="Arial" panose="020B0604020202020204" pitchFamily="34" charset="0"/>
              </a:rPr>
              <a:t>UX Scenario Document File Version 4.3</a:t>
            </a:r>
            <a:endParaRPr kumimoji="1" lang="ko-KR" altLang="en-US" sz="1500">
              <a:latin typeface="Arial" panose="020B0604020202020204" pitchFamily="34" charset="0"/>
              <a:ea typeface="맑은 고딕" panose="020B0503020000020004" pitchFamily="34" charset="-127"/>
              <a:cs typeface="Arial" panose="020B0604020202020204" pitchFamily="34" charset="0"/>
            </a:endParaRPr>
          </a:p>
        </p:txBody>
      </p:sp>
      <p:graphicFrame>
        <p:nvGraphicFramePr>
          <p:cNvPr id="13" name="표 12">
            <a:extLst>
              <a:ext uri="{FF2B5EF4-FFF2-40B4-BE49-F238E27FC236}">
                <a16:creationId xmlns:a16="http://schemas.microsoft.com/office/drawing/2014/main" id="{E71E941B-D581-7A29-DF29-41993A262046}"/>
              </a:ext>
            </a:extLst>
          </p:cNvPr>
          <p:cNvGraphicFramePr>
            <a:graphicFrameLocks noGrp="1"/>
          </p:cNvGraphicFramePr>
          <p:nvPr>
            <p:extLst>
              <p:ext uri="{D42A27DB-BD31-4B8C-83A1-F6EECF244321}">
                <p14:modId xmlns:p14="http://schemas.microsoft.com/office/powerpoint/2010/main" val="3221181116"/>
              </p:ext>
            </p:extLst>
          </p:nvPr>
        </p:nvGraphicFramePr>
        <p:xfrm>
          <a:off x="4521200" y="4797425"/>
          <a:ext cx="4932363" cy="1493838"/>
        </p:xfrm>
        <a:graphic>
          <a:graphicData uri="http://schemas.openxmlformats.org/drawingml/2006/table">
            <a:tbl>
              <a:tblPr firstRow="1" bandRow="1">
                <a:tableStyleId>{5C22544A-7EE6-4342-B048-85BDC9FD1C3A}</a:tableStyleId>
              </a:tblPr>
              <a:tblGrid>
                <a:gridCol w="1836135">
                  <a:extLst>
                    <a:ext uri="{9D8B030D-6E8A-4147-A177-3AD203B41FA5}">
                      <a16:colId xmlns:a16="http://schemas.microsoft.com/office/drawing/2014/main" val="20000"/>
                    </a:ext>
                  </a:extLst>
                </a:gridCol>
                <a:gridCol w="3096228">
                  <a:extLst>
                    <a:ext uri="{9D8B030D-6E8A-4147-A177-3AD203B41FA5}">
                      <a16:colId xmlns:a16="http://schemas.microsoft.com/office/drawing/2014/main" val="20001"/>
                    </a:ext>
                  </a:extLst>
                </a:gridCol>
              </a:tblGrid>
              <a:tr h="335351">
                <a:tc>
                  <a:txBody>
                    <a:bodyPr/>
                    <a:lstStyle/>
                    <a:p>
                      <a:pPr algn="r" latinLnBrk="0"/>
                      <a:r>
                        <a:rPr lang="en-US" altLang="ko-KR" sz="1600" b="1" dirty="0">
                          <a:solidFill>
                            <a:schemeClr val="tx1"/>
                          </a:solidFill>
                          <a:latin typeface="Arial" pitchFamily="34" charset="0"/>
                          <a:ea typeface="맑은 고딕" pitchFamily="50" charset="-127"/>
                          <a:cs typeface="Arial" pitchFamily="34" charset="0"/>
                        </a:rPr>
                        <a:t>Submission Date</a:t>
                      </a:r>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solidFill>
                            <a:schemeClr val="tx1"/>
                          </a:solidFill>
                          <a:latin typeface="Arial" pitchFamily="34" charset="0"/>
                          <a:cs typeface="Arial" pitchFamily="34" charset="0"/>
                        </a:rPr>
                        <a:t>2026 / 10 / 10</a:t>
                      </a:r>
                      <a:endParaRPr lang="ko-KR" altLang="en-US" sz="1600" b="0" i="0" dirty="0">
                        <a:solidFill>
                          <a:schemeClr val="tx1"/>
                        </a:solidFill>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0"/>
                  </a:ext>
                </a:extLst>
              </a:tr>
              <a:tr h="335351">
                <a:tc>
                  <a:txBody>
                    <a:bodyPr/>
                    <a:lstStyle/>
                    <a:p>
                      <a:pPr algn="r" latinLnBrk="0"/>
                      <a:r>
                        <a:rPr lang="en-US" altLang="ko-KR" sz="1600" b="1" dirty="0">
                          <a:solidFill>
                            <a:schemeClr val="tx1"/>
                          </a:solidFill>
                          <a:latin typeface="Arial" pitchFamily="34" charset="0"/>
                          <a:ea typeface="맑은 고딕" pitchFamily="50" charset="-127"/>
                          <a:cs typeface="Arial" pitchFamily="34" charset="0"/>
                        </a:rPr>
                        <a:t>App Ver.</a:t>
                      </a:r>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solidFill>
                            <a:schemeClr val="tx1"/>
                          </a:solidFill>
                          <a:latin typeface="Arial" pitchFamily="34" charset="0"/>
                          <a:cs typeface="Arial" pitchFamily="34" charset="0"/>
                        </a:rPr>
                        <a:t>1.0.0</a:t>
                      </a:r>
                      <a:endParaRPr lang="ko-KR" altLang="en-US" sz="1600" b="0" i="0" dirty="0">
                        <a:solidFill>
                          <a:schemeClr val="tx1"/>
                        </a:solidFill>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823136">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ko-KR" sz="1600" b="1" dirty="0">
                          <a:solidFill>
                            <a:schemeClr val="tx1"/>
                          </a:solidFill>
                          <a:latin typeface="Arial" pitchFamily="34" charset="0"/>
                          <a:ea typeface="맑은 고딕" pitchFamily="50" charset="-127"/>
                          <a:cs typeface="Arial" pitchFamily="34" charset="0"/>
                        </a:rPr>
                        <a:t>App Developer</a:t>
                      </a:r>
                      <a:endParaRPr lang="ko-KR" altLang="en-US" sz="1600" b="1" dirty="0">
                        <a:solidFill>
                          <a:schemeClr val="tx1"/>
                        </a:solidFill>
                        <a:latin typeface="Arial" pitchFamily="34" charset="0"/>
                        <a:ea typeface="맑은 고딕" pitchFamily="50" charset="-127"/>
                        <a:cs typeface="Arial" pitchFamily="34" charset="0"/>
                      </a:endParaRPr>
                    </a:p>
                    <a:p>
                      <a:pPr algn="r" latinLnBrk="0"/>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latin typeface="Arial" pitchFamily="34" charset="0"/>
                          <a:cs typeface="Arial" pitchFamily="34" charset="0"/>
                        </a:rPr>
                        <a:t>Name: Zaplist</a:t>
                      </a:r>
                    </a:p>
                    <a:p>
                      <a:pPr latinLnBrk="0"/>
                      <a:r>
                        <a:rPr lang="en-US" altLang="ko-KR" sz="1600" b="0" i="0">
                          <a:latin typeface="Arial" pitchFamily="34" charset="0"/>
                          <a:cs typeface="Arial" pitchFamily="34" charset="0"/>
                        </a:rPr>
                        <a:t>E-mail address: nomoredazzling@gmail.com</a:t>
                      </a:r>
                      <a:endParaRPr lang="ko-KR" altLang="en-US" sz="1600" b="0" i="0" dirty="0">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39">
            <a:extLst>
              <a:ext uri="{FF2B5EF4-FFF2-40B4-BE49-F238E27FC236}">
                <a16:creationId xmlns:a16="http://schemas.microsoft.com/office/drawing/2014/main" id="{0014EAAE-4C93-904B-BEEE-729F3DBE4581}"/>
              </a:ext>
            </a:extLst>
          </p:cNvPr>
          <p:cNvSpPr>
            <a:spLocks noChangeArrowheads="1"/>
          </p:cNvSpPr>
          <p:nvPr/>
        </p:nvSpPr>
        <p:spPr bwMode="auto">
          <a:xfrm>
            <a:off x="2289175" y="2409825"/>
            <a:ext cx="4895850" cy="2879725"/>
          </a:xfrm>
          <a:prstGeom prst="rect">
            <a:avLst/>
          </a:prstGeom>
          <a:noFill/>
          <a:ln w="12700" algn="ctr">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endParaRPr lang="ko-KR" altLang="en-US">
              <a:latin typeface="Arial" panose="020B0604020202020204" pitchFamily="34" charset="0"/>
              <a:cs typeface="Arial" panose="020B0604020202020204" pitchFamily="34" charset="0"/>
            </a:endParaRPr>
          </a:p>
        </p:txBody>
      </p:sp>
      <p:sp>
        <p:nvSpPr>
          <p:cNvPr id="17" name="텍스트 개체 틀 16">
            <a:extLst>
              <a:ext uri="{FF2B5EF4-FFF2-40B4-BE49-F238E27FC236}">
                <a16:creationId xmlns:a16="http://schemas.microsoft.com/office/drawing/2014/main" id="{358D04FA-41BE-19E4-FE74-238C7F4118A1}"/>
              </a:ext>
            </a:extLst>
          </p:cNvPr>
          <p:cNvSpPr>
            <a:spLocks noGrp="1"/>
          </p:cNvSpPr>
          <p:nvPr>
            <p:ph type="body" sz="quarter" idx="13"/>
          </p:nvPr>
        </p:nvSpPr>
        <p:spPr>
          <a:xfrm>
            <a:off x="3008313" y="1484313"/>
            <a:ext cx="4032250" cy="523875"/>
          </a:xfrm>
        </p:spPr>
        <p:txBody>
          <a:bodyPr/>
          <a:lstStyle/>
          <a:p>
            <a:pPr latinLnBrk="0">
              <a:defRPr/>
            </a:pPr>
            <a:r>
              <a:rPr lang="en-US" altLang="ko-KR" sz="2800">
                <a:latin typeface="Arial" pitchFamily="34" charset="0"/>
                <a:ea typeface="돋움" pitchFamily="50" charset="-127"/>
                <a:cs typeface="Arial" pitchFamily="34" charset="0"/>
              </a:rPr>
              <a:t>Table of Contents</a:t>
            </a:r>
            <a:endParaRPr sz="2800">
              <a:latin typeface="Arial" pitchFamily="34" charset="0"/>
              <a:cs typeface="Arial" pitchFamily="34" charset="0"/>
            </a:endParaRPr>
          </a:p>
        </p:txBody>
      </p:sp>
      <p:sp>
        <p:nvSpPr>
          <p:cNvPr id="16388" name="텍스트 개체 틀 16">
            <a:extLst>
              <a:ext uri="{FF2B5EF4-FFF2-40B4-BE49-F238E27FC236}">
                <a16:creationId xmlns:a16="http://schemas.microsoft.com/office/drawing/2014/main" id="{F040F0DF-B41F-F3B9-E912-23CDB28C61F9}"/>
              </a:ext>
            </a:extLst>
          </p:cNvPr>
          <p:cNvSpPr txBox="1">
            <a:spLocks noChangeArrowheads="1"/>
          </p:cNvSpPr>
          <p:nvPr/>
        </p:nvSpPr>
        <p:spPr bwMode="auto">
          <a:xfrm>
            <a:off x="3584575" y="2563813"/>
            <a:ext cx="3816350" cy="2570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1. Basic Information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2. Document History</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3. Remote Control Keys</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4. Detailed Login Information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5. Main Page Description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6. Sub Page Description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7. Paid Content (not applicable)</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8. In-App Ad (not applicable)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a:extLst>
              <a:ext uri="{FF2B5EF4-FFF2-40B4-BE49-F238E27FC236}">
                <a16:creationId xmlns:a16="http://schemas.microsoft.com/office/drawing/2014/main" id="{CF681E9B-2551-3585-71D7-F3E135D6A086}"/>
              </a:ext>
            </a:extLst>
          </p:cNvPr>
          <p:cNvGraphicFramePr>
            <a:graphicFrameLocks noGrp="1"/>
          </p:cNvGraphicFramePr>
          <p:nvPr>
            <p:extLst>
              <p:ext uri="{D42A27DB-BD31-4B8C-83A1-F6EECF244321}">
                <p14:modId xmlns:p14="http://schemas.microsoft.com/office/powerpoint/2010/main" val="1479387838"/>
              </p:ext>
            </p:extLst>
          </p:nvPr>
        </p:nvGraphicFramePr>
        <p:xfrm>
          <a:off x="200025" y="668281"/>
          <a:ext cx="9577388" cy="5613040"/>
        </p:xfrm>
        <a:graphic>
          <a:graphicData uri="http://schemas.openxmlformats.org/drawingml/2006/table">
            <a:tbl>
              <a:tblPr firstRow="1" bandRow="1">
                <a:tableStyleId>{5C22544A-7EE6-4342-B048-85BDC9FD1C3A}</a:tableStyleId>
              </a:tblPr>
              <a:tblGrid>
                <a:gridCol w="1296188">
                  <a:extLst>
                    <a:ext uri="{9D8B030D-6E8A-4147-A177-3AD203B41FA5}">
                      <a16:colId xmlns:a16="http://schemas.microsoft.com/office/drawing/2014/main" val="20000"/>
                    </a:ext>
                  </a:extLst>
                </a:gridCol>
                <a:gridCol w="2232651">
                  <a:extLst>
                    <a:ext uri="{9D8B030D-6E8A-4147-A177-3AD203B41FA5}">
                      <a16:colId xmlns:a16="http://schemas.microsoft.com/office/drawing/2014/main" val="20001"/>
                    </a:ext>
                  </a:extLst>
                </a:gridCol>
                <a:gridCol w="2967170">
                  <a:extLst>
                    <a:ext uri="{9D8B030D-6E8A-4147-A177-3AD203B41FA5}">
                      <a16:colId xmlns:a16="http://schemas.microsoft.com/office/drawing/2014/main" val="20002"/>
                    </a:ext>
                  </a:extLst>
                </a:gridCol>
                <a:gridCol w="3081379">
                  <a:extLst>
                    <a:ext uri="{9D8B030D-6E8A-4147-A177-3AD203B41FA5}">
                      <a16:colId xmlns:a16="http://schemas.microsoft.com/office/drawing/2014/main" val="20003"/>
                    </a:ext>
                  </a:extLst>
                </a:gridCol>
              </a:tblGrid>
              <a:tr h="307695">
                <a:tc>
                  <a:txBody>
                    <a:bodyPr/>
                    <a:lstStyle/>
                    <a:p>
                      <a:pPr marL="228600" marR="0" indent="-228600" algn="ctr" defTabSz="914400" rtl="0" eaLnBrk="1" fontAlgn="auto" latinLnBrk="0" hangingPunct="1">
                        <a:lnSpc>
                          <a:spcPct val="100000"/>
                        </a:lnSpc>
                        <a:spcBef>
                          <a:spcPts val="0"/>
                        </a:spcBef>
                        <a:spcAft>
                          <a:spcPts val="0"/>
                        </a:spcAft>
                        <a:buClrTx/>
                        <a:buSzTx/>
                        <a:buFont typeface="+mj-lt"/>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Category</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228600" marR="0" indent="-228600" algn="ctr" defTabSz="914400" rtl="0" eaLnBrk="1" fontAlgn="auto" latinLnBrk="0" hangingPunct="1">
                        <a:lnSpc>
                          <a:spcPct val="100000"/>
                        </a:lnSpc>
                        <a:spcBef>
                          <a:spcPts val="0"/>
                        </a:spcBef>
                        <a:spcAft>
                          <a:spcPts val="0"/>
                        </a:spcAft>
                        <a:buClrTx/>
                        <a:buSzTx/>
                        <a:buFont typeface="+mj-lt"/>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Items</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ko-KR" sz="1200" b="1" i="0" kern="1200" baseline="0"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Input (By Developer)</a:t>
                      </a:r>
                      <a:endParaRPr lang="ko-KR" altLang="en-US" sz="1200" b="1" i="0" kern="1200" baseline="0"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Example</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extLst>
                  <a:ext uri="{0D108BD9-81ED-4DB2-BD59-A6C34878D82A}">
                    <a16:rowId xmlns:a16="http://schemas.microsoft.com/office/drawing/2014/main" val="10000"/>
                  </a:ext>
                </a:extLst>
              </a:tr>
              <a:tr h="237905">
                <a:tc rowSpan="1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App</a:t>
                      </a:r>
                      <a:r>
                        <a:rPr lang="en-US" altLang="ko-KR" sz="1000" b="1" baseline="0" dirty="0">
                          <a:solidFill>
                            <a:schemeClr val="tx1"/>
                          </a:solidFill>
                          <a:latin typeface="Arial" pitchFamily="34" charset="0"/>
                          <a:ea typeface="맑은 고딕" pitchFamily="50" charset="-127"/>
                          <a:cs typeface="Arial" pitchFamily="34" charset="0"/>
                        </a:rPr>
                        <a:t> </a:t>
                      </a:r>
                      <a:r>
                        <a:rPr lang="en-US" altLang="ko-KR" sz="1000" b="1" dirty="0">
                          <a:solidFill>
                            <a:schemeClr val="tx1"/>
                          </a:solidFill>
                          <a:latin typeface="Arial" pitchFamily="34" charset="0"/>
                          <a:ea typeface="맑은 고딕" pitchFamily="50" charset="-127"/>
                          <a:cs typeface="Arial" pitchFamily="34" charset="0"/>
                        </a:rPr>
                        <a:t>Information</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App Title</a:t>
                      </a:r>
                      <a:endParaRPr lang="ko-KR" altLang="en-US" sz="1000" b="1">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Zaplist</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1"/>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Category</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Entertainment</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Entertainment</a:t>
                      </a:r>
                      <a:r>
                        <a:rPr lang="en-US" altLang="ko-KR" sz="1000" b="0" baseline="0" dirty="0">
                          <a:solidFill>
                            <a:schemeClr val="tx1"/>
                          </a:solidFill>
                          <a:latin typeface="Arial" pitchFamily="34" charset="0"/>
                          <a:ea typeface="맑은 고딕" pitchFamily="50" charset="-127"/>
                          <a:cs typeface="Arial" pitchFamily="34" charset="0"/>
                        </a:rPr>
                        <a:t> / Game / Life</a:t>
                      </a:r>
                      <a:endParaRPr lang="ko-KR" altLang="en-US" sz="1000" b="0" i="1" u="sng">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2"/>
                  </a:ext>
                </a:extLst>
              </a:tr>
              <a:tr h="237905">
                <a:tc vMerge="1">
                  <a:txBody>
                    <a:bodyPr/>
                    <a:lstStyle/>
                    <a:p>
                      <a:pPr marL="228600" indent="-228600" algn="l" latinLnBrk="0">
                        <a:buFont typeface="+mj-lt"/>
                        <a:buNone/>
                      </a:pPr>
                      <a:endParaRPr lang="ko-KR" altLang="en-US"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File Type</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 (packaged </a:t>
                      </a:r>
                      <a:r>
                        <a:rPr lang="en-US" altLang="ko-KR" sz="900" b="1" i="0" kern="1200" baseline="0">
                          <a:solidFill>
                            <a:schemeClr val="tx1"/>
                          </a:solidFill>
                          <a:latin typeface="Arial" pitchFamily="34" charset="0"/>
                          <a:ea typeface="맑은 고딕" pitchFamily="50" charset="-127"/>
                          <a:cs typeface="Arial" pitchFamily="34" charset="0"/>
                        </a:rPr>
                        <a:t>IPK)</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Web / Adobe Flash /</a:t>
                      </a:r>
                      <a:r>
                        <a:rPr lang="en-US" altLang="ko-KR" sz="1000" b="0" baseline="0" dirty="0">
                          <a:solidFill>
                            <a:schemeClr val="tx1"/>
                          </a:solidFill>
                          <a:latin typeface="Arial" pitchFamily="34" charset="0"/>
                          <a:ea typeface="맑은 고딕" pitchFamily="50" charset="-127"/>
                          <a:cs typeface="Arial" pitchFamily="34" charset="0"/>
                        </a:rPr>
                        <a:t> Native</a:t>
                      </a:r>
                      <a:r>
                        <a:rPr lang="en-US" altLang="ko-KR" sz="1000" b="0" kern="1200" baseline="0" dirty="0">
                          <a:solidFill>
                            <a:schemeClr val="tx1"/>
                          </a:solidFill>
                          <a:latin typeface="Arial" pitchFamily="34" charset="0"/>
                          <a:ea typeface="맑은 고딕" pitchFamily="50" charset="-127"/>
                          <a:cs typeface="Arial" pitchFamily="34" charset="0"/>
                        </a:rPr>
                        <a:t> App</a:t>
                      </a:r>
                      <a:endParaRPr lang="ko-KR" altLang="en-US" sz="1000" b="0" i="1" u="sng">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3"/>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en-US" altLang="ko-KR"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Optimized Resolution</a:t>
                      </a:r>
                      <a:endParaRPr lang="ko-KR" altLang="en-US" sz="1000" b="1">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1920*1080</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1280*720 / 1910*1080</a:t>
                      </a:r>
                      <a:endParaRPr lang="ko-KR" altLang="en-US" sz="1000" b="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4"/>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en-US" altLang="ko-KR" sz="1000" b="1" dirty="0">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Service</a:t>
                      </a:r>
                      <a:r>
                        <a:rPr lang="en-US" altLang="ko-KR" sz="1000" b="1" baseline="0" dirty="0">
                          <a:solidFill>
                            <a:schemeClr val="tx1"/>
                          </a:solidFill>
                          <a:latin typeface="Arial" pitchFamily="34" charset="0"/>
                          <a:ea typeface="맑은 고딕" pitchFamily="50" charset="-127"/>
                          <a:cs typeface="Arial" pitchFamily="34" charset="0"/>
                        </a:rPr>
                        <a:t> Area Information</a:t>
                      </a:r>
                      <a:endParaRPr lang="en-US" altLang="ko-KR"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Global</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Global</a:t>
                      </a:r>
                      <a:r>
                        <a:rPr lang="en-US" altLang="ko-KR" sz="1000" b="0" baseline="0" dirty="0">
                          <a:solidFill>
                            <a:schemeClr val="tx1"/>
                          </a:solidFill>
                          <a:latin typeface="Arial" pitchFamily="34" charset="0"/>
                          <a:ea typeface="맑은 고딕" pitchFamily="50" charset="-127"/>
                          <a:cs typeface="Arial" pitchFamily="34" charset="0"/>
                        </a:rPr>
                        <a:t> / </a:t>
                      </a:r>
                      <a:r>
                        <a:rPr lang="en-US" altLang="ko-KR" sz="1000" b="0" dirty="0">
                          <a:solidFill>
                            <a:schemeClr val="tx1"/>
                          </a:solidFill>
                          <a:latin typeface="Arial" pitchFamily="34" charset="0"/>
                          <a:ea typeface="맑은 고딕" pitchFamily="50" charset="-127"/>
                          <a:cs typeface="Arial" pitchFamily="34" charset="0"/>
                        </a:rPr>
                        <a:t>KR,</a:t>
                      </a:r>
                      <a:r>
                        <a:rPr lang="en-US" altLang="ko-KR" sz="1000" b="0" baseline="0" dirty="0">
                          <a:solidFill>
                            <a:schemeClr val="tx1"/>
                          </a:solidFill>
                          <a:latin typeface="Arial" pitchFamily="34" charset="0"/>
                          <a:ea typeface="맑은 고딕" pitchFamily="50" charset="-127"/>
                          <a:cs typeface="Arial" pitchFamily="34" charset="0"/>
                        </a:rPr>
                        <a:t> US</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5"/>
                  </a:ext>
                </a:extLst>
              </a:tr>
              <a:tr h="237905">
                <a:tc vMerge="1">
                  <a:txBody>
                    <a:bodyPr/>
                    <a:lstStyle/>
                    <a:p>
                      <a:pPr marL="228600" indent="-228600" algn="l" latinLnBrk="0">
                        <a:buFont typeface="+mj-lt"/>
                        <a:buNone/>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App Service Language</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English</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English,</a:t>
                      </a:r>
                      <a:r>
                        <a:rPr lang="en-US" altLang="ko-KR" sz="1000" b="0" baseline="0" dirty="0">
                          <a:solidFill>
                            <a:schemeClr val="tx1"/>
                          </a:solidFill>
                          <a:latin typeface="Arial" pitchFamily="34" charset="0"/>
                          <a:ea typeface="맑은 고딕" pitchFamily="50" charset="-127"/>
                          <a:cs typeface="Arial" pitchFamily="34" charset="0"/>
                        </a:rPr>
                        <a:t> Spanish</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6"/>
                  </a:ext>
                </a:extLst>
              </a:tr>
              <a:tr h="237905">
                <a:tc vMerge="1">
                  <a:txBody>
                    <a:bodyPr/>
                    <a:lstStyle/>
                    <a:p>
                      <a:pPr marL="228600" indent="-228600" algn="l" latinLnBrk="0">
                        <a:buFont typeface="+mj-lt"/>
                        <a:buNone/>
                      </a:pPr>
                      <a:endParaRPr lang="ko-KR" altLang="en-US"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kern="0" dirty="0">
                          <a:solidFill>
                            <a:schemeClr val="tx1"/>
                          </a:solidFill>
                          <a:latin typeface="Arial" pitchFamily="34" charset="0"/>
                          <a:ea typeface="+mn-ea"/>
                          <a:cs typeface="Arial" pitchFamily="34" charset="0"/>
                        </a:rPr>
                        <a:t>Geo-IP Block</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No</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Yes / No</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7"/>
                  </a:ext>
                </a:extLst>
              </a:tr>
              <a:tr h="237905">
                <a:tc vMerge="1">
                  <a:txBody>
                    <a:bodyPr/>
                    <a:lstStyle/>
                    <a:p>
                      <a:pPr marL="228600" indent="-228600" algn="l" latinLnBrk="0">
                        <a:buFont typeface="+mj-lt"/>
                        <a:buNone/>
                      </a:pPr>
                      <a:endParaRPr lang="ko-KR" altLang="en-US" sz="1000" b="1" i="1" u="sng"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i="0" u="none" dirty="0">
                          <a:solidFill>
                            <a:schemeClr val="tx1"/>
                          </a:solidFill>
                          <a:latin typeface="Arial" pitchFamily="34" charset="0"/>
                          <a:ea typeface="맑은 고딕" pitchFamily="50" charset="-127"/>
                          <a:cs typeface="Arial" pitchFamily="34" charset="0"/>
                        </a:rPr>
                        <a:t>SDK</a:t>
                      </a:r>
                      <a:r>
                        <a:rPr lang="en-US" altLang="ko-KR" sz="1000" b="1" i="0" u="none" baseline="0" dirty="0">
                          <a:solidFill>
                            <a:schemeClr val="tx1"/>
                          </a:solidFill>
                          <a:latin typeface="Arial" pitchFamily="34" charset="0"/>
                          <a:ea typeface="맑은 고딕" pitchFamily="50" charset="-127"/>
                          <a:cs typeface="Arial" pitchFamily="34" charset="0"/>
                        </a:rPr>
                        <a:t> Version</a:t>
                      </a:r>
                      <a:endParaRPr lang="ko-KR" altLang="en-US" sz="1000" b="1" i="0" u="none"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webOS (webOS TV 4.0 and </a:t>
                      </a:r>
                      <a:r>
                        <a:rPr lang="en-US" altLang="ko-KR" sz="900" b="1" i="0" kern="1200" baseline="0">
                          <a:solidFill>
                            <a:schemeClr val="tx1"/>
                          </a:solidFill>
                          <a:latin typeface="Arial" pitchFamily="34" charset="0"/>
                          <a:ea typeface="맑은 고딕" pitchFamily="50" charset="-127"/>
                          <a:cs typeface="Arial" pitchFamily="34" charset="0"/>
                        </a:rPr>
                        <a:t>later)</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NetCast (XX. XX. XXX)</a:t>
                      </a:r>
                      <a:r>
                        <a:rPr lang="en-US" altLang="ko-KR" sz="1000" b="0" baseline="0" dirty="0">
                          <a:solidFill>
                            <a:schemeClr val="tx1"/>
                          </a:solidFill>
                          <a:latin typeface="Arial" pitchFamily="34" charset="0"/>
                          <a:ea typeface="맑은 고딕" pitchFamily="50" charset="-127"/>
                          <a:cs typeface="Arial" pitchFamily="34" charset="0"/>
                        </a:rPr>
                        <a:t> / </a:t>
                      </a:r>
                      <a:r>
                        <a:rPr lang="en-US" altLang="ko-KR" sz="1000" b="0" baseline="0" dirty="0" err="1">
                          <a:solidFill>
                            <a:schemeClr val="tx1"/>
                          </a:solidFill>
                          <a:latin typeface="Arial" pitchFamily="34" charset="0"/>
                          <a:ea typeface="맑은 고딕" pitchFamily="50" charset="-127"/>
                          <a:cs typeface="Arial" pitchFamily="34" charset="0"/>
                        </a:rPr>
                        <a:t>webOS</a:t>
                      </a:r>
                      <a:r>
                        <a:rPr lang="en-US" altLang="ko-KR" sz="1000" b="0" baseline="0" dirty="0">
                          <a:solidFill>
                            <a:schemeClr val="tx1"/>
                          </a:solidFill>
                          <a:latin typeface="Arial" pitchFamily="34" charset="0"/>
                          <a:ea typeface="맑은 고딕" pitchFamily="50" charset="-127"/>
                          <a:cs typeface="Arial" pitchFamily="34" charset="0"/>
                        </a:rPr>
                        <a:t> (X. X. X)</a:t>
                      </a:r>
                      <a:endParaRPr lang="ko-KR" altLang="en-US" sz="1000" b="0" i="1" u="sng"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8"/>
                  </a:ext>
                </a:extLst>
              </a:tr>
              <a:tr h="237905">
                <a:tc vMerge="1">
                  <a:txBody>
                    <a:bodyPr/>
                    <a:lstStyle/>
                    <a:p>
                      <a:pPr algn="l" latinLnBrk="0"/>
                      <a:endParaRPr lang="ko-KR" altLang="en-US" sz="1000" b="0"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baseline="0" dirty="0">
                          <a:solidFill>
                            <a:schemeClr val="tx1"/>
                          </a:solidFill>
                          <a:latin typeface="Arial" pitchFamily="34" charset="0"/>
                          <a:ea typeface="맑은 고딕" pitchFamily="50" charset="-127"/>
                          <a:cs typeface="Arial" pitchFamily="34" charset="0"/>
                        </a:rPr>
                        <a:t>In-App Ad</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dirty="0">
                          <a:solidFill>
                            <a:schemeClr val="tx1"/>
                          </a:solidFill>
                          <a:latin typeface="Arial" pitchFamily="34" charset="0"/>
                          <a:ea typeface="맑은 고딕" pitchFamily="50" charset="-127"/>
                          <a:cs typeface="Arial" pitchFamily="34" charset="0"/>
                        </a:rPr>
                        <a:t>Banner AD / AVOD / Not Applicable</a:t>
                      </a: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9"/>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Paid Content</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latinLnBrk="0"/>
                      <a:r>
                        <a:rPr lang="en-US" altLang="ko-KR" sz="900">
                          <a:solidFill>
                            <a:schemeClr val="tx1"/>
                          </a:solidFill>
                        </a:rPr>
                        <a:t>Not Applicable</a:t>
                      </a:r>
                      <a:endParaRPr lang="en-US" altLang="ko-KR" sz="900" dirty="0">
                        <a:solidFill>
                          <a:schemeClr val="tx1"/>
                        </a:solidFill>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Transaction / Subscription / Not Applicable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0"/>
                  </a:ext>
                </a:extLst>
              </a:tr>
              <a:tr h="237905">
                <a:tc vMerge="1">
                  <a:txBody>
                    <a:bodyPr/>
                    <a:lstStyle/>
                    <a:p>
                      <a:pPr latinLnBrk="0"/>
                      <a:endParaRPr lang="ko-KR" altLang="en-US"/>
                    </a:p>
                  </a:txBody>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Sound </a:t>
                      </a:r>
                      <a:r>
                        <a:rPr lang="en-US" altLang="ko-KR" sz="1000" b="0" dirty="0">
                          <a:solidFill>
                            <a:schemeClr val="tx1"/>
                          </a:solidFill>
                          <a:latin typeface="Arial" pitchFamily="34" charset="0"/>
                          <a:ea typeface="맑은 고딕" pitchFamily="50" charset="-127"/>
                          <a:cs typeface="Arial" pitchFamily="34" charset="0"/>
                        </a:rPr>
                        <a:t>(For</a:t>
                      </a:r>
                      <a:r>
                        <a:rPr lang="en-US" altLang="ko-KR" sz="1000" b="0" baseline="0" dirty="0">
                          <a:solidFill>
                            <a:schemeClr val="tx1"/>
                          </a:solidFill>
                          <a:latin typeface="Arial" pitchFamily="34" charset="0"/>
                          <a:ea typeface="맑은 고딕" pitchFamily="50" charset="-127"/>
                          <a:cs typeface="Arial" pitchFamily="34" charset="0"/>
                        </a:rPr>
                        <a:t> Game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(not a game; no BGM or sound </a:t>
                      </a:r>
                      <a:r>
                        <a:rPr lang="en-US" altLang="ko-KR" sz="900" b="1" i="0" kern="1200" baseline="0">
                          <a:solidFill>
                            <a:schemeClr val="tx1"/>
                          </a:solidFill>
                          <a:latin typeface="Arial" pitchFamily="34" charset="0"/>
                          <a:ea typeface="맑은 고딕" pitchFamily="50" charset="-127"/>
                          <a:cs typeface="Arial" pitchFamily="34" charset="0"/>
                        </a:rPr>
                        <a:t>effects)</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BGM (Yes / No), Sound Effect (Yes / No)</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1"/>
                  </a:ext>
                </a:extLst>
              </a:tr>
              <a:tr h="237905">
                <a:tc rowSpan="3">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1" dirty="0">
                          <a:solidFill>
                            <a:schemeClr val="tx1"/>
                          </a:solidFill>
                          <a:latin typeface="Arial" pitchFamily="34" charset="0"/>
                          <a:ea typeface="맑은 고딕" pitchFamily="50" charset="-127"/>
                          <a:cs typeface="Arial" pitchFamily="34" charset="0"/>
                        </a:rPr>
                        <a:t>Test</a:t>
                      </a:r>
                      <a:r>
                        <a:rPr lang="en-US" altLang="ko-KR" sz="1000" b="1" baseline="0" dirty="0">
                          <a:solidFill>
                            <a:schemeClr val="tx1"/>
                          </a:solidFill>
                          <a:latin typeface="Arial" pitchFamily="34" charset="0"/>
                          <a:ea typeface="맑은 고딕" pitchFamily="50" charset="-127"/>
                          <a:cs typeface="Arial" pitchFamily="34" charset="0"/>
                        </a:rPr>
                        <a:t> Information</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Service URL</a:t>
                      </a:r>
                      <a:r>
                        <a:rPr lang="en-US" altLang="ko-KR" sz="1000" b="1" baseline="0" dirty="0">
                          <a:solidFill>
                            <a:schemeClr val="tx1"/>
                          </a:solidFill>
                          <a:latin typeface="Arial" pitchFamily="34" charset="0"/>
                          <a:ea typeface="맑은 고딕" pitchFamily="50" charset="-127"/>
                          <a:cs typeface="Arial" pitchFamily="34" charset="0"/>
                        </a:rPr>
                        <a:t> </a:t>
                      </a:r>
                      <a:r>
                        <a:rPr lang="en-US" altLang="ko-KR" sz="1000" b="0" dirty="0">
                          <a:solidFill>
                            <a:schemeClr val="tx1"/>
                          </a:solidFill>
                          <a:latin typeface="Arial" pitchFamily="34" charset="0"/>
                          <a:ea typeface="맑은 고딕" pitchFamily="50" charset="-127"/>
                          <a:cs typeface="Arial" pitchFamily="34" charset="0"/>
                        </a:rPr>
                        <a:t>(For Web</a:t>
                      </a:r>
                      <a:r>
                        <a:rPr lang="en-US" altLang="ko-KR" sz="1000" b="0" baseline="0" dirty="0">
                          <a:solidFill>
                            <a:schemeClr val="tx1"/>
                          </a:solidFill>
                          <a:latin typeface="Arial" pitchFamily="34" charset="0"/>
                          <a:ea typeface="맑은 고딕" pitchFamily="50" charset="-127"/>
                          <a:cs typeface="Arial" pitchFamily="34" charset="0"/>
                        </a:rPr>
                        <a:t>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(packaged app)</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baseline="0" dirty="0">
                          <a:solidFill>
                            <a:schemeClr val="tx1"/>
                          </a:solidFill>
                          <a:latin typeface="Arial" pitchFamily="34" charset="0"/>
                          <a:ea typeface="맑은 고딕" pitchFamily="50" charset="-127"/>
                          <a:cs typeface="Arial" pitchFamily="34" charset="0"/>
                        </a:rPr>
                        <a:t>URL for LG Smart World/</a:t>
                      </a:r>
                      <a:r>
                        <a:rPr lang="en-US" altLang="ko-KR" sz="1000" b="0" dirty="0">
                          <a:solidFill>
                            <a:schemeClr val="tx1"/>
                          </a:solidFill>
                          <a:latin typeface="Arial" pitchFamily="34" charset="0"/>
                          <a:ea typeface="맑은 고딕" pitchFamily="50" charset="-127"/>
                          <a:cs typeface="Arial" pitchFamily="34" charset="0"/>
                        </a:rPr>
                        <a:t>LG</a:t>
                      </a:r>
                      <a:r>
                        <a:rPr lang="en-US" altLang="ko-KR" sz="1000" b="0" baseline="0" dirty="0">
                          <a:solidFill>
                            <a:schemeClr val="tx1"/>
                          </a:solidFill>
                          <a:latin typeface="Arial" pitchFamily="34" charset="0"/>
                          <a:ea typeface="맑은 고딕" pitchFamily="50" charset="-127"/>
                          <a:cs typeface="Arial" pitchFamily="34" charset="0"/>
                        </a:rPr>
                        <a:t> Content Store</a:t>
                      </a:r>
                      <a:endParaRPr lang="en-US" altLang="ko-KR"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2"/>
                  </a:ext>
                </a:extLst>
              </a:tr>
              <a:tr h="535281">
                <a:tc vMerge="1">
                  <a:txBody>
                    <a:bodyPr/>
                    <a:lstStyle/>
                    <a:p>
                      <a:pPr algn="l" latinLnBrk="0"/>
                      <a:endParaRPr lang="ko-KR" altLang="en-US" sz="1000" b="0" dirty="0">
                        <a:solidFill>
                          <a:srgbClr val="FF0000"/>
                        </a:solidFill>
                        <a:latin typeface="Arial" pitchFamily="34" charset="0"/>
                        <a:ea typeface="맑은 고딕" pitchFamily="50" charset="-127"/>
                        <a:cs typeface="Arial" pitchFamily="34" charset="0"/>
                      </a:endParaRPr>
                    </a:p>
                  </a:txBody>
                  <a:tcPr marL="91439" marR="91439" marT="45717" marB="45717"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Test URL </a:t>
                      </a:r>
                      <a:r>
                        <a:rPr lang="en-US" altLang="ko-KR" sz="1000" b="0" dirty="0">
                          <a:solidFill>
                            <a:schemeClr val="tx1"/>
                          </a:solidFill>
                          <a:latin typeface="Arial" pitchFamily="34" charset="0"/>
                          <a:ea typeface="맑은 고딕" pitchFamily="50" charset="-127"/>
                          <a:cs typeface="Arial" pitchFamily="34" charset="0"/>
                        </a:rPr>
                        <a:t>(For Web</a:t>
                      </a:r>
                      <a:r>
                        <a:rPr lang="en-US" altLang="ko-KR" sz="1000" b="0" baseline="0" dirty="0">
                          <a:solidFill>
                            <a:schemeClr val="tx1"/>
                          </a:solidFill>
                          <a:latin typeface="Arial" pitchFamily="34" charset="0"/>
                          <a:ea typeface="맑은 고딕" pitchFamily="50" charset="-127"/>
                          <a:cs typeface="Arial" pitchFamily="34" charset="0"/>
                        </a:rPr>
                        <a:t>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(the IPK is attached)</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baseline="0" dirty="0">
                          <a:solidFill>
                            <a:schemeClr val="tx1"/>
                          </a:solidFill>
                          <a:latin typeface="Arial" pitchFamily="34" charset="0"/>
                          <a:ea typeface="맑은 고딕" pitchFamily="50" charset="-127"/>
                          <a:cs typeface="Arial" pitchFamily="34" charset="0"/>
                        </a:rPr>
                        <a:t>URL only for QA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ko-KR" sz="900" b="0" baseline="0" dirty="0">
                          <a:solidFill>
                            <a:schemeClr val="tx1"/>
                          </a:solidFill>
                          <a:latin typeface="Arial" pitchFamily="34" charset="0"/>
                          <a:ea typeface="맑은 고딕" pitchFamily="50" charset="-127"/>
                          <a:cs typeface="Arial" pitchFamily="34" charset="0"/>
                        </a:rPr>
                        <a:t>(If necessary, please attach </a:t>
                      </a:r>
                      <a:r>
                        <a:rPr lang="en-US" altLang="ko-KR" sz="900" b="1" baseline="0" dirty="0">
                          <a:solidFill>
                            <a:schemeClr val="tx1"/>
                          </a:solidFill>
                          <a:latin typeface="Arial" pitchFamily="34" charset="0"/>
                          <a:ea typeface="맑은 고딕" pitchFamily="50" charset="-127"/>
                          <a:cs typeface="Arial" pitchFamily="34" charset="0"/>
                        </a:rPr>
                        <a:t>a test .</a:t>
                      </a:r>
                      <a:r>
                        <a:rPr lang="en-US" altLang="ko-KR" sz="900" b="1" baseline="0" dirty="0" err="1">
                          <a:solidFill>
                            <a:schemeClr val="tx1"/>
                          </a:solidFill>
                          <a:latin typeface="Arial" pitchFamily="34" charset="0"/>
                          <a:ea typeface="맑은 고딕" pitchFamily="50" charset="-127"/>
                          <a:cs typeface="Arial" pitchFamily="34" charset="0"/>
                        </a:rPr>
                        <a:t>ipk</a:t>
                      </a:r>
                      <a:r>
                        <a:rPr lang="en-US" altLang="ko-KR" sz="900" b="1" baseline="0" dirty="0">
                          <a:solidFill>
                            <a:schemeClr val="tx1"/>
                          </a:solidFill>
                          <a:latin typeface="Arial" pitchFamily="34" charset="0"/>
                          <a:ea typeface="맑은 고딕" pitchFamily="50" charset="-127"/>
                          <a:cs typeface="Arial" pitchFamily="34" charset="0"/>
                        </a:rPr>
                        <a:t> file </a:t>
                      </a:r>
                      <a:r>
                        <a:rPr lang="en-US" altLang="ko-KR" sz="900" b="0" baseline="0" dirty="0">
                          <a:solidFill>
                            <a:schemeClr val="tx1"/>
                          </a:solidFill>
                          <a:latin typeface="Arial" pitchFamily="34" charset="0"/>
                          <a:ea typeface="맑은 고딕" pitchFamily="50" charset="-127"/>
                          <a:cs typeface="Arial" pitchFamily="34" charset="0"/>
                        </a:rPr>
                        <a:t>to </a:t>
                      </a:r>
                      <a:r>
                        <a:rPr lang="en-US" altLang="ko-KR" sz="900" b="1" i="1" baseline="0" dirty="0">
                          <a:solidFill>
                            <a:srgbClr val="FF0000"/>
                          </a:solidFill>
                          <a:latin typeface="Arial" pitchFamily="34" charset="0"/>
                          <a:ea typeface="맑은 고딕" pitchFamily="50" charset="-127"/>
                          <a:cs typeface="Arial" pitchFamily="34" charset="0"/>
                        </a:rPr>
                        <a:t>Test IPK File or Test URL </a:t>
                      </a:r>
                      <a:r>
                        <a:rPr lang="en-US" altLang="ko-KR" sz="900" b="0" baseline="0" dirty="0">
                          <a:solidFill>
                            <a:schemeClr val="tx1"/>
                          </a:solidFill>
                          <a:latin typeface="Arial" pitchFamily="34" charset="0"/>
                          <a:ea typeface="맑은 고딕" pitchFamily="50" charset="-127"/>
                          <a:cs typeface="Arial" pitchFamily="34" charset="0"/>
                        </a:rPr>
                        <a:t>section at LG </a:t>
                      </a:r>
                      <a:r>
                        <a:rPr lang="en-US" altLang="ko-KR" sz="900" b="0" i="0" baseline="0" dirty="0">
                          <a:solidFill>
                            <a:schemeClr val="tx1"/>
                          </a:solidFill>
                          <a:latin typeface="Arial" pitchFamily="34" charset="0"/>
                          <a:ea typeface="맑은 고딕" pitchFamily="50" charset="-127"/>
                          <a:cs typeface="Arial" pitchFamily="34" charset="0"/>
                        </a:rPr>
                        <a:t>Seller Lounge</a:t>
                      </a:r>
                      <a:r>
                        <a:rPr lang="en-US" altLang="ko-KR" sz="900" b="0" baseline="0" dirty="0">
                          <a:solidFill>
                            <a:schemeClr val="tx1"/>
                          </a:solidFill>
                          <a:latin typeface="Arial" pitchFamily="34" charset="0"/>
                          <a:ea typeface="맑은 고딕" pitchFamily="50" charset="-127"/>
                          <a:cs typeface="Arial" pitchFamily="34" charset="0"/>
                        </a:rPr>
                        <a:t>)</a:t>
                      </a:r>
                      <a:endParaRPr lang="en-US" altLang="ko-KR" sz="9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3"/>
                  </a:ext>
                </a:extLst>
              </a:tr>
              <a:tr h="237905">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ko-KR" altLang="en-US" sz="1000" b="0" i="0" dirty="0">
                        <a:solidFill>
                          <a:srgbClr val="FF0000"/>
                        </a:solidFill>
                        <a:latin typeface="Arial" pitchFamily="34" charset="0"/>
                        <a:ea typeface="맑은 고딕" pitchFamily="50" charset="-127"/>
                        <a:cs typeface="Arial" pitchFamily="34" charset="0"/>
                      </a:endParaRPr>
                    </a:p>
                  </a:txBody>
                  <a:tcPr marL="91439" marR="91439" marT="45717" marB="45717"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1" i="0" baseline="0" dirty="0">
                          <a:solidFill>
                            <a:schemeClr val="tx1"/>
                          </a:solidFill>
                          <a:latin typeface="Arial" pitchFamily="34" charset="0"/>
                          <a:ea typeface="맑은 고딕" pitchFamily="50" charset="-127"/>
                          <a:cs typeface="Arial" pitchFamily="34" charset="0"/>
                        </a:rPr>
                        <a:t>Service Platform</a:t>
                      </a:r>
                      <a:endParaRPr lang="ko-KR" altLang="en-US" sz="1000" b="0" i="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webOS</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dirty="0">
                          <a:solidFill>
                            <a:schemeClr val="tx1"/>
                          </a:solidFill>
                          <a:latin typeface="Arial" pitchFamily="34" charset="0"/>
                          <a:ea typeface="맑은 고딕" pitchFamily="50" charset="-127"/>
                          <a:cs typeface="Arial" pitchFamily="34" charset="0"/>
                        </a:rPr>
                        <a:t>NetCast / webOS</a:t>
                      </a: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4"/>
                  </a:ext>
                </a:extLst>
              </a:tr>
              <a:tr h="1561276">
                <a:tc gridSpan="4">
                  <a:txBody>
                    <a:bodyPr/>
                    <a:lstStyle/>
                    <a:p>
                      <a:pPr latinLnBrk="0"/>
                      <a:r>
                        <a:rPr lang="en-US" altLang="ko-KR" sz="900" b="1" kern="1200" dirty="0">
                          <a:solidFill>
                            <a:schemeClr val="tx1"/>
                          </a:solidFill>
                          <a:latin typeface="Arial" pitchFamily="34" charset="0"/>
                          <a:ea typeface="돋움체" pitchFamily="49" charset="-127"/>
                          <a:cs typeface="Arial" pitchFamily="34" charset="0"/>
                        </a:rPr>
                        <a:t>Notes</a:t>
                      </a:r>
                    </a:p>
                    <a:p>
                      <a:pPr latinLnBrk="0"/>
                      <a:r>
                        <a:rPr lang="en-US" altLang="ko-KR" sz="900" kern="1200" dirty="0">
                          <a:solidFill>
                            <a:schemeClr val="tx1"/>
                          </a:solidFill>
                          <a:latin typeface="Arial" pitchFamily="34" charset="0"/>
                          <a:ea typeface="돋움체" pitchFamily="49" charset="-127"/>
                          <a:cs typeface="Arial" pitchFamily="34" charset="0"/>
                        </a:rPr>
                        <a:t>    1. Correct</a:t>
                      </a:r>
                      <a:r>
                        <a:rPr lang="en-US" altLang="ko-KR" sz="900" kern="1200" baseline="0" dirty="0">
                          <a:solidFill>
                            <a:schemeClr val="tx1"/>
                          </a:solidFill>
                          <a:latin typeface="Arial" pitchFamily="34" charset="0"/>
                          <a:ea typeface="돋움체" pitchFamily="49" charset="-127"/>
                          <a:cs typeface="Arial" pitchFamily="34" charset="0"/>
                        </a:rPr>
                        <a:t> and detailed </a:t>
                      </a:r>
                      <a:r>
                        <a:rPr lang="en-US" altLang="ko-KR" sz="900" kern="1200" dirty="0">
                          <a:solidFill>
                            <a:schemeClr val="tx1"/>
                          </a:solidFill>
                          <a:latin typeface="Arial" pitchFamily="34" charset="0"/>
                          <a:ea typeface="돋움체" pitchFamily="49" charset="-127"/>
                          <a:cs typeface="Arial" pitchFamily="34" charset="0"/>
                        </a:rPr>
                        <a:t>Basic</a:t>
                      </a:r>
                      <a:r>
                        <a:rPr lang="en-US" altLang="ko-KR" sz="900" kern="1200" baseline="0" dirty="0">
                          <a:solidFill>
                            <a:schemeClr val="tx1"/>
                          </a:solidFill>
                          <a:latin typeface="Arial" pitchFamily="34" charset="0"/>
                          <a:ea typeface="돋움체" pitchFamily="49" charset="-127"/>
                          <a:cs typeface="Arial" pitchFamily="34" charset="0"/>
                        </a:rPr>
                        <a:t> Information</a:t>
                      </a:r>
                      <a:r>
                        <a:rPr lang="ko-KR" altLang="en-US" sz="900" kern="1200" dirty="0">
                          <a:solidFill>
                            <a:schemeClr val="tx1"/>
                          </a:solidFill>
                          <a:latin typeface="Arial" pitchFamily="34" charset="0"/>
                          <a:ea typeface="돋움체" pitchFamily="49" charset="-127"/>
                          <a:cs typeface="Arial" pitchFamily="34" charset="0"/>
                        </a:rPr>
                        <a:t> </a:t>
                      </a:r>
                      <a:r>
                        <a:rPr lang="en-US" altLang="ko-KR" sz="900" kern="1200" dirty="0">
                          <a:solidFill>
                            <a:schemeClr val="tx1"/>
                          </a:solidFill>
                          <a:latin typeface="Arial" pitchFamily="34" charset="0"/>
                          <a:ea typeface="돋움체" pitchFamily="49" charset="-127"/>
                          <a:cs typeface="Arial" pitchFamily="34" charset="0"/>
                        </a:rPr>
                        <a:t>required for </a:t>
                      </a:r>
                      <a:r>
                        <a:rPr lang="en-US" altLang="ko-KR" sz="900" kern="1200" baseline="0" dirty="0">
                          <a:solidFill>
                            <a:schemeClr val="tx1"/>
                          </a:solidFill>
                          <a:latin typeface="Arial" pitchFamily="34" charset="0"/>
                          <a:ea typeface="돋움체" pitchFamily="49" charset="-127"/>
                          <a:cs typeface="Arial" pitchFamily="34" charset="0"/>
                        </a:rPr>
                        <a:t>App QA.</a:t>
                      </a:r>
                      <a:endParaRPr lang="en-US" altLang="ko-KR" sz="900" kern="1200" dirty="0">
                        <a:solidFill>
                          <a:schemeClr val="tx1"/>
                        </a:solidFill>
                        <a:latin typeface="Arial" pitchFamily="34" charset="0"/>
                        <a:ea typeface="돋움체" pitchFamily="49" charset="-127"/>
                        <a:cs typeface="Arial" pitchFamily="34" charset="0"/>
                      </a:endParaRPr>
                    </a:p>
                    <a:p>
                      <a:pPr latinLnBrk="0"/>
                      <a:r>
                        <a:rPr lang="en-US" altLang="ko-KR" sz="900" b="0" i="0" dirty="0">
                          <a:solidFill>
                            <a:schemeClr val="tx1"/>
                          </a:solidFill>
                          <a:latin typeface="Arial" pitchFamily="34" charset="0"/>
                          <a:ea typeface="맑은 고딕" pitchFamily="50" charset="-127"/>
                          <a:cs typeface="Arial" pitchFamily="34" charset="0"/>
                        </a:rPr>
                        <a:t>    2. </a:t>
                      </a:r>
                      <a:r>
                        <a:rPr lang="en-US" sz="900" kern="1200" dirty="0">
                          <a:solidFill>
                            <a:schemeClr val="tx1"/>
                          </a:solidFill>
                          <a:latin typeface="Arial" pitchFamily="34" charset="0"/>
                          <a:ea typeface="Arial Unicode MS" pitchFamily="50" charset="-127"/>
                          <a:cs typeface="Arial" pitchFamily="34" charset="0"/>
                        </a:rPr>
                        <a:t>If you indicate Geo-IP Blocking as “Yes” you must white list the range of IPs required by the QA Team for testing. </a:t>
                      </a:r>
                      <a:r>
                        <a:rPr lang="en-US" sz="900" i="0" kern="1200" dirty="0">
                          <a:solidFill>
                            <a:schemeClr val="tx1"/>
                          </a:solidFill>
                          <a:latin typeface="Arial" pitchFamily="34" charset="0"/>
                          <a:ea typeface="Arial Unicode MS" pitchFamily="50" charset="-127"/>
                          <a:cs typeface="Arial" pitchFamily="34" charset="0"/>
                        </a:rPr>
                        <a:t>Please request the range of IPs to white list through the </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LG</a:t>
                      </a:r>
                      <a:r>
                        <a:rPr lang="ko-KR" altLang="en-US" sz="900" i="0" kern="1200" dirty="0">
                          <a:solidFill>
                            <a:schemeClr val="tx1"/>
                          </a:solidFill>
                          <a:latin typeface="Arial" pitchFamily="34" charset="0"/>
                          <a:ea typeface="Arial Unicode MS" pitchFamily="50" charset="-127"/>
                          <a:cs typeface="Arial" pitchFamily="34" charset="0"/>
                        </a:rPr>
                        <a:t> </a:t>
                      </a:r>
                      <a:r>
                        <a:rPr lang="en-US" sz="900" i="0" kern="1200" dirty="0">
                          <a:solidFill>
                            <a:schemeClr val="tx1"/>
                          </a:solidFill>
                          <a:latin typeface="Arial" pitchFamily="34" charset="0"/>
                          <a:ea typeface="Arial Unicode MS" pitchFamily="50" charset="-127"/>
                          <a:cs typeface="Arial" pitchFamily="34" charset="0"/>
                        </a:rPr>
                        <a:t>Seller Lounge 1:1 Inquiry.</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3. You can use a 3rd party billing system for Paid Content. You shall be aware that you are liable for all claims arising from the use of a 3rd party billing system.</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4. You can monetize your application with in-app advertising services with a 3rd party ad platform. </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baseline="0" dirty="0">
                          <a:solidFill>
                            <a:schemeClr val="tx1"/>
                          </a:solidFill>
                          <a:latin typeface="Arial" pitchFamily="34" charset="0"/>
                          <a:ea typeface="Arial Unicode MS" pitchFamily="50" charset="-127"/>
                          <a:cs typeface="Arial" pitchFamily="34" charset="0"/>
                        </a:rPr>
                        <a:t>        </a:t>
                      </a:r>
                      <a:r>
                        <a:rPr lang="en-US" sz="900" i="0" kern="1200" dirty="0">
                          <a:solidFill>
                            <a:schemeClr val="tx1"/>
                          </a:solidFill>
                          <a:latin typeface="Arial" pitchFamily="34" charset="0"/>
                          <a:ea typeface="Arial Unicode MS" pitchFamily="50" charset="-127"/>
                          <a:cs typeface="Arial" pitchFamily="34" charset="0"/>
                        </a:rPr>
                        <a:t>Seller shall not violate LG’s content guideline and will be solely responsible for any claims from violation of the content guideline.</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5. </a:t>
                      </a:r>
                      <a:r>
                        <a:rPr lang="en-US" altLang="ko-KR" sz="900" i="0" kern="1200" dirty="0">
                          <a:solidFill>
                            <a:schemeClr val="tx1"/>
                          </a:solidFill>
                          <a:latin typeface="Arial" pitchFamily="34" charset="0"/>
                          <a:ea typeface="돋움체" pitchFamily="49" charset="-127"/>
                          <a:cs typeface="Arial" pitchFamily="34" charset="0"/>
                        </a:rPr>
                        <a:t>Game</a:t>
                      </a:r>
                      <a:r>
                        <a:rPr lang="en-US" altLang="ko-KR" sz="900" i="0" kern="1200" baseline="0" dirty="0">
                          <a:solidFill>
                            <a:schemeClr val="tx1"/>
                          </a:solidFill>
                          <a:latin typeface="Arial" pitchFamily="34" charset="0"/>
                          <a:ea typeface="돋움체" pitchFamily="49" charset="-127"/>
                          <a:cs typeface="Arial" pitchFamily="34" charset="0"/>
                        </a:rPr>
                        <a:t> apps: If there is sound, detailed description of the BGM / Sound Effects, etc. is required.</a:t>
                      </a:r>
                      <a:endParaRPr lang="en-US" altLang="ko-KR" sz="900" i="0" kern="1200" baseline="0" dirty="0">
                        <a:solidFill>
                          <a:schemeClr val="tx1"/>
                        </a:solidFill>
                        <a:latin typeface="Arial" pitchFamily="34" charset="0"/>
                        <a:ea typeface="Arial Unicode MS" pitchFamily="50" charset="-127"/>
                        <a:cs typeface="Arial"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i="0" kern="1200" baseline="0" dirty="0">
                          <a:solidFill>
                            <a:schemeClr val="tx1"/>
                          </a:solidFill>
                          <a:latin typeface="Arial" pitchFamily="34" charset="0"/>
                          <a:ea typeface="Arial Unicode MS" pitchFamily="50" charset="-127"/>
                          <a:cs typeface="Arial" pitchFamily="34" charset="0"/>
                        </a:rPr>
                        <a:t>    6. </a:t>
                      </a:r>
                      <a:r>
                        <a:rPr lang="en-US" altLang="ko-KR" sz="900" i="0" kern="1200" dirty="0">
                          <a:solidFill>
                            <a:schemeClr val="tx1"/>
                          </a:solidFill>
                          <a:latin typeface="Arial" pitchFamily="34" charset="0"/>
                          <a:ea typeface="Arial Unicode MS" pitchFamily="50" charset="-127"/>
                          <a:cs typeface="Arial" pitchFamily="34" charset="0"/>
                        </a:rPr>
                        <a:t>Even though there may be no payment process within the app itself, having any related payment process outside the app such as paying on the app’s website, converting to a paid account, etc., will categorize the app as having Paid Content. If this is the case for your app, add detailed guidelines regarding the app’s paid content on the UX Scenario document, and mark the Paid Content option as “Transaction” or “Subscription” on the LG Seller Lounge. You can also mark the both options together.</a:t>
                      </a:r>
                      <a:endParaRPr lang="ko-KR" altLang="ko-KR" sz="900" i="0" kern="1200" dirty="0">
                        <a:solidFill>
                          <a:schemeClr val="tx1"/>
                        </a:solidFill>
                        <a:highlight>
                          <a:srgbClr val="FFFF00"/>
                        </a:highlight>
                        <a:latin typeface="Arial" pitchFamily="34" charset="0"/>
                        <a:ea typeface="Arial Unicode MS"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solidFill>
                        <a:schemeClr val="tx1"/>
                      </a:solidFill>
                      <a:prstDash val="sysDot"/>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85000"/>
                      </a:schemeClr>
                    </a:solidFill>
                  </a:tcPr>
                </a:tc>
                <a:tc hMerge="1">
                  <a:txBody>
                    <a:bodyPr/>
                    <a:lstStyle/>
                    <a:p>
                      <a:pPr latinLnBrk="0"/>
                      <a:endParaRPr lang="ko-KR" altLang="en-US"/>
                    </a:p>
                  </a:txBody>
                  <a:tcPr/>
                </a:tc>
                <a:tc hMerge="1">
                  <a:txBody>
                    <a:bodyPr/>
                    <a:lstStyle/>
                    <a:p>
                      <a:pPr algn="l" latinLnBrk="0"/>
                      <a:endParaRPr lang="en-US" altLang="ko-KR" sz="1100" b="0" dirty="0">
                        <a:solidFill>
                          <a:schemeClr val="tx1"/>
                        </a:solidFill>
                        <a:latin typeface="맑은 고딕" pitchFamily="50" charset="-127"/>
                        <a:ea typeface="맑은 고딕" pitchFamily="50" charset="-127"/>
                      </a:endParaRPr>
                    </a:p>
                  </a:txBody>
                  <a:tcPr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hMerge="1">
                  <a:txBody>
                    <a:bodyPr/>
                    <a:lstStyle/>
                    <a:p>
                      <a:pPr latinLnBrk="0"/>
                      <a:endParaRPr lang="ko-KR" altLang="en-US"/>
                    </a:p>
                  </a:txBody>
                  <a:tcPr/>
                </a:tc>
                <a:extLst>
                  <a:ext uri="{0D108BD9-81ED-4DB2-BD59-A6C34878D82A}">
                    <a16:rowId xmlns:a16="http://schemas.microsoft.com/office/drawing/2014/main" val="10015"/>
                  </a:ext>
                </a:extLst>
              </a:tr>
            </a:tbl>
          </a:graphicData>
        </a:graphic>
      </p:graphicFrame>
      <p:sp>
        <p:nvSpPr>
          <p:cNvPr id="4" name="텍스트 개체 틀 3">
            <a:extLst>
              <a:ext uri="{FF2B5EF4-FFF2-40B4-BE49-F238E27FC236}">
                <a16:creationId xmlns:a16="http://schemas.microsoft.com/office/drawing/2014/main" id="{EC253089-CB58-3211-CD03-0ECFAD89565D}"/>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cs typeface="Arial" pitchFamily="34" charset="0"/>
              </a:rPr>
              <a:t>1. Basic Information</a:t>
            </a:r>
            <a:endParaRPr>
              <a:latin typeface="Arial" pitchFamily="34" charset="0"/>
              <a:cs typeface="Arial"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361" name="Group 1">
            <a:extLst>
              <a:ext uri="{FF2B5EF4-FFF2-40B4-BE49-F238E27FC236}">
                <a16:creationId xmlns:a16="http://schemas.microsoft.com/office/drawing/2014/main" id="{D2A90E26-06CD-0384-D95F-CE9835BE7FB4}"/>
              </a:ext>
            </a:extLst>
          </p:cNvPr>
          <p:cNvGraphicFramePr>
            <a:graphicFrameLocks noGrp="1"/>
          </p:cNvGraphicFramePr>
          <p:nvPr>
            <p:extLst>
              <p:ext uri="{D42A27DB-BD31-4B8C-83A1-F6EECF244321}">
                <p14:modId xmlns:p14="http://schemas.microsoft.com/office/powerpoint/2010/main" val="2533912433"/>
              </p:ext>
            </p:extLst>
          </p:nvPr>
        </p:nvGraphicFramePr>
        <p:xfrm>
          <a:off x="166688" y="765175"/>
          <a:ext cx="9501187" cy="5397500"/>
        </p:xfrm>
        <a:graphic>
          <a:graphicData uri="http://schemas.openxmlformats.org/drawingml/2006/table">
            <a:tbl>
              <a:tblPr/>
              <a:tblGrid>
                <a:gridCol w="730250">
                  <a:extLst>
                    <a:ext uri="{9D8B030D-6E8A-4147-A177-3AD203B41FA5}">
                      <a16:colId xmlns:a16="http://schemas.microsoft.com/office/drawing/2014/main" val="20000"/>
                    </a:ext>
                  </a:extLst>
                </a:gridCol>
                <a:gridCol w="1169987">
                  <a:extLst>
                    <a:ext uri="{9D8B030D-6E8A-4147-A177-3AD203B41FA5}">
                      <a16:colId xmlns:a16="http://schemas.microsoft.com/office/drawing/2014/main" val="20001"/>
                    </a:ext>
                  </a:extLst>
                </a:gridCol>
                <a:gridCol w="1028700">
                  <a:extLst>
                    <a:ext uri="{9D8B030D-6E8A-4147-A177-3AD203B41FA5}">
                      <a16:colId xmlns:a16="http://schemas.microsoft.com/office/drawing/2014/main" val="20002"/>
                    </a:ext>
                  </a:extLst>
                </a:gridCol>
                <a:gridCol w="3286125">
                  <a:extLst>
                    <a:ext uri="{9D8B030D-6E8A-4147-A177-3AD203B41FA5}">
                      <a16:colId xmlns:a16="http://schemas.microsoft.com/office/drawing/2014/main" val="20003"/>
                    </a:ext>
                  </a:extLst>
                </a:gridCol>
                <a:gridCol w="3286125">
                  <a:extLst>
                    <a:ext uri="{9D8B030D-6E8A-4147-A177-3AD203B41FA5}">
                      <a16:colId xmlns:a16="http://schemas.microsoft.com/office/drawing/2014/main" val="20004"/>
                    </a:ext>
                  </a:extLst>
                </a:gridCol>
              </a:tblGrid>
              <a:tr h="411145">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No.</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Sent</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Version</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File Name</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Contents</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extLst>
                  <a:ext uri="{0D108BD9-81ED-4DB2-BD59-A6C34878D82A}">
                    <a16:rowId xmlns:a16="http://schemas.microsoft.com/office/drawing/2014/main" val="10000"/>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a:t>
                      </a: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10.10.2026</a:t>
                      </a: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1.0.0</a:t>
                      </a: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rPr>
                        <a:t>Zaplist_UX_Scenario_1.0.0</a:t>
                      </a: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rPr>
                        <a:t>Initial document</a:t>
                      </a: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1"/>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2"/>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3"/>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4"/>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5"/>
                  </a:ext>
                </a:extLst>
              </a:tr>
              <a:tr h="434956">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6"/>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7"/>
                  </a:ext>
                </a:extLst>
              </a:tr>
              <a:tr h="514566">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2800" b="0" i="0" u="none" strike="noStrike" cap="none" normalizeH="0" baseline="0">
                        <a:ln>
                          <a:noFill/>
                        </a:ln>
                        <a:solidFill>
                          <a:srgbClr val="000000"/>
                        </a:solidFill>
                        <a:effectLst/>
                        <a:latin typeface="굴림" panose="020B0600000101010101" pitchFamily="50" charset="-127"/>
                        <a:ea typeface="굴림" panose="020B0600000101010101"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8"/>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9"/>
                  </a:ext>
                </a:extLst>
              </a:tr>
              <a:tr h="493690">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10"/>
                  </a:ext>
                </a:extLst>
              </a:tr>
              <a:tr h="4317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11"/>
                  </a:ext>
                </a:extLst>
              </a:tr>
            </a:tbl>
          </a:graphicData>
        </a:graphic>
      </p:graphicFrame>
      <p:sp>
        <p:nvSpPr>
          <p:cNvPr id="20566" name="Text Box 163">
            <a:extLst>
              <a:ext uri="{FF2B5EF4-FFF2-40B4-BE49-F238E27FC236}">
                <a16:creationId xmlns:a16="http://schemas.microsoft.com/office/drawing/2014/main" id="{EC066CDE-658B-679A-360B-B5D574EAA965}"/>
              </a:ext>
            </a:extLst>
          </p:cNvPr>
          <p:cNvSpPr txBox="1">
            <a:spLocks noChangeArrowheads="1"/>
          </p:cNvSpPr>
          <p:nvPr/>
        </p:nvSpPr>
        <p:spPr bwMode="auto">
          <a:xfrm>
            <a:off x="0" y="188913"/>
            <a:ext cx="77597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89986" tIns="46793" rIns="89986" bIns="46793"/>
          <a:lstStyle>
            <a:lvl1pPr marL="342900" indent="-341313">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1pPr>
            <a:lvl2pPr marL="742950" indent="-28575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2pPr>
            <a:lvl3pPr marL="11430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3pPr>
            <a:lvl4pPr marL="16002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4pPr>
            <a:lvl5pPr marL="20574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9pPr>
          </a:lstStyle>
          <a:p>
            <a:pPr latinLnBrk="0">
              <a:spcBef>
                <a:spcPts val="1125"/>
              </a:spcBef>
            </a:pPr>
            <a:r>
              <a:rPr lang="en-US" altLang="ru-RU" b="1">
                <a:solidFill>
                  <a:srgbClr val="000000"/>
                </a:solidFill>
                <a:latin typeface="Arial" panose="020B0604020202020204" pitchFamily="34" charset="0"/>
                <a:ea typeface="맑은 고딕" panose="020B0503020000020004" pitchFamily="34" charset="-127"/>
                <a:cs typeface="Arial" panose="020B0604020202020204" pitchFamily="34" charset="0"/>
              </a:rPr>
              <a:t>2. Document History</a:t>
            </a:r>
          </a:p>
        </p:txBody>
      </p:sp>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2018381C-94CD-14A7-B333-3005DFF19C4D}"/>
              </a:ext>
            </a:extLst>
          </p:cNvPr>
          <p:cNvSpPr/>
          <p:nvPr/>
        </p:nvSpPr>
        <p:spPr bwMode="auto">
          <a:xfrm>
            <a:off x="9525"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Everything also works with the arrows and OK alone: the Magic Remote has no color or media keys, so each color-key and media-key action also has an on-screen button.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Home, Exit, volume and input keys are handled by the </a:t>
            </a:r>
            <a:r>
              <a:rPr lang="en-US" altLang="ko-KR" sz="900">
                <a:latin typeface="Arial" pitchFamily="34" charset="0"/>
                <a:ea typeface="굴림" panose="020B0600000101010101" pitchFamily="50" charset="-127"/>
                <a:cs typeface="Arial" pitchFamily="34" charset="0"/>
              </a:rPr>
              <a:t>TV.</a:t>
            </a:r>
            <a:endParaRPr lang="en-US" altLang="ko-KR" sz="900" dirty="0">
              <a:latin typeface="Arial" pitchFamily="34" charset="0"/>
              <a:ea typeface="굴림" panose="020B0600000101010101" pitchFamily="50" charset="-127"/>
              <a:cs typeface="Arial" pitchFamily="34" charset="0"/>
            </a:endParaRPr>
          </a:p>
        </p:txBody>
      </p:sp>
      <p:sp>
        <p:nvSpPr>
          <p:cNvPr id="22531" name="TextBox 5">
            <a:extLst>
              <a:ext uri="{FF2B5EF4-FFF2-40B4-BE49-F238E27FC236}">
                <a16:creationId xmlns:a16="http://schemas.microsoft.com/office/drawing/2014/main" id="{0F28FA70-B5E2-97C0-A358-26DDEF1775A0}"/>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Keys used in the app</a:t>
            </a:r>
          </a:p>
        </p:txBody>
      </p:sp>
      <p:sp>
        <p:nvSpPr>
          <p:cNvPr id="17" name="텍스트 개체 틀 16">
            <a:extLst>
              <a:ext uri="{FF2B5EF4-FFF2-40B4-BE49-F238E27FC236}">
                <a16:creationId xmlns:a16="http://schemas.microsoft.com/office/drawing/2014/main" id="{5A11DF4F-B690-F2F4-BB77-C074DC2CF579}"/>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3. Remote Control Keys</a:t>
            </a:r>
            <a:endParaRPr>
              <a:latin typeface="Arial" pitchFamily="34" charset="0"/>
              <a:cs typeface="Arial" pitchFamily="34" charset="0"/>
            </a:endParaRPr>
          </a:p>
        </p:txBody>
      </p:sp>
      <p:graphicFrame>
        <p:nvGraphicFramePr>
          <p:cNvPr id="2" name="Table 1">
            <a:extLst>
              <a:ext uri="{FF2B5EF4-FFF2-40B4-BE49-F238E27FC236}">
                <a16:creationId xmlns:a16="http://schemas.microsoft.com/office/drawing/2014/main" id="{077ACDB7-A31E-1A5D-F2F2-1622249A22D0}"/>
              </a:ext>
            </a:extLst>
          </p:cNvPr>
          <p:cNvGraphicFramePr>
            <a:graphicFrameLocks noGrp="1"/>
          </p:cNvGraphicFramePr>
          <p:nvPr>
            <p:extLst>
              <p:ext uri="{D42A27DB-BD31-4B8C-83A1-F6EECF244321}">
                <p14:modId xmlns:p14="http://schemas.microsoft.com/office/powerpoint/2010/main" val="1256183707"/>
              </p:ext>
            </p:extLst>
          </p:nvPr>
        </p:nvGraphicFramePr>
        <p:xfrm>
          <a:off x="342900" y="1016000"/>
          <a:ext cx="9220200" cy="1828800"/>
        </p:xfrm>
        <a:graphic>
          <a:graphicData uri="http://schemas.openxmlformats.org/drawingml/2006/table">
            <a:tbl>
              <a:tblPr firstRow="1" bandRow="1">
                <a:tableStyleId>{5940675A-B579-460E-94D1-54222C63F5DA}</a:tableStyleId>
              </a:tblPr>
              <a:tblGrid>
                <a:gridCol w="1651000">
                  <a:extLst>
                    <a:ext uri="{9D8B030D-6E8A-4147-A177-3AD203B41FA5}">
                      <a16:colId xmlns:a16="http://schemas.microsoft.com/office/drawing/2014/main" val="1567865377"/>
                    </a:ext>
                  </a:extLst>
                </a:gridCol>
                <a:gridCol w="7569200">
                  <a:extLst>
                    <a:ext uri="{9D8B030D-6E8A-4147-A177-3AD203B41FA5}">
                      <a16:colId xmlns:a16="http://schemas.microsoft.com/office/drawing/2014/main" val="2929697384"/>
                    </a:ext>
                  </a:extLst>
                </a:gridCol>
              </a:tblGrid>
              <a:tr h="127000">
                <a:tc>
                  <a:txBody>
                    <a:bodyPr/>
                    <a:lstStyle/>
                    <a:p>
                      <a:pPr latinLnBrk="0" algn="ctr"/>
                      <a:r>
                        <a:rPr lang="en-US" sz="900" b="1" i="0">
                          <a:solidFill>
                            <a:srgbClr val="FFFFFF"/>
                          </a:solidFill>
                          <a:latin typeface="Arial" panose="020B0604020202020204" pitchFamily="34" charset="0"/>
                        </a:rPr>
                        <a:t>Key</a:t>
                      </a:r>
                      <a:endParaRPr lang="en-US" sz="9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a:txBody>
                    <a:bodyPr/>
                    <a:lstStyle/>
                    <a:p>
                      <a:pPr latinLnBrk="0" algn="ctr"/>
                      <a:r>
                        <a:rPr lang="en-US" sz="900" b="1" i="0" dirty="0">
                          <a:solidFill>
                            <a:srgbClr val="FFFFFF"/>
                          </a:solidFill>
                          <a:latin typeface="Arial" panose="020B0604020202020204" pitchFamily="34" charset="0"/>
                        </a:rPr>
                        <a:t>What </a:t>
                      </a:r>
                      <a:r>
                        <a:rPr lang="en-US" sz="900" b="1" i="0">
                          <a:solidFill>
                            <a:srgbClr val="FFFFFF"/>
                          </a:solidFill>
                          <a:latin typeface="Arial" panose="020B0604020202020204" pitchFamily="34" charset="0"/>
                        </a:rPr>
                        <a:t>it does</a:t>
                      </a:r>
                      <a:endParaRPr lang="en-US" sz="9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extLst>
                  <a:ext uri="{0D108BD9-81ED-4DB2-BD59-A6C34878D82A}">
                    <a16:rowId xmlns:a16="http://schemas.microsoft.com/office/drawing/2014/main" val="2155460602"/>
                  </a:ext>
                </a:extLst>
              </a:tr>
              <a:tr h="127000">
                <a:tc>
                  <a:txBody>
                    <a:bodyPr/>
                    <a:lstStyle/>
                    <a:p>
                      <a:pPr latinLnBrk="0" algn="l"/>
                      <a:r>
                        <a:rPr lang="en-US" sz="900" b="0" i="0">
                          <a:solidFill>
                            <a:srgbClr val="000000"/>
                          </a:solidFill>
                          <a:latin typeface="Arial" panose="020B0604020202020204" pitchFamily="34" charset="0"/>
                        </a:rPr>
                        <a:t>Arrow keys</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Move the focus. In the player: Up/Down change the channel, Left/Right show the info </a:t>
                      </a:r>
                      <a:r>
                        <a:rPr lang="en-US" sz="900" b="0" i="0">
                          <a:solidFill>
                            <a:srgbClr val="000000"/>
                          </a:solidFill>
                          <a:latin typeface="Arial" panose="020B0604020202020204" pitchFamily="34" charset="0"/>
                        </a:rPr>
                        <a:t>bar.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85272599"/>
                  </a:ext>
                </a:extLst>
              </a:tr>
              <a:tr h="127000">
                <a:tc>
                  <a:txBody>
                    <a:bodyPr/>
                    <a:lstStyle/>
                    <a:p>
                      <a:pPr latinLnBrk="0" algn="l"/>
                      <a:r>
                        <a:rPr lang="en-US" sz="900" b="0" i="0">
                          <a:solidFill>
                            <a:srgbClr val="000000"/>
                          </a:solidFill>
                          <a:latin typeface="Arial" panose="020B0604020202020204" pitchFamily="34" charset="0"/>
                        </a:rPr>
                        <a:t>OK</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Select, or play the focused channel. In the player: open the channel </a:t>
                      </a:r>
                      <a:r>
                        <a:rPr lang="en-US" sz="900" b="0" i="0">
                          <a:solidFill>
                            <a:srgbClr val="000000"/>
                          </a:solidFill>
                          <a:latin typeface="Arial" panose="020B0604020202020204" pitchFamily="34" charset="0"/>
                        </a:rPr>
                        <a:t>list.</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59837501"/>
                  </a:ext>
                </a:extLst>
              </a:tr>
              <a:tr h="127000">
                <a:tc>
                  <a:txBody>
                    <a:bodyPr/>
                    <a:lstStyle/>
                    <a:p>
                      <a:pPr latinLnBrk="0" algn="l"/>
                      <a:r>
                        <a:rPr lang="en-US" sz="900" b="0" i="0" dirty="0">
                          <a:solidFill>
                            <a:srgbClr val="000000"/>
                          </a:solidFill>
                          <a:latin typeface="Arial" panose="020B0604020202020204" pitchFamily="34" charset="0"/>
                        </a:rPr>
                        <a:t>OK (</a:t>
                      </a:r>
                      <a:r>
                        <a:rPr lang="en-US" sz="900" b="0" i="0">
                          <a:solidFill>
                            <a:srgbClr val="000000"/>
                          </a:solidFill>
                          <a:latin typeface="Arial" panose="020B0604020202020204" pitchFamily="34" charset="0"/>
                        </a:rPr>
                        <a:t>hold)</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Channel menu: add to or remove from Favorites; in Favorites also move the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84006226"/>
                  </a:ext>
                </a:extLst>
              </a:tr>
              <a:tr h="127000">
                <a:tc>
                  <a:txBody>
                    <a:bodyPr/>
                    <a:lstStyle/>
                    <a:p>
                      <a:pPr latinLnBrk="0" algn="l"/>
                      <a:r>
                        <a:rPr lang="en-US" sz="900" b="0" i="0">
                          <a:solidFill>
                            <a:srgbClr val="000000"/>
                          </a:solidFill>
                          <a:latin typeface="Arial" panose="020B0604020202020204" pitchFamily="34" charset="0"/>
                        </a:rPr>
                        <a:t>Back</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Close the open bar, menu or list, or go back one screen. On Home: leave the app through the system (exit popup or Home </a:t>
                      </a:r>
                      <a:r>
                        <a:rPr lang="en-US" sz="900" b="0" i="0">
                          <a:solidFill>
                            <a:srgbClr val="000000"/>
                          </a:solidFill>
                          <a:latin typeface="Arial" panose="020B0604020202020204" pitchFamily="34" charset="0"/>
                        </a:rPr>
                        <a:t>screen).</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6735431"/>
                  </a:ext>
                </a:extLst>
              </a:tr>
              <a:tr h="127000">
                <a:tc>
                  <a:txBody>
                    <a:bodyPr/>
                    <a:lstStyle/>
                    <a:p>
                      <a:pPr latinLnBrk="0" algn="l"/>
                      <a:r>
                        <a:rPr lang="en-US" sz="900" b="0" i="0" dirty="0">
                          <a:solidFill>
                            <a:srgbClr val="000000"/>
                          </a:solidFill>
                          <a:latin typeface="Arial" panose="020B0604020202020204" pitchFamily="34" charset="0"/>
                        </a:rPr>
                        <a:t>CH + / </a:t>
                      </a:r>
                      <a:r>
                        <a:rPr lang="en-US" sz="900" b="0" i="0">
                          <a:solidFill>
                            <a:srgbClr val="000000"/>
                          </a:solidFill>
                          <a:latin typeface="Arial" panose="020B0604020202020204" pitchFamily="34" charset="0"/>
                        </a:rPr>
                        <a:t>CH -</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Page up/down in lists. In the player: next/previous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65277931"/>
                  </a:ext>
                </a:extLst>
              </a:tr>
              <a:tr h="127000">
                <a:tc>
                  <a:txBody>
                    <a:bodyPr/>
                    <a:lstStyle/>
                    <a:p>
                      <a:pPr latinLnBrk="0" algn="l"/>
                      <a:r>
                        <a:rPr lang="en-US" sz="900" b="0" i="0">
                          <a:solidFill>
                            <a:srgbClr val="000000"/>
                          </a:solidFill>
                          <a:latin typeface="Arial" panose="020B0604020202020204" pitchFamily="34" charset="0"/>
                        </a:rPr>
                        <a:t>0-9</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go to a channel </a:t>
                      </a:r>
                      <a:r>
                        <a:rPr lang="en-US" sz="900" b="0" i="0">
                          <a:solidFill>
                            <a:srgbClr val="000000"/>
                          </a:solidFill>
                          <a:latin typeface="Arial" panose="020B0604020202020204" pitchFamily="34" charset="0"/>
                        </a:rPr>
                        <a:t>number.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21426135"/>
                  </a:ext>
                </a:extLst>
              </a:tr>
              <a:tr h="127000">
                <a:tc>
                  <a:txBody>
                    <a:bodyPr/>
                    <a:lstStyle/>
                    <a:p>
                      <a:pPr latinLnBrk="0" algn="l"/>
                      <a:r>
                        <a:rPr lang="en-US" sz="900" b="0" i="0">
                          <a:solidFill>
                            <a:srgbClr val="000000"/>
                          </a:solidFill>
                          <a:latin typeface="Arial" panose="020B0604020202020204" pitchFamily="34" charset="0"/>
                        </a:rPr>
                        <a:t>Red</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Add or remove the focused or playing channel from </a:t>
                      </a:r>
                      <a:r>
                        <a:rPr lang="en-US" sz="900" b="0" i="0">
                          <a:solidFill>
                            <a:srgbClr val="000000"/>
                          </a:solidFill>
                          <a:latin typeface="Arial" panose="020B0604020202020204" pitchFamily="34" charset="0"/>
                        </a:rPr>
                        <a:t>Favorites.</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83104482"/>
                  </a:ext>
                </a:extLst>
              </a:tr>
              <a:tr h="127000">
                <a:tc>
                  <a:txBody>
                    <a:bodyPr/>
                    <a:lstStyle/>
                    <a:p>
                      <a:pPr latinLnBrk="0" algn="l"/>
                      <a:r>
                        <a:rPr lang="en-US" sz="900" b="0" i="0">
                          <a:solidFill>
                            <a:srgbClr val="000000"/>
                          </a:solidFill>
                          <a:latin typeface="Arial" panose="020B0604020202020204" pitchFamily="34" charset="0"/>
                        </a:rPr>
                        <a:t>Yellow</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change the picture mode. In Favorites: move the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9459126"/>
                  </a:ext>
                </a:extLst>
              </a:tr>
              <a:tr h="127000">
                <a:tc>
                  <a:txBody>
                    <a:bodyPr/>
                    <a:lstStyle/>
                    <a:p>
                      <a:pPr latinLnBrk="0" algn="l"/>
                      <a:r>
                        <a:rPr lang="en-US" sz="900" b="0" i="0">
                          <a:solidFill>
                            <a:srgbClr val="000000"/>
                          </a:solidFill>
                          <a:latin typeface="Arial" panose="020B0604020202020204" pitchFamily="34" charset="0"/>
                        </a:rPr>
                        <a:t>Info</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show or hide the info </a:t>
                      </a:r>
                      <a:r>
                        <a:rPr lang="en-US" sz="900" b="0" i="0">
                          <a:solidFill>
                            <a:srgbClr val="000000"/>
                          </a:solidFill>
                          <a:latin typeface="Arial" panose="020B0604020202020204" pitchFamily="34" charset="0"/>
                        </a:rPr>
                        <a:t>bar.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70497969"/>
                  </a:ext>
                </a:extLst>
              </a:tr>
              <a:tr h="127000">
                <a:tc>
                  <a:txBody>
                    <a:bodyPr/>
                    <a:lstStyle/>
                    <a:p>
                      <a:pPr latinLnBrk="0" algn="l"/>
                      <a:r>
                        <a:rPr lang="en-US" sz="900" b="0" i="0" dirty="0">
                          <a:solidFill>
                            <a:srgbClr val="000000"/>
                          </a:solidFill>
                          <a:latin typeface="Arial" panose="020B0604020202020204" pitchFamily="34" charset="0"/>
                        </a:rPr>
                        <a:t>Play / Pause </a:t>
                      </a:r>
                      <a:r>
                        <a:rPr lang="en-US" sz="900" b="0" i="0">
                          <a:solidFill>
                            <a:srgbClr val="000000"/>
                          </a:solidFill>
                          <a:latin typeface="Arial" panose="020B0604020202020204" pitchFamily="34" charset="0"/>
                        </a:rPr>
                        <a:t>/ Stop</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resume, pause, or return to the previous </a:t>
                      </a:r>
                      <a:r>
                        <a:rPr lang="en-US" sz="900" b="0" i="0">
                          <a:solidFill>
                            <a:srgbClr val="000000"/>
                          </a:solidFill>
                          <a:latin typeface="Arial" panose="020B0604020202020204" pitchFamily="34" charset="0"/>
                        </a:rPr>
                        <a:t>screen.</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316735102"/>
                  </a:ext>
                </a:extLst>
              </a:tr>
              <a:tr h="127000">
                <a:tc>
                  <a:txBody>
                    <a:bodyPr/>
                    <a:lstStyle/>
                    <a:p>
                      <a:pPr latinLnBrk="0" algn="l"/>
                      <a:r>
                        <a:rPr lang="en-US" sz="900" b="0" i="0">
                          <a:solidFill>
                            <a:srgbClr val="000000"/>
                          </a:solidFill>
                          <a:latin typeface="Arial" panose="020B0604020202020204" pitchFamily="34" charset="0"/>
                        </a:rPr>
                        <a:t>Magic Remote</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Point and click any item; hold OK on a channel for its menu; the wheel scrolls lists and the TV </a:t>
                      </a:r>
                      <a:r>
                        <a:rPr lang="en-US" sz="900" b="0" i="0">
                          <a:solidFill>
                            <a:srgbClr val="000000"/>
                          </a:solidFill>
                          <a:latin typeface="Arial" panose="020B0604020202020204" pitchFamily="34" charset="0"/>
                        </a:rPr>
                        <a:t>guide.</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38666437"/>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직사각형 15">
            <a:extLst>
              <a:ext uri="{FF2B5EF4-FFF2-40B4-BE49-F238E27FC236}">
                <a16:creationId xmlns:a16="http://schemas.microsoft.com/office/drawing/2014/main" id="{DD9E8467-E26B-4EB6-060E-496521942F93}"/>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anose="020B0604020202020204" pitchFamily="34" charset="0"/>
                <a:ea typeface="Arial Unicode MS" panose="020B0604020202020204" pitchFamily="50" charset="-127"/>
                <a:cs typeface="Arial" panose="020B0604020202020204" pitchFamily="34" charset="0"/>
              </a:rPr>
              <a:t>Detailed Information</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Zaplist</a:t>
            </a:r>
            <a:r>
              <a:rPr lang="en-US" altLang="ko-KR" sz="900" dirty="0">
                <a:latin typeface="Arial" panose="020B0604020202020204" pitchFamily="34" charset="0"/>
                <a:ea typeface="Arial Unicode MS" panose="020B0604020202020204" pitchFamily="50" charset="-127"/>
                <a:cs typeface="Arial" panose="020B0604020202020204" pitchFamily="34" charset="0"/>
              </a:rPr>
              <a:t> has no sign-in, account or activation, and it includes no channels: users add a playlist from their TV provider.</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To test: on the start page press OK on "Add a playlist", enter any name and the test playlist URL from the table, then press "Check and save". Home opens with 5 channels in 2 categories; the TV guide fills in moments later.</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To test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Xtream</a:t>
            </a:r>
            <a:r>
              <a:rPr lang="en-US" altLang="ko-KR" sz="900" dirty="0">
                <a:latin typeface="Arial" panose="020B0604020202020204" pitchFamily="34" charset="0"/>
                <a:ea typeface="Arial Unicode MS" panose="020B0604020202020204" pitchFamily="50" charset="-127"/>
                <a:cs typeface="Arial" panose="020B0604020202020204" pitchFamily="34" charset="0"/>
              </a:rPr>
              <a:t> Codes: choose the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Xtream</a:t>
            </a:r>
            <a:r>
              <a:rPr lang="en-US" altLang="ko-KR" sz="900" dirty="0">
                <a:latin typeface="Arial" panose="020B0604020202020204" pitchFamily="34" charset="0"/>
                <a:ea typeface="Arial Unicode MS" panose="020B0604020202020204" pitchFamily="50" charset="-127"/>
                <a:cs typeface="Arial" panose="020B0604020202020204" pitchFamily="34" charset="0"/>
              </a:rPr>
              <a:t> Codes tab and enter the test server, username and password from the table. It serves the same test channels and guide.</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Optional: the QR code opens a web page on a phone where the playlist can be typed instead. It is sent encrypted (the key is in the QR code) and fills this form for "Check and save".</a:t>
            </a:r>
          </a:p>
        </p:txBody>
      </p:sp>
      <p:sp>
        <p:nvSpPr>
          <p:cNvPr id="18" name="텍스트 개체 틀 16">
            <a:extLst>
              <a:ext uri="{FF2B5EF4-FFF2-40B4-BE49-F238E27FC236}">
                <a16:creationId xmlns:a16="http://schemas.microsoft.com/office/drawing/2014/main" id="{BF77BF0B-C136-3388-5E43-9ECE5C561DFC}"/>
              </a:ext>
            </a:extLst>
          </p:cNvPr>
          <p:cNvSpPr txBox="1">
            <a:spLocks/>
          </p:cNvSpPr>
          <p:nvPr/>
        </p:nvSpPr>
        <p:spPr bwMode="auto">
          <a:xfrm>
            <a:off x="0" y="188913"/>
            <a:ext cx="7761288" cy="369887"/>
          </a:xfrm>
          <a:prstGeom prst="rect">
            <a:avLst/>
          </a:prstGeom>
          <a:noFill/>
          <a:ln>
            <a:miter lim="800000"/>
            <a:headEnd/>
            <a:tailEnd/>
          </a:ln>
        </p:spPr>
        <p:txBody>
          <a:bodyPr>
            <a:spAutoFit/>
          </a:bodyPr>
          <a:lstStyle/>
          <a:p>
            <a:pPr marL="342900" indent="-342900" latinLnBrk="0">
              <a:spcBef>
                <a:spcPct val="50000"/>
              </a:spcBef>
              <a:defRPr/>
            </a:pPr>
            <a:r>
              <a:rPr kumimoji="1" lang="en-US" altLang="ko-KR" b="1" kern="0">
                <a:latin typeface="Arial" pitchFamily="34" charset="0"/>
                <a:ea typeface="돋움" pitchFamily="50" charset="-127"/>
                <a:cs typeface="Arial" pitchFamily="34" charset="0"/>
              </a:rPr>
              <a:t>4. Detailed Login Information</a:t>
            </a:r>
            <a:endParaRPr kumimoji="1" lang="ko-KR" altLang="en-US" b="1" kern="0" dirty="0">
              <a:latin typeface="Arial" pitchFamily="34" charset="0"/>
              <a:ea typeface="맑은 고딕" pitchFamily="50" charset="-127"/>
              <a:cs typeface="Arial" pitchFamily="34" charset="0"/>
            </a:endParaRPr>
          </a:p>
        </p:txBody>
      </p:sp>
      <p:sp>
        <p:nvSpPr>
          <p:cNvPr id="2" name="TextBox 5">
            <a:extLst>
              <a:ext uri="{FF2B5EF4-FFF2-40B4-BE49-F238E27FC236}">
                <a16:creationId xmlns:a16="http://schemas.microsoft.com/office/drawing/2014/main" id="{AD56BFEB-7B49-D734-8565-1E10ACA56329}"/>
              </a:ext>
            </a:extLst>
          </p:cNvPr>
          <p:cNvSpPr txBox="1"/>
          <p:nvPr/>
        </p:nvSpPr>
        <p:spPr>
          <a:xfrm>
            <a:off x="165100" y="635000"/>
            <a:ext cx="6858000" cy="307777"/>
          </a:xfrm>
          <a:prstGeom prst="rect">
            <a:avLst/>
          </a:prstGeom>
          <a:noFill/>
        </p:spPr>
        <p:txBody>
          <a:bodyPr vert="horz" rtlCol="0">
            <a:spAutoFit/>
          </a:bodyPr>
          <a:lstStyle/>
          <a:p>
            <a:pPr latinLnBrk="0"/>
            <a:r>
              <a:rPr lang="en-US" sz="1400" b="1" dirty="0">
                <a:latin typeface="Arial" panose="020B0604020202020204" pitchFamily="34" charset="0"/>
              </a:rPr>
              <a:t>1. Adding a playlist (the app has no user </a:t>
            </a:r>
            <a:r>
              <a:rPr lang="en-US" sz="1400" b="1">
                <a:latin typeface="Arial" panose="020B0604020202020204" pitchFamily="34" charset="0"/>
              </a:rPr>
              <a:t>accounts)</a:t>
            </a:r>
            <a:endParaRPr lang="en-US" sz="1400" b="1" dirty="0">
              <a:latin typeface="Arial" panose="020B0604020202020204" pitchFamily="34" charset="0"/>
            </a:endParaRPr>
          </a:p>
        </p:txBody>
      </p:sp>
      <p:pic>
        <p:nvPicPr>
          <p:cNvPr id="4" name="Picture 3">
            <a:extLst>
              <a:ext uri="{FF2B5EF4-FFF2-40B4-BE49-F238E27FC236}">
                <a16:creationId xmlns:a16="http://schemas.microsoft.com/office/drawing/2014/main" id="{53CFEE41-E213-DD52-E623-E38082B6BE6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5" name="Rectangle 4">
            <a:extLst>
              <a:ext uri="{FF2B5EF4-FFF2-40B4-BE49-F238E27FC236}">
                <a16:creationId xmlns:a16="http://schemas.microsoft.com/office/drawing/2014/main" id="{4F142F09-9636-2790-D997-F5B1349FEDA5}"/>
              </a:ext>
            </a:extLst>
          </p:cNvPr>
          <p:cNvSpPr/>
          <p:nvPr/>
        </p:nvSpPr>
        <p:spPr bwMode="auto">
          <a:xfrm>
            <a:off x="2356941" y="1105396"/>
            <a:ext cx="1778993"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6" name="Oval 5">
            <a:extLst>
              <a:ext uri="{FF2B5EF4-FFF2-40B4-BE49-F238E27FC236}">
                <a16:creationId xmlns:a16="http://schemas.microsoft.com/office/drawing/2014/main" id="{92C5D57F-5351-AE40-30B0-2C497AE522CF}"/>
              </a:ext>
            </a:extLst>
          </p:cNvPr>
          <p:cNvSpPr/>
          <p:nvPr/>
        </p:nvSpPr>
        <p:spPr bwMode="auto">
          <a:xfrm>
            <a:off x="22225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7" name="Rectangle 6">
            <a:extLst>
              <a:ext uri="{FF2B5EF4-FFF2-40B4-BE49-F238E27FC236}">
                <a16:creationId xmlns:a16="http://schemas.microsoft.com/office/drawing/2014/main" id="{85164399-4F91-B9CB-8B83-DBF7783C84A1}"/>
              </a:ext>
            </a:extLst>
          </p:cNvPr>
          <p:cNvSpPr/>
          <p:nvPr/>
        </p:nvSpPr>
        <p:spPr bwMode="auto">
          <a:xfrm>
            <a:off x="2373313" y="1460103"/>
            <a:ext cx="3645296" cy="43656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8" name="Oval 7">
            <a:extLst>
              <a:ext uri="{FF2B5EF4-FFF2-40B4-BE49-F238E27FC236}">
                <a16:creationId xmlns:a16="http://schemas.microsoft.com/office/drawing/2014/main" id="{2645DD24-2BF1-7101-AAC7-58393562348E}"/>
              </a:ext>
            </a:extLst>
          </p:cNvPr>
          <p:cNvSpPr/>
          <p:nvPr/>
        </p:nvSpPr>
        <p:spPr bwMode="auto">
          <a:xfrm>
            <a:off x="2235200" y="1333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9" name="Rectangle 8">
            <a:extLst>
              <a:ext uri="{FF2B5EF4-FFF2-40B4-BE49-F238E27FC236}">
                <a16:creationId xmlns:a16="http://schemas.microsoft.com/office/drawing/2014/main" id="{3785B05F-3F2F-8959-09BF-304526C79F88}"/>
              </a:ext>
            </a:extLst>
          </p:cNvPr>
          <p:cNvSpPr/>
          <p:nvPr/>
        </p:nvSpPr>
        <p:spPr bwMode="auto">
          <a:xfrm>
            <a:off x="2373313" y="1940322"/>
            <a:ext cx="3645296" cy="43656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0" name="Oval 9">
            <a:extLst>
              <a:ext uri="{FF2B5EF4-FFF2-40B4-BE49-F238E27FC236}">
                <a16:creationId xmlns:a16="http://schemas.microsoft.com/office/drawing/2014/main" id="{F0CEF635-893C-200B-CE42-16BC5C7C67BE}"/>
              </a:ext>
            </a:extLst>
          </p:cNvPr>
          <p:cNvSpPr/>
          <p:nvPr/>
        </p:nvSpPr>
        <p:spPr bwMode="auto">
          <a:xfrm>
            <a:off x="2235200" y="1816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1" name="Rectangle 10">
            <a:extLst>
              <a:ext uri="{FF2B5EF4-FFF2-40B4-BE49-F238E27FC236}">
                <a16:creationId xmlns:a16="http://schemas.microsoft.com/office/drawing/2014/main" id="{5D2DC552-D6A4-23D6-E1D0-1B05C3DD1524}"/>
              </a:ext>
            </a:extLst>
          </p:cNvPr>
          <p:cNvSpPr/>
          <p:nvPr/>
        </p:nvSpPr>
        <p:spPr bwMode="auto">
          <a:xfrm>
            <a:off x="2373313" y="2420541"/>
            <a:ext cx="3645296" cy="43656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8FB3868D-43E6-5E02-6B04-02D6455F7D0C}"/>
              </a:ext>
            </a:extLst>
          </p:cNvPr>
          <p:cNvSpPr/>
          <p:nvPr/>
        </p:nvSpPr>
        <p:spPr bwMode="auto">
          <a:xfrm>
            <a:off x="2235200" y="2298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4" name="Rectangle 13">
            <a:extLst>
              <a:ext uri="{FF2B5EF4-FFF2-40B4-BE49-F238E27FC236}">
                <a16:creationId xmlns:a16="http://schemas.microsoft.com/office/drawing/2014/main" id="{0B16DEC9-E271-CA5E-312E-5E34EA0D6114}"/>
              </a:ext>
            </a:extLst>
          </p:cNvPr>
          <p:cNvSpPr/>
          <p:nvPr/>
        </p:nvSpPr>
        <p:spPr bwMode="auto">
          <a:xfrm>
            <a:off x="2373313" y="2906216"/>
            <a:ext cx="993179"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5" name="Oval 14">
            <a:extLst>
              <a:ext uri="{FF2B5EF4-FFF2-40B4-BE49-F238E27FC236}">
                <a16:creationId xmlns:a16="http://schemas.microsoft.com/office/drawing/2014/main" id="{BBE4EDC5-6EF6-9156-1270-CF6531D9F3DD}"/>
              </a:ext>
            </a:extLst>
          </p:cNvPr>
          <p:cNvSpPr/>
          <p:nvPr/>
        </p:nvSpPr>
        <p:spPr bwMode="auto">
          <a:xfrm>
            <a:off x="2235200" y="2781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9" name="Rectangle 18">
            <a:extLst>
              <a:ext uri="{FF2B5EF4-FFF2-40B4-BE49-F238E27FC236}">
                <a16:creationId xmlns:a16="http://schemas.microsoft.com/office/drawing/2014/main" id="{324C8356-CE3C-450A-6A8E-FDF9356E6A1C}"/>
              </a:ext>
            </a:extLst>
          </p:cNvPr>
          <p:cNvSpPr/>
          <p:nvPr/>
        </p:nvSpPr>
        <p:spPr bwMode="auto">
          <a:xfrm>
            <a:off x="485180" y="1416447"/>
            <a:ext cx="1680765" cy="184447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702801D0-AEA8-333E-8C10-CA7B62090E02}"/>
              </a:ext>
            </a:extLst>
          </p:cNvPr>
          <p:cNvSpPr/>
          <p:nvPr/>
        </p:nvSpPr>
        <p:spPr bwMode="auto">
          <a:xfrm>
            <a:off x="3429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21" name="Table 20">
            <a:extLst>
              <a:ext uri="{FF2B5EF4-FFF2-40B4-BE49-F238E27FC236}">
                <a16:creationId xmlns:a16="http://schemas.microsoft.com/office/drawing/2014/main" id="{1F8A07A4-E3C6-DDA8-9788-5C6598875830}"/>
              </a:ext>
            </a:extLst>
          </p:cNvPr>
          <p:cNvGraphicFramePr>
            <a:graphicFrameLocks noGrp="1"/>
          </p:cNvGraphicFramePr>
          <p:nvPr>
            <p:extLst>
              <p:ext uri="{D42A27DB-BD31-4B8C-83A1-F6EECF244321}">
                <p14:modId xmlns:p14="http://schemas.microsoft.com/office/powerpoint/2010/main" val="4214291972"/>
              </p:ext>
            </p:extLst>
          </p:nvPr>
        </p:nvGraphicFramePr>
        <p:xfrm>
          <a:off x="7239000" y="647700"/>
          <a:ext cx="2616200" cy="2286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520899027"/>
                    </a:ext>
                  </a:extLst>
                </a:gridCol>
                <a:gridCol w="2336800">
                  <a:extLst>
                    <a:ext uri="{9D8B030D-6E8A-4147-A177-3AD203B41FA5}">
                      <a16:colId xmlns:a16="http://schemas.microsoft.com/office/drawing/2014/main" val="2690264579"/>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951856052"/>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Source type: M3U playlist or </a:t>
                      </a:r>
                      <a:r>
                        <a:rPr lang="en-US" sz="800" b="0" i="0" dirty="0" err="1">
                          <a:solidFill>
                            <a:srgbClr val="000000"/>
                          </a:solidFill>
                          <a:latin typeface="Arial" panose="020B0604020202020204" pitchFamily="34" charset="0"/>
                        </a:rPr>
                        <a:t>Xtream</a:t>
                      </a:r>
                      <a:r>
                        <a:rPr lang="en-US" sz="800" b="0" i="0" dirty="0">
                          <a:solidFill>
                            <a:srgbClr val="000000"/>
                          </a:solidFill>
                          <a:latin typeface="Arial" panose="020B0604020202020204" pitchFamily="34" charset="0"/>
                        </a:rPr>
                        <a:t> </a:t>
                      </a:r>
                      <a:r>
                        <a:rPr lang="en-US" sz="800" b="0" i="0">
                          <a:solidFill>
                            <a:srgbClr val="000000"/>
                          </a:solidFill>
                          <a:latin typeface="Arial" panose="020B0604020202020204" pitchFamily="34" charset="0"/>
                        </a:rPr>
                        <a:t>Codes login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567065294"/>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Name shown in the </a:t>
                      </a:r>
                      <a:r>
                        <a:rPr lang="en-US" sz="800" b="0" i="0">
                          <a:solidFill>
                            <a:srgbClr val="000000"/>
                          </a:solidFill>
                          <a:latin typeface="Arial" panose="020B0604020202020204" pitchFamily="34" charset="0"/>
                        </a:rPr>
                        <a:t>source 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52690599"/>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URL (M3U/</a:t>
                      </a:r>
                      <a:r>
                        <a:rPr lang="en-US" sz="800" b="0" i="0">
                          <a:solidFill>
                            <a:srgbClr val="000000"/>
                          </a:solidFill>
                          <a:latin typeface="Arial" panose="020B0604020202020204" pitchFamily="34" charset="0"/>
                        </a:rPr>
                        <a:t>M3U8)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52895974"/>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guide (XMLTV) URL</a:t>
                      </a:r>
                      <a:r>
                        <a:rPr lang="en-US" sz="800" b="0" i="0">
                          <a:solidFill>
                            <a:srgbClr val="000000"/>
                          </a:solidFill>
                          <a:latin typeface="Arial" panose="020B0604020202020204" pitchFamily="34" charset="0"/>
                        </a:rPr>
                        <a:t>, optional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19885907"/>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Check and save: downloads the playlist and </a:t>
                      </a:r>
                      <a:r>
                        <a:rPr lang="en-US" sz="800" b="0" i="0">
                          <a:solidFill>
                            <a:srgbClr val="000000"/>
                          </a:solidFill>
                          <a:latin typeface="Arial" panose="020B0604020202020204" pitchFamily="34" charset="0"/>
                        </a:rPr>
                        <a:t>saves it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02288633"/>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Or use your phone: fills this form from </a:t>
                      </a:r>
                      <a:r>
                        <a:rPr lang="en-US" sz="800" b="0" i="0">
                          <a:solidFill>
                            <a:srgbClr val="000000"/>
                          </a:solidFill>
                          <a:latin typeface="Arial" panose="020B0604020202020204" pitchFamily="34" charset="0"/>
                        </a:rPr>
                        <a:t>a phone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46204689"/>
                  </a:ext>
                </a:extLst>
              </a:tr>
              <a:tr h="127000">
                <a:tc gridSpan="2">
                  <a:txBody>
                    <a:bodyPr/>
                    <a:lstStyle/>
                    <a:p>
                      <a:pPr latinLnBrk="0" algn="ctr"/>
                      <a:r>
                        <a:rPr lang="en-US" sz="800" b="1" i="0" dirty="0">
                          <a:solidFill>
                            <a:srgbClr val="000000"/>
                          </a:solidFill>
                          <a:latin typeface="Arial" panose="020B0604020202020204" pitchFamily="34" charset="0"/>
                        </a:rPr>
                        <a:t>Test playlist (no account </a:t>
                      </a:r>
                      <a:r>
                        <a:rPr lang="en-US" sz="800" b="1" i="0">
                          <a:solidFill>
                            <a:srgbClr val="000000"/>
                          </a:solidFill>
                          <a:latin typeface="Arial" panose="020B0604020202020204" pitchFamily="34" charset="0"/>
                        </a:rPr>
                        <a:t>needed)</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208718169"/>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https://raw.githubusercontent.com/dazzling-no-more/zaplist/main/store/test-playlist</a:t>
                      </a:r>
                      <a:r>
                        <a:rPr lang="en-US" sz="800" b="0" i="0">
                          <a:solidFill>
                            <a:srgbClr val="000000"/>
                          </a:solidFill>
                          <a:latin typeface="Arial" panose="020B0604020202020204" pitchFamily="34" charset="0"/>
                        </a:rPr>
                        <a:t>.m3u</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93290346"/>
                  </a:ext>
                </a:extLst>
              </a:tr>
              <a:tr h="127000">
                <a:tc gridSpan="2">
                  <a:txBody>
                    <a:bodyPr/>
                    <a:lstStyle/>
                    <a:p>
                      <a:pPr latinLnBrk="0" algn="ctr"/>
                      <a:r>
                        <a:rPr lang="en-US" sz="800" b="1" i="0" dirty="0" err="1">
                          <a:solidFill>
                            <a:srgbClr val="000000"/>
                          </a:solidFill>
                          <a:latin typeface="Arial" panose="020B0604020202020204" pitchFamily="34" charset="0"/>
                        </a:rPr>
                        <a:t>Xtream</a:t>
                      </a:r>
                      <a:r>
                        <a:rPr lang="en-US" sz="800" b="1" i="0" dirty="0">
                          <a:solidFill>
                            <a:srgbClr val="000000"/>
                          </a:solidFill>
                          <a:latin typeface="Arial" panose="020B0604020202020204" pitchFamily="34" charset="0"/>
                        </a:rPr>
                        <a:t> Codes </a:t>
                      </a:r>
                      <a:r>
                        <a:rPr lang="en-US" sz="800" b="1" i="0">
                          <a:solidFill>
                            <a:srgbClr val="000000"/>
                          </a:solidFill>
                          <a:latin typeface="Arial" panose="020B0604020202020204" pitchFamily="34" charset="0"/>
                        </a:rPr>
                        <a:t>test account</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1813760981"/>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Server address: https://zaplist-test.zaplist.workers</a:t>
                      </a:r>
                      <a:r>
                        <a:rPr lang="en-US" sz="800" b="0" i="0">
                          <a:solidFill>
                            <a:srgbClr val="000000"/>
                          </a:solidFill>
                          <a:latin typeface="Arial" panose="020B0604020202020204" pitchFamily="34" charset="0"/>
                        </a:rPr>
                        <a:t>.dev</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33665062"/>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Username</a:t>
                      </a:r>
                      <a:r>
                        <a:rPr lang="en-US" sz="800" b="0" i="0">
                          <a:solidFill>
                            <a:srgbClr val="000000"/>
                          </a:solidFill>
                          <a:latin typeface="Arial" panose="020B0604020202020204" pitchFamily="34" charset="0"/>
                        </a:rPr>
                        <a:t>: zaplist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99882031"/>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Password</a:t>
                      </a:r>
                      <a:r>
                        <a:rPr lang="en-US" sz="800" b="0" i="0">
                          <a:solidFill>
                            <a:srgbClr val="000000"/>
                          </a:solidFill>
                          <a:latin typeface="Arial" panose="020B0604020202020204" pitchFamily="34" charset="0"/>
                        </a:rPr>
                        <a:t>: review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58445092"/>
                  </a:ext>
                </a:extLst>
              </a:tr>
              <a:tr h="127000">
                <a:tc gridSpan="2">
                  <a:txBody>
                    <a:bodyPr/>
                    <a:lstStyle/>
                    <a:p>
                      <a:pPr latinLnBrk="0" algn="ctr"/>
                      <a:r>
                        <a:rPr lang="en-US" sz="800" b="1" i="0">
                          <a:solidFill>
                            <a:srgbClr val="000000"/>
                          </a:solidFill>
                          <a:latin typeface="Arial" panose="020B0604020202020204" pitchFamily="34" charset="0"/>
                        </a:rPr>
                        <a:t>Activation codes</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970012581"/>
                  </a:ext>
                </a:extLst>
              </a:tr>
              <a:tr h="127000">
                <a:tc>
                  <a:txBody>
                    <a:bodyPr/>
                    <a:lstStyle/>
                    <a:p>
                      <a:pPr latinLnBrk="0" algn="ctr"/>
                      <a:r>
                        <a:rPr lang="en-US" sz="800" b="0" i="0">
                          <a:solidFill>
                            <a:srgbClr val="000000"/>
                          </a:solidFill>
                          <a:latin typeface="Arial" panose="020B0604020202020204" pitchFamily="34" charset="0"/>
                        </a:rPr>
                        <a: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Not applicable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354082106"/>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69A8C99F-329E-D74D-45E8-34BF6CAD9585}"/>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Shown while no playlist has been added. After the playlist is saved, Home opens.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leaves the app through the system (exit popup or Home screen, depending on the webOS </a:t>
            </a:r>
            <a:r>
              <a:rPr lang="en-US" altLang="ko-KR" sz="900">
                <a:latin typeface="Arial" pitchFamily="34" charset="0"/>
                <a:ea typeface="굴림" panose="020B0600000101010101" pitchFamily="50" charset="-127"/>
                <a:cs typeface="Arial" pitchFamily="34" charset="0"/>
              </a:rPr>
              <a:t>version).</a:t>
            </a:r>
            <a:endParaRPr lang="en-US" altLang="ko-KR" sz="900" dirty="0">
              <a:latin typeface="Arial" pitchFamily="34" charset="0"/>
              <a:ea typeface="굴림" panose="020B0600000101010101" pitchFamily="50" charset="-127"/>
              <a:cs typeface="Arial" pitchFamily="34" charset="0"/>
            </a:endParaRPr>
          </a:p>
        </p:txBody>
      </p:sp>
      <p:sp>
        <p:nvSpPr>
          <p:cNvPr id="26628" name="TextBox 5">
            <a:extLst>
              <a:ext uri="{FF2B5EF4-FFF2-40B4-BE49-F238E27FC236}">
                <a16:creationId xmlns:a16="http://schemas.microsoft.com/office/drawing/2014/main" id="{30B6F47A-E2F0-C794-1B73-D6FB96302C04}"/>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Start page (first launch)</a:t>
            </a:r>
          </a:p>
        </p:txBody>
      </p:sp>
      <p:sp>
        <p:nvSpPr>
          <p:cNvPr id="17" name="텍스트 개체 틀 16">
            <a:extLst>
              <a:ext uri="{FF2B5EF4-FFF2-40B4-BE49-F238E27FC236}">
                <a16:creationId xmlns:a16="http://schemas.microsoft.com/office/drawing/2014/main" id="{B627CDCA-1CA5-B459-39E7-77724ACD974B}"/>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5. Main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0724CC2C-2FB3-2534-A93F-576174BF30B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CD38140C-F618-EDE2-51F7-7B98215F664C}"/>
              </a:ext>
            </a:extLst>
          </p:cNvPr>
          <p:cNvSpPr/>
          <p:nvPr/>
        </p:nvSpPr>
        <p:spPr bwMode="auto">
          <a:xfrm>
            <a:off x="3355578" y="1803896"/>
            <a:ext cx="654844" cy="84584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E4A715ED-86BB-7A40-4D7D-BC6B37F70934}"/>
              </a:ext>
            </a:extLst>
          </p:cNvPr>
          <p:cNvSpPr/>
          <p:nvPr/>
        </p:nvSpPr>
        <p:spPr bwMode="auto">
          <a:xfrm>
            <a:off x="3213100" y="1676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9014F56F-0335-2C72-2D3C-FD4D8A96D618}"/>
              </a:ext>
            </a:extLst>
          </p:cNvPr>
          <p:cNvSpPr/>
          <p:nvPr/>
        </p:nvSpPr>
        <p:spPr bwMode="auto">
          <a:xfrm>
            <a:off x="2073176" y="3004443"/>
            <a:ext cx="3219648" cy="27285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7F3AB1FC-A48F-D0B4-2A3C-1F88A53B55E4}"/>
              </a:ext>
            </a:extLst>
          </p:cNvPr>
          <p:cNvSpPr/>
          <p:nvPr/>
        </p:nvSpPr>
        <p:spPr bwMode="auto">
          <a:xfrm>
            <a:off x="1930400" y="2882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E3D4AE63-049D-A2C8-C556-0ABB8683C93A}"/>
              </a:ext>
            </a:extLst>
          </p:cNvPr>
          <p:cNvSpPr/>
          <p:nvPr/>
        </p:nvSpPr>
        <p:spPr bwMode="auto">
          <a:xfrm>
            <a:off x="3224609" y="3408263"/>
            <a:ext cx="916782" cy="31650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638D01BC-53CB-F4D7-BB0B-30F058B81094}"/>
              </a:ext>
            </a:extLst>
          </p:cNvPr>
          <p:cNvSpPr/>
          <p:nvPr/>
        </p:nvSpPr>
        <p:spPr bwMode="auto">
          <a:xfrm>
            <a:off x="3086100" y="3276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1AE02C50-F459-F708-7A5E-65B4CA446843}"/>
              </a:ext>
            </a:extLst>
          </p:cNvPr>
          <p:cNvGraphicFramePr>
            <a:graphicFrameLocks noGrp="1"/>
          </p:cNvGraphicFramePr>
          <p:nvPr>
            <p:extLst>
              <p:ext uri="{D42A27DB-BD31-4B8C-83A1-F6EECF244321}">
                <p14:modId xmlns:p14="http://schemas.microsoft.com/office/powerpoint/2010/main" val="1949312884"/>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4156003550"/>
                    </a:ext>
                  </a:extLst>
                </a:gridCol>
                <a:gridCol w="2336800">
                  <a:extLst>
                    <a:ext uri="{9D8B030D-6E8A-4147-A177-3AD203B41FA5}">
                      <a16:colId xmlns:a16="http://schemas.microsoft.com/office/drawing/2014/main" val="3475596835"/>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021961386"/>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App icon </a:t>
                      </a:r>
                      <a:r>
                        <a:rPr lang="en-US" sz="800" b="0" i="0">
                          <a:solidFill>
                            <a:srgbClr val="000000"/>
                          </a:solidFill>
                          <a:latin typeface="Arial" panose="020B0604020202020204" pitchFamily="34" charset="0"/>
                        </a:rPr>
                        <a:t>and title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2088309"/>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Notice: the app includes </a:t>
                      </a:r>
                      <a:r>
                        <a:rPr lang="en-US" sz="800" b="0" i="0">
                          <a:solidFill>
                            <a:srgbClr val="000000"/>
                          </a:solidFill>
                          <a:latin typeface="Arial" panose="020B0604020202020204" pitchFamily="34" charset="0"/>
                        </a:rPr>
                        <a:t>no channels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19599706"/>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a playlist: opens the playlist form (see </a:t>
                      </a: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93775869"/>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510BA8B-822B-9192-9814-1D57085682EF}"/>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Up/Down move through the sidebar or the channel list; Right/Left move between them; CH +/- page through the list.</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Hold OK on a channel for its menu (see 6-5). The red key adds or removes a favorite.</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on Home leaves the app through the </a:t>
            </a:r>
            <a:r>
              <a:rPr lang="en-US" altLang="ko-KR" sz="900">
                <a:latin typeface="Arial" pitchFamily="34" charset="0"/>
                <a:ea typeface="굴림" panose="020B0600000101010101" pitchFamily="50" charset="-127"/>
                <a:cs typeface="Arial" pitchFamily="34" charset="0"/>
              </a:rPr>
              <a:t>system.</a:t>
            </a:r>
            <a:endParaRPr lang="en-US" altLang="ko-KR" sz="900" dirty="0">
              <a:latin typeface="Arial" pitchFamily="34" charset="0"/>
              <a:ea typeface="굴림" panose="020B0600000101010101" pitchFamily="50" charset="-127"/>
              <a:cs typeface="Arial" pitchFamily="34" charset="0"/>
            </a:endParaRPr>
          </a:p>
        </p:txBody>
      </p:sp>
      <p:sp>
        <p:nvSpPr>
          <p:cNvPr id="28676" name="TextBox 5">
            <a:extLst>
              <a:ext uri="{FF2B5EF4-FFF2-40B4-BE49-F238E27FC236}">
                <a16:creationId xmlns:a16="http://schemas.microsoft.com/office/drawing/2014/main" id="{8807672A-4CA6-AF5A-EBA4-F004831F8D20}"/>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2. Home</a:t>
            </a:r>
          </a:p>
        </p:txBody>
      </p:sp>
      <p:sp>
        <p:nvSpPr>
          <p:cNvPr id="17" name="텍스트 개체 틀 16">
            <a:extLst>
              <a:ext uri="{FF2B5EF4-FFF2-40B4-BE49-F238E27FC236}">
                <a16:creationId xmlns:a16="http://schemas.microsoft.com/office/drawing/2014/main" id="{47958B74-F9D2-0761-4E18-7E0C19DDB097}"/>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5. Main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12B04E1D-F3BB-0E84-C316-784E0C8DA16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9282448D-8B8D-406D-D124-B65160CD8CA6}"/>
              </a:ext>
            </a:extLst>
          </p:cNvPr>
          <p:cNvSpPr/>
          <p:nvPr/>
        </p:nvSpPr>
        <p:spPr bwMode="auto">
          <a:xfrm>
            <a:off x="627063" y="1492845"/>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B2C0679A-5989-10D4-F08B-58BCA5955013}"/>
              </a:ext>
            </a:extLst>
          </p:cNvPr>
          <p:cNvSpPr/>
          <p:nvPr/>
        </p:nvSpPr>
        <p:spPr bwMode="auto">
          <a:xfrm>
            <a:off x="482600" y="1371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A8BAAC1B-7C80-C3CA-10DE-BF61A54A50CF}"/>
              </a:ext>
            </a:extLst>
          </p:cNvPr>
          <p:cNvSpPr/>
          <p:nvPr/>
        </p:nvSpPr>
        <p:spPr bwMode="auto">
          <a:xfrm>
            <a:off x="627063" y="1754783"/>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4AFE1BA3-685C-F1BC-F523-0C83F7EDE3DE}"/>
              </a:ext>
            </a:extLst>
          </p:cNvPr>
          <p:cNvSpPr/>
          <p:nvPr/>
        </p:nvSpPr>
        <p:spPr bwMode="auto">
          <a:xfrm>
            <a:off x="482600" y="1625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334D5650-ECDB-5BE0-AC1C-7A24506E28FD}"/>
              </a:ext>
            </a:extLst>
          </p:cNvPr>
          <p:cNvSpPr/>
          <p:nvPr/>
        </p:nvSpPr>
        <p:spPr bwMode="auto">
          <a:xfrm>
            <a:off x="627063" y="2016720"/>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D13B43CF-E040-5034-48FF-863C3053A955}"/>
              </a:ext>
            </a:extLst>
          </p:cNvPr>
          <p:cNvSpPr/>
          <p:nvPr/>
        </p:nvSpPr>
        <p:spPr bwMode="auto">
          <a:xfrm>
            <a:off x="482600" y="1892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43B9BC30-5158-397A-5004-E700ABDFC43A}"/>
              </a:ext>
            </a:extLst>
          </p:cNvPr>
          <p:cNvSpPr/>
          <p:nvPr/>
        </p:nvSpPr>
        <p:spPr bwMode="auto">
          <a:xfrm>
            <a:off x="627063" y="2344142"/>
            <a:ext cx="1429742" cy="61118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7A3848BB-817A-023B-AB8D-0A2339A7293B}"/>
              </a:ext>
            </a:extLst>
          </p:cNvPr>
          <p:cNvSpPr/>
          <p:nvPr/>
        </p:nvSpPr>
        <p:spPr bwMode="auto">
          <a:xfrm>
            <a:off x="482600" y="2222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02F76B2F-5769-5E7D-9F8B-DAC9412311D0}"/>
              </a:ext>
            </a:extLst>
          </p:cNvPr>
          <p:cNvSpPr/>
          <p:nvPr/>
        </p:nvSpPr>
        <p:spPr bwMode="auto">
          <a:xfrm>
            <a:off x="627063" y="2988072"/>
            <a:ext cx="1429742" cy="152796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C8D46E68-CF57-82FD-0984-A5D94A48A854}"/>
              </a:ext>
            </a:extLst>
          </p:cNvPr>
          <p:cNvSpPr/>
          <p:nvPr/>
        </p:nvSpPr>
        <p:spPr bwMode="auto">
          <a:xfrm>
            <a:off x="482600" y="285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11E693AA-9B63-3BFC-53FC-BB0A369D214C}"/>
              </a:ext>
            </a:extLst>
          </p:cNvPr>
          <p:cNvSpPr/>
          <p:nvPr/>
        </p:nvSpPr>
        <p:spPr bwMode="auto">
          <a:xfrm>
            <a:off x="2395141" y="1640185"/>
            <a:ext cx="4409281" cy="26193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E7AC8E7B-0EA3-13E8-1437-D1B07B7125A7}"/>
              </a:ext>
            </a:extLst>
          </p:cNvPr>
          <p:cNvSpPr/>
          <p:nvPr/>
        </p:nvSpPr>
        <p:spPr bwMode="auto">
          <a:xfrm>
            <a:off x="2260600" y="1511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sp>
        <p:nvSpPr>
          <p:cNvPr id="19" name="Rectangle 18">
            <a:extLst>
              <a:ext uri="{FF2B5EF4-FFF2-40B4-BE49-F238E27FC236}">
                <a16:creationId xmlns:a16="http://schemas.microsoft.com/office/drawing/2014/main" id="{2B8D7197-B840-B68F-A4E0-BA2438CBF42E}"/>
              </a:ext>
            </a:extLst>
          </p:cNvPr>
          <p:cNvSpPr/>
          <p:nvPr/>
        </p:nvSpPr>
        <p:spPr bwMode="auto">
          <a:xfrm>
            <a:off x="6509742" y="1645642"/>
            <a:ext cx="240110" cy="24011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9616C1B5-108B-8467-9C30-4BB3A092648D}"/>
              </a:ext>
            </a:extLst>
          </p:cNvPr>
          <p:cNvSpPr/>
          <p:nvPr/>
        </p:nvSpPr>
        <p:spPr bwMode="auto">
          <a:xfrm>
            <a:off x="6375400" y="1524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7</a:t>
            </a:r>
          </a:p>
        </p:txBody>
      </p:sp>
      <p:sp>
        <p:nvSpPr>
          <p:cNvPr id="21" name="Rectangle 20">
            <a:extLst>
              <a:ext uri="{FF2B5EF4-FFF2-40B4-BE49-F238E27FC236}">
                <a16:creationId xmlns:a16="http://schemas.microsoft.com/office/drawing/2014/main" id="{A1878D5B-FCF3-3EE0-93C3-F7DA68370276}"/>
              </a:ext>
            </a:extLst>
          </p:cNvPr>
          <p:cNvSpPr/>
          <p:nvPr/>
        </p:nvSpPr>
        <p:spPr bwMode="auto">
          <a:xfrm>
            <a:off x="6138664" y="1132681"/>
            <a:ext cx="654844"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2" name="Oval 21">
            <a:extLst>
              <a:ext uri="{FF2B5EF4-FFF2-40B4-BE49-F238E27FC236}">
                <a16:creationId xmlns:a16="http://schemas.microsoft.com/office/drawing/2014/main" id="{FB73174F-DF7A-91EC-B229-A2969A12A06B}"/>
              </a:ext>
            </a:extLst>
          </p:cNvPr>
          <p:cNvSpPr/>
          <p:nvPr/>
        </p:nvSpPr>
        <p:spPr bwMode="auto">
          <a:xfrm>
            <a:off x="5994400" y="1003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8</a:t>
            </a:r>
          </a:p>
        </p:txBody>
      </p:sp>
      <p:sp>
        <p:nvSpPr>
          <p:cNvPr id="23" name="Rectangle 22">
            <a:extLst>
              <a:ext uri="{FF2B5EF4-FFF2-40B4-BE49-F238E27FC236}">
                <a16:creationId xmlns:a16="http://schemas.microsoft.com/office/drawing/2014/main" id="{38F97D16-8ADC-B5B9-956E-1ABA96FEBBD3}"/>
              </a:ext>
            </a:extLst>
          </p:cNvPr>
          <p:cNvSpPr/>
          <p:nvPr/>
        </p:nvSpPr>
        <p:spPr bwMode="auto">
          <a:xfrm>
            <a:off x="2362398" y="4488755"/>
            <a:ext cx="1964532"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4" name="Oval 23">
            <a:extLst>
              <a:ext uri="{FF2B5EF4-FFF2-40B4-BE49-F238E27FC236}">
                <a16:creationId xmlns:a16="http://schemas.microsoft.com/office/drawing/2014/main" id="{8BAD5F60-2167-D8B9-0954-0E81258CEB16}"/>
              </a:ext>
            </a:extLst>
          </p:cNvPr>
          <p:cNvSpPr/>
          <p:nvPr/>
        </p:nvSpPr>
        <p:spPr bwMode="auto">
          <a:xfrm>
            <a:off x="2222500" y="4356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9</a:t>
            </a:r>
          </a:p>
        </p:txBody>
      </p:sp>
      <p:graphicFrame>
        <p:nvGraphicFramePr>
          <p:cNvPr id="25" name="Table 24">
            <a:extLst>
              <a:ext uri="{FF2B5EF4-FFF2-40B4-BE49-F238E27FC236}">
                <a16:creationId xmlns:a16="http://schemas.microsoft.com/office/drawing/2014/main" id="{55EBBA6B-88D8-1871-A528-B007F38BAB56}"/>
              </a:ext>
            </a:extLst>
          </p:cNvPr>
          <p:cNvGraphicFramePr>
            <a:graphicFrameLocks noGrp="1"/>
          </p:cNvGraphicFramePr>
          <p:nvPr>
            <p:extLst>
              <p:ext uri="{D42A27DB-BD31-4B8C-83A1-F6EECF244321}">
                <p14:modId xmlns:p14="http://schemas.microsoft.com/office/powerpoint/2010/main" val="1868686216"/>
              </p:ext>
            </p:extLst>
          </p:nvPr>
        </p:nvGraphicFramePr>
        <p:xfrm>
          <a:off x="7239000" y="647700"/>
          <a:ext cx="2616200" cy="1524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470245372"/>
                    </a:ext>
                  </a:extLst>
                </a:gridCol>
                <a:gridCol w="2336800">
                  <a:extLst>
                    <a:ext uri="{9D8B030D-6E8A-4147-A177-3AD203B41FA5}">
                      <a16:colId xmlns:a16="http://schemas.microsoft.com/office/drawing/2014/main" val="3255876540"/>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515040170"/>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Search: find channels </a:t>
                      </a:r>
                      <a:r>
                        <a:rPr lang="en-US" sz="800" b="0" i="0">
                          <a:solidFill>
                            <a:srgbClr val="000000"/>
                          </a:solidFill>
                          <a:latin typeface="Arial" panose="020B0604020202020204" pitchFamily="34" charset="0"/>
                        </a:rPr>
                        <a:t>by name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94777497"/>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guide: </a:t>
                      </a:r>
                      <a:r>
                        <a:rPr lang="en-US" sz="800" b="0" i="0" err="1">
                          <a:solidFill>
                            <a:srgbClr val="000000"/>
                          </a:solidFill>
                          <a:latin typeface="Arial" panose="020B0604020202020204" pitchFamily="34" charset="0"/>
                        </a:rPr>
                        <a:t>programme</a:t>
                      </a:r>
                      <a:r>
                        <a:rPr lang="en-US" sz="800" b="0" i="0">
                          <a:solidFill>
                            <a:srgbClr val="000000"/>
                          </a:solidFill>
                          <a:latin typeface="Arial" panose="020B0604020202020204" pitchFamily="34" charset="0"/>
                        </a:rPr>
                        <a:t> grid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117806007"/>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Settings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313931218"/>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Favorites, Recent and All channels, with </a:t>
                      </a:r>
                      <a:r>
                        <a:rPr lang="en-US" sz="800" b="0" i="0">
                          <a:solidFill>
                            <a:srgbClr val="000000"/>
                          </a:solidFill>
                          <a:latin typeface="Arial" panose="020B0604020202020204" pitchFamily="34" charset="0"/>
                        </a:rPr>
                        <a:t>channel counts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01916693"/>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categories; the list on the right follows </a:t>
                      </a:r>
                      <a:r>
                        <a:rPr lang="en-US" sz="800" b="0" i="0">
                          <a:solidFill>
                            <a:srgbClr val="000000"/>
                          </a:solidFill>
                          <a:latin typeface="Arial" panose="020B0604020202020204" pitchFamily="34" charset="0"/>
                        </a:rPr>
                        <a:t>the focus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811168263"/>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number, logo, name and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on now. OK </a:t>
                      </a:r>
                      <a:r>
                        <a:rPr lang="en-US" sz="800" b="0" i="0">
                          <a:solidFill>
                            <a:srgbClr val="000000"/>
                          </a:solidFill>
                          <a:latin typeface="Arial" panose="020B0604020202020204" pitchFamily="34" charset="0"/>
                        </a:rPr>
                        <a:t>plays it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72985789"/>
                  </a:ext>
                </a:extLst>
              </a:tr>
              <a:tr h="127000">
                <a:tc>
                  <a:txBody>
                    <a:bodyPr/>
                    <a:lstStyle/>
                    <a:p>
                      <a:pPr latinLnBrk="0" algn="ctr"/>
                      <a:r>
                        <a:rPr lang="en-US" sz="800" b="0" i="0">
                          <a:solidFill>
                            <a:srgbClr val="000000"/>
                          </a:solidFill>
                          <a:latin typeface="Arial" panose="020B0604020202020204" pitchFamily="34" charset="0"/>
                        </a:rPr>
                        <a:t>7</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then OK (or </a:t>
                      </a:r>
                      <a:r>
                        <a:rPr lang="en-US" sz="800" b="0" i="0">
                          <a:solidFill>
                            <a:srgbClr val="000000"/>
                          </a:solidFill>
                          <a:latin typeface="Arial" panose="020B0604020202020204" pitchFamily="34" charset="0"/>
                        </a:rPr>
                        <a:t>click)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584073739"/>
                  </a:ext>
                </a:extLst>
              </a:tr>
              <a:tr h="127000">
                <a:tc>
                  <a:txBody>
                    <a:bodyPr/>
                    <a:lstStyle/>
                    <a:p>
                      <a:pPr latinLnBrk="0" algn="ctr"/>
                      <a:r>
                        <a:rPr lang="en-US" sz="800" b="0" i="0">
                          <a:solidFill>
                            <a:srgbClr val="000000"/>
                          </a:solidFill>
                          <a:latin typeface="Arial" panose="020B0604020202020204" pitchFamily="34" charset="0"/>
                        </a:rPr>
                        <a:t>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Number of channels in </a:t>
                      </a:r>
                      <a:r>
                        <a:rPr lang="en-US" sz="800" b="0" i="0">
                          <a:solidFill>
                            <a:srgbClr val="000000"/>
                          </a:solidFill>
                          <a:latin typeface="Arial" panose="020B0604020202020204" pitchFamily="34" charset="0"/>
                        </a:rPr>
                        <a:t>the category</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64963190"/>
                  </a:ext>
                </a:extLst>
              </a:tr>
              <a:tr h="127000">
                <a:tc>
                  <a:txBody>
                    <a:bodyPr/>
                    <a:lstStyle/>
                    <a:p>
                      <a:pPr latinLnBrk="0" algn="ctr"/>
                      <a:r>
                        <a:rPr lang="en-US" sz="800" b="0" i="0">
                          <a:solidFill>
                            <a:srgbClr val="000000"/>
                          </a:solidFill>
                          <a:latin typeface="Arial" panose="020B0604020202020204" pitchFamily="34" charset="0"/>
                        </a:rPr>
                        <a:t>9</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Key hints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85134350"/>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4390D683-88A7-945D-A277-1B6ECD42E3B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info bar shows when the channel changes and hides after 5 seconds; Left/Right or Info show it with its buttons.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Up/Down or CH +/- change the channel; number keys go to a channel; OK opens the channel list.</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hides the bar, then returns to Home. If the network drops, a message shows and playback resumes by </a:t>
            </a:r>
            <a:r>
              <a:rPr lang="en-US" altLang="ko-KR" sz="900">
                <a:latin typeface="Arial" pitchFamily="34" charset="0"/>
                <a:ea typeface="굴림" panose="020B0600000101010101" pitchFamily="50" charset="-127"/>
                <a:cs typeface="Arial" pitchFamily="34" charset="0"/>
              </a:rPr>
              <a:t>itself.</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0E109F6B-CE8C-AB30-EF3E-A5CED5E2715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Player</a:t>
            </a:r>
          </a:p>
        </p:txBody>
      </p:sp>
      <p:sp>
        <p:nvSpPr>
          <p:cNvPr id="17" name="텍스트 개체 틀 16">
            <a:extLst>
              <a:ext uri="{FF2B5EF4-FFF2-40B4-BE49-F238E27FC236}">
                <a16:creationId xmlns:a16="http://schemas.microsoft.com/office/drawing/2014/main" id="{EFADF39A-62AB-8C83-C06B-064BEF48E35D}"/>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BA15F620-239E-AB8E-9945-457B8845DB0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5DD5196B-5FE1-142F-72CC-3E925A11ADC9}"/>
              </a:ext>
            </a:extLst>
          </p:cNvPr>
          <p:cNvSpPr/>
          <p:nvPr/>
        </p:nvSpPr>
        <p:spPr bwMode="auto">
          <a:xfrm>
            <a:off x="790773" y="3670201"/>
            <a:ext cx="2510235" cy="51841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45964128-1F95-1B91-6C6F-C4D40408F805}"/>
              </a:ext>
            </a:extLst>
          </p:cNvPr>
          <p:cNvSpPr/>
          <p:nvPr/>
        </p:nvSpPr>
        <p:spPr bwMode="auto">
          <a:xfrm>
            <a:off x="647700" y="3543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644D62E4-1D49-5410-768B-B64CDBB6C0ED}"/>
              </a:ext>
            </a:extLst>
          </p:cNvPr>
          <p:cNvSpPr/>
          <p:nvPr/>
        </p:nvSpPr>
        <p:spPr bwMode="auto">
          <a:xfrm>
            <a:off x="5511105" y="3817541"/>
            <a:ext cx="1255118" cy="24010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FB83E6FA-EB55-C5A2-E9BD-86C496D823E2}"/>
              </a:ext>
            </a:extLst>
          </p:cNvPr>
          <p:cNvSpPr/>
          <p:nvPr/>
        </p:nvSpPr>
        <p:spPr bwMode="auto">
          <a:xfrm>
            <a:off x="5372100" y="3695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9E8AC74F-BFC2-F135-33CC-05236EDD30D3}"/>
              </a:ext>
            </a:extLst>
          </p:cNvPr>
          <p:cNvSpPr/>
          <p:nvPr/>
        </p:nvSpPr>
        <p:spPr bwMode="auto">
          <a:xfrm>
            <a:off x="648891" y="4254103"/>
            <a:ext cx="709414"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E5323720-3D04-E815-8C82-4462965005FA}"/>
              </a:ext>
            </a:extLst>
          </p:cNvPr>
          <p:cNvSpPr/>
          <p:nvPr/>
        </p:nvSpPr>
        <p:spPr bwMode="auto">
          <a:xfrm>
            <a:off x="5080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38217279-6C6A-A064-B062-67DDD4642418}"/>
              </a:ext>
            </a:extLst>
          </p:cNvPr>
          <p:cNvSpPr/>
          <p:nvPr/>
        </p:nvSpPr>
        <p:spPr bwMode="auto">
          <a:xfrm>
            <a:off x="1369219" y="4254103"/>
            <a:ext cx="1004094"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1C989A24-258A-5543-7E35-D48D31ED1E8B}"/>
              </a:ext>
            </a:extLst>
          </p:cNvPr>
          <p:cNvSpPr/>
          <p:nvPr/>
        </p:nvSpPr>
        <p:spPr bwMode="auto">
          <a:xfrm>
            <a:off x="12319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E5CF70AF-19C5-1CD4-ED2E-9BD768251E20}"/>
              </a:ext>
            </a:extLst>
          </p:cNvPr>
          <p:cNvSpPr/>
          <p:nvPr/>
        </p:nvSpPr>
        <p:spPr bwMode="auto">
          <a:xfrm>
            <a:off x="2395141" y="4254103"/>
            <a:ext cx="1495226"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DCC890D4-A89A-2565-079C-9108991C67EC}"/>
              </a:ext>
            </a:extLst>
          </p:cNvPr>
          <p:cNvSpPr/>
          <p:nvPr/>
        </p:nvSpPr>
        <p:spPr bwMode="auto">
          <a:xfrm>
            <a:off x="22606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A2FD7E7E-0FC8-359B-B921-101F3D6434C0}"/>
              </a:ext>
            </a:extLst>
          </p:cNvPr>
          <p:cNvSpPr/>
          <p:nvPr/>
        </p:nvSpPr>
        <p:spPr bwMode="auto">
          <a:xfrm>
            <a:off x="3923109" y="4254103"/>
            <a:ext cx="676672"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FD8A2647-AFBC-535C-E1C7-9B9DEF19F512}"/>
              </a:ext>
            </a:extLst>
          </p:cNvPr>
          <p:cNvSpPr/>
          <p:nvPr/>
        </p:nvSpPr>
        <p:spPr bwMode="auto">
          <a:xfrm>
            <a:off x="37846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sp>
        <p:nvSpPr>
          <p:cNvPr id="19" name="Rectangle 18">
            <a:extLst>
              <a:ext uri="{FF2B5EF4-FFF2-40B4-BE49-F238E27FC236}">
                <a16:creationId xmlns:a16="http://schemas.microsoft.com/office/drawing/2014/main" id="{18244461-0988-ED54-7DE0-30B4F882B804}"/>
              </a:ext>
            </a:extLst>
          </p:cNvPr>
          <p:cNvSpPr/>
          <p:nvPr/>
        </p:nvSpPr>
        <p:spPr bwMode="auto">
          <a:xfrm>
            <a:off x="4632523" y="4254103"/>
            <a:ext cx="829469"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1BC94F05-B41F-74F8-C7C5-D281E20B459B}"/>
              </a:ext>
            </a:extLst>
          </p:cNvPr>
          <p:cNvSpPr/>
          <p:nvPr/>
        </p:nvSpPr>
        <p:spPr bwMode="auto">
          <a:xfrm>
            <a:off x="44958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7</a:t>
            </a:r>
          </a:p>
        </p:txBody>
      </p:sp>
      <p:sp>
        <p:nvSpPr>
          <p:cNvPr id="21" name="Rectangle 20">
            <a:extLst>
              <a:ext uri="{FF2B5EF4-FFF2-40B4-BE49-F238E27FC236}">
                <a16:creationId xmlns:a16="http://schemas.microsoft.com/office/drawing/2014/main" id="{D25A7E14-49E8-7E0A-6EA2-48E2CE08C398}"/>
              </a:ext>
            </a:extLst>
          </p:cNvPr>
          <p:cNvSpPr/>
          <p:nvPr/>
        </p:nvSpPr>
        <p:spPr bwMode="auto">
          <a:xfrm>
            <a:off x="5483820" y="4254103"/>
            <a:ext cx="916782"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2" name="Oval 21">
            <a:extLst>
              <a:ext uri="{FF2B5EF4-FFF2-40B4-BE49-F238E27FC236}">
                <a16:creationId xmlns:a16="http://schemas.microsoft.com/office/drawing/2014/main" id="{1D6714A4-697E-4EB9-C277-A878220E10BD}"/>
              </a:ext>
            </a:extLst>
          </p:cNvPr>
          <p:cNvSpPr/>
          <p:nvPr/>
        </p:nvSpPr>
        <p:spPr bwMode="auto">
          <a:xfrm>
            <a:off x="53467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8</a:t>
            </a:r>
          </a:p>
        </p:txBody>
      </p:sp>
      <p:graphicFrame>
        <p:nvGraphicFramePr>
          <p:cNvPr id="23" name="Table 22">
            <a:extLst>
              <a:ext uri="{FF2B5EF4-FFF2-40B4-BE49-F238E27FC236}">
                <a16:creationId xmlns:a16="http://schemas.microsoft.com/office/drawing/2014/main" id="{F6B0E180-A50E-21F3-2F9C-7AD77BF747A3}"/>
              </a:ext>
            </a:extLst>
          </p:cNvPr>
          <p:cNvGraphicFramePr>
            <a:graphicFrameLocks noGrp="1"/>
          </p:cNvGraphicFramePr>
          <p:nvPr>
            <p:extLst>
              <p:ext uri="{D42A27DB-BD31-4B8C-83A1-F6EECF244321}">
                <p14:modId xmlns:p14="http://schemas.microsoft.com/office/powerpoint/2010/main" val="902555352"/>
              </p:ext>
            </p:extLst>
          </p:nvPr>
        </p:nvGraphicFramePr>
        <p:xfrm>
          <a:off x="7239000" y="647700"/>
          <a:ext cx="2616200" cy="1371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590949837"/>
                    </a:ext>
                  </a:extLst>
                </a:gridCol>
                <a:gridCol w="2336800">
                  <a:extLst>
                    <a:ext uri="{9D8B030D-6E8A-4147-A177-3AD203B41FA5}">
                      <a16:colId xmlns:a16="http://schemas.microsoft.com/office/drawing/2014/main" val="1271736739"/>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91410911"/>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number, logo, name,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now </a:t>
                      </a:r>
                      <a:r>
                        <a:rPr lang="en-US" sz="800" b="0" i="0">
                          <a:solidFill>
                            <a:srgbClr val="000000"/>
                          </a:solidFill>
                          <a:latin typeface="Arial" panose="020B0604020202020204" pitchFamily="34" charset="0"/>
                        </a:rPr>
                        <a:t>and next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087101854"/>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progress </a:t>
                      </a:r>
                      <a:r>
                        <a:rPr lang="en-US" sz="800" b="0" i="0">
                          <a:solidFill>
                            <a:srgbClr val="000000"/>
                          </a:solidFill>
                          <a:latin typeface="Arial" panose="020B0604020202020204" pitchFamily="34" charset="0"/>
                        </a:rPr>
                        <a:t>and clock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450903684"/>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 </a:t>
                      </a:r>
                      <a:r>
                        <a:rPr lang="en-US" sz="800" b="0" i="0">
                          <a:solidFill>
                            <a:srgbClr val="000000"/>
                          </a:solidFill>
                          <a:latin typeface="Arial" panose="020B0604020202020204" pitchFamily="34" charset="0"/>
                        </a:rPr>
                        <a:t>/ Pause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38949589"/>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list (see </a:t>
                      </a:r>
                      <a:r>
                        <a:rPr lang="en-US" sz="800" b="0" i="0">
                          <a:solidFill>
                            <a:srgbClr val="000000"/>
                          </a:solidFill>
                          <a:latin typeface="Arial" panose="020B0604020202020204" pitchFamily="34" charset="0"/>
                        </a:rPr>
                        <a:t>6-2)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27739921"/>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to / remove </a:t>
                      </a:r>
                      <a:r>
                        <a:rPr lang="en-US" sz="800" b="0" i="0">
                          <a:solidFill>
                            <a:srgbClr val="000000"/>
                          </a:solidFill>
                          <a:latin typeface="Arial" panose="020B0604020202020204" pitchFamily="34" charset="0"/>
                        </a:rPr>
                        <a:t>from Favorites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879212504"/>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Audio track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80269816"/>
                  </a:ext>
                </a:extLst>
              </a:tr>
              <a:tr h="127000">
                <a:tc>
                  <a:txBody>
                    <a:bodyPr/>
                    <a:lstStyle/>
                    <a:p>
                      <a:pPr latinLnBrk="0" algn="ctr"/>
                      <a:r>
                        <a:rPr lang="en-US" sz="800" b="0" i="0">
                          <a:solidFill>
                            <a:srgbClr val="000000"/>
                          </a:solidFill>
                          <a:latin typeface="Arial" panose="020B0604020202020204" pitchFamily="34" charset="0"/>
                        </a:rPr>
                        <a:t>7</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Subtitles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97460250"/>
                  </a:ext>
                </a:extLst>
              </a:tr>
              <a:tr h="127000">
                <a:tc>
                  <a:txBody>
                    <a:bodyPr/>
                    <a:lstStyle/>
                    <a:p>
                      <a:pPr latinLnBrk="0" algn="ctr"/>
                      <a:r>
                        <a:rPr lang="en-US" sz="800" b="0" i="0">
                          <a:solidFill>
                            <a:srgbClr val="000000"/>
                          </a:solidFill>
                          <a:latin typeface="Arial" panose="020B0604020202020204" pitchFamily="34" charset="0"/>
                        </a:rPr>
                        <a:t>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Picture mode: Fit, Zoom, Fill, 16:9</a:t>
                      </a:r>
                      <a:r>
                        <a:rPr lang="en-US" sz="800" b="0" i="0">
                          <a:solidFill>
                            <a:srgbClr val="000000"/>
                          </a:solidFill>
                          <a:latin typeface="Arial" panose="020B0604020202020204" pitchFamily="34" charset="0"/>
                        </a:rPr>
                        <a:t>, 4:3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528515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4390D683-88A7-945D-A277-1B6ECD42E3B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Opens over the video on the current channel. Left/Right move between categories and channels.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OK on a channel switches to it and closes the list. Back closes the </a:t>
            </a:r>
            <a:r>
              <a:rPr lang="en-US" altLang="ko-KR" sz="900">
                <a:latin typeface="Arial" pitchFamily="34" charset="0"/>
                <a:ea typeface="굴림" panose="020B0600000101010101" pitchFamily="50" charset="-127"/>
                <a:cs typeface="Arial" pitchFamily="34" charset="0"/>
              </a:rPr>
              <a:t>list.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0E109F6B-CE8C-AB30-EF3E-A5CED5E2715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2. Channel list (OK in the player)</a:t>
            </a:r>
          </a:p>
        </p:txBody>
      </p:sp>
      <p:sp>
        <p:nvSpPr>
          <p:cNvPr id="17" name="텍스트 개체 틀 16">
            <a:extLst>
              <a:ext uri="{FF2B5EF4-FFF2-40B4-BE49-F238E27FC236}">
                <a16:creationId xmlns:a16="http://schemas.microsoft.com/office/drawing/2014/main" id="{EFADF39A-62AB-8C83-C06B-064BEF48E35D}"/>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715CB3A4-E9EC-A9D5-6589-C759F8A5CA5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D38AE1D4-8CAD-594F-1C99-EA7769ECFAA9}"/>
              </a:ext>
            </a:extLst>
          </p:cNvPr>
          <p:cNvSpPr/>
          <p:nvPr/>
        </p:nvSpPr>
        <p:spPr bwMode="auto">
          <a:xfrm>
            <a:off x="599777" y="1176338"/>
            <a:ext cx="791270" cy="18553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63B1701C-9527-C3D1-A6B6-4C8A2BC7064E}"/>
              </a:ext>
            </a:extLst>
          </p:cNvPr>
          <p:cNvSpPr/>
          <p:nvPr/>
        </p:nvSpPr>
        <p:spPr bwMode="auto">
          <a:xfrm>
            <a:off x="457200" y="1054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77981A2D-7947-B923-338B-1D3852446C90}"/>
              </a:ext>
            </a:extLst>
          </p:cNvPr>
          <p:cNvSpPr/>
          <p:nvPr/>
        </p:nvSpPr>
        <p:spPr bwMode="auto">
          <a:xfrm>
            <a:off x="1412875" y="1176338"/>
            <a:ext cx="802184" cy="18553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32B177DC-768F-0F0F-217B-63F59373AB17}"/>
              </a:ext>
            </a:extLst>
          </p:cNvPr>
          <p:cNvSpPr/>
          <p:nvPr/>
        </p:nvSpPr>
        <p:spPr bwMode="auto">
          <a:xfrm>
            <a:off x="1270000" y="1054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286E291A-564B-8234-CDB5-CEA9B1421D5C}"/>
              </a:ext>
            </a:extLst>
          </p:cNvPr>
          <p:cNvSpPr/>
          <p:nvPr/>
        </p:nvSpPr>
        <p:spPr bwMode="auto">
          <a:xfrm>
            <a:off x="616148" y="1394619"/>
            <a:ext cx="1582540" cy="264666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F87D1313-70B7-499B-4FB8-D152E7B5325D}"/>
              </a:ext>
            </a:extLst>
          </p:cNvPr>
          <p:cNvSpPr/>
          <p:nvPr/>
        </p:nvSpPr>
        <p:spPr bwMode="auto">
          <a:xfrm>
            <a:off x="482600" y="1270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DA86558F-CEF8-1FE6-D632-45650884F847}"/>
              </a:ext>
            </a:extLst>
          </p:cNvPr>
          <p:cNvSpPr/>
          <p:nvPr/>
        </p:nvSpPr>
        <p:spPr bwMode="auto">
          <a:xfrm>
            <a:off x="2362398" y="1165423"/>
            <a:ext cx="3175993" cy="18554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099F31B1-52DB-F70F-4AC6-69257D71DD93}"/>
              </a:ext>
            </a:extLst>
          </p:cNvPr>
          <p:cNvSpPr/>
          <p:nvPr/>
        </p:nvSpPr>
        <p:spPr bwMode="auto">
          <a:xfrm>
            <a:off x="2222500" y="1041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4333A8F7-683E-4731-557A-C8132AB61921}"/>
              </a:ext>
            </a:extLst>
          </p:cNvPr>
          <p:cNvSpPr/>
          <p:nvPr/>
        </p:nvSpPr>
        <p:spPr bwMode="auto">
          <a:xfrm>
            <a:off x="2335113" y="1383705"/>
            <a:ext cx="3230563" cy="321964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6A698193-5756-6DFC-CACC-F9E4EB92FD4B}"/>
              </a:ext>
            </a:extLst>
          </p:cNvPr>
          <p:cNvSpPr/>
          <p:nvPr/>
        </p:nvSpPr>
        <p:spPr bwMode="auto">
          <a:xfrm>
            <a:off x="21971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9E817369-B904-DDE3-4CDC-6D3D550736F7}"/>
              </a:ext>
            </a:extLst>
          </p:cNvPr>
          <p:cNvSpPr/>
          <p:nvPr/>
        </p:nvSpPr>
        <p:spPr bwMode="auto">
          <a:xfrm>
            <a:off x="5254625" y="1678384"/>
            <a:ext cx="240109" cy="21828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7A56167E-330F-9629-17ED-CFFC1CD0E435}"/>
              </a:ext>
            </a:extLst>
          </p:cNvPr>
          <p:cNvSpPr/>
          <p:nvPr/>
        </p:nvSpPr>
        <p:spPr bwMode="auto">
          <a:xfrm>
            <a:off x="5118100" y="1549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0E179753-792A-DEEC-19B9-C9C70685CB30}"/>
              </a:ext>
            </a:extLst>
          </p:cNvPr>
          <p:cNvGraphicFramePr>
            <a:graphicFrameLocks noGrp="1"/>
          </p:cNvGraphicFramePr>
          <p:nvPr>
            <p:extLst>
              <p:ext uri="{D42A27DB-BD31-4B8C-83A1-F6EECF244321}">
                <p14:modId xmlns:p14="http://schemas.microsoft.com/office/powerpoint/2010/main" val="3102385008"/>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726283395"/>
                    </a:ext>
                  </a:extLst>
                </a:gridCol>
                <a:gridCol w="2336800">
                  <a:extLst>
                    <a:ext uri="{9D8B030D-6E8A-4147-A177-3AD203B41FA5}">
                      <a16:colId xmlns:a16="http://schemas.microsoft.com/office/drawing/2014/main" val="4250829447"/>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420436362"/>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Search</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67595577"/>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TV guide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05924788"/>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Categories with </a:t>
                      </a:r>
                      <a:r>
                        <a:rPr lang="en-US" sz="800" b="0" i="0">
                          <a:solidFill>
                            <a:srgbClr val="000000"/>
                          </a:solidFill>
                          <a:latin typeface="Arial" panose="020B0604020202020204" pitchFamily="34" charset="0"/>
                        </a:rPr>
                        <a:t>channel counts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388705660"/>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Category and position in </a:t>
                      </a:r>
                      <a:r>
                        <a:rPr lang="en-US" sz="800" b="0" i="0">
                          <a:solidFill>
                            <a:srgbClr val="000000"/>
                          </a:solidFill>
                          <a:latin typeface="Arial" panose="020B0604020202020204" pitchFamily="34" charset="0"/>
                        </a:rPr>
                        <a:t>the 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139924157"/>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Channels; the blue mark shows the channel </a:t>
                      </a:r>
                      <a:r>
                        <a:rPr lang="en-US" sz="800" b="0" i="0">
                          <a:solidFill>
                            <a:srgbClr val="000000"/>
                          </a:solidFill>
                          <a:latin typeface="Arial" panose="020B0604020202020204" pitchFamily="34" charset="0"/>
                        </a:rPr>
                        <a:t>playing now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56320264"/>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a:t>
                      </a:r>
                      <a:r>
                        <a:rPr lang="en-US" sz="800" b="0" i="0">
                          <a:solidFill>
                            <a:srgbClr val="000000"/>
                          </a:solidFill>
                          <a:latin typeface="Arial" panose="020B0604020202020204" pitchFamily="34" charset="0"/>
                        </a:rPr>
                        <a:t>then OK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924210603"/>
                  </a:ext>
                </a:extLst>
              </a:tr>
            </a:tbl>
          </a:graphicData>
        </a:graphic>
      </p:graphicFrame>
    </p:spTree>
    <p:extLst>
      <p:ext uri="{BB962C8B-B14F-4D97-AF65-F5344CB8AC3E}">
        <p14:creationId xmlns:p14="http://schemas.microsoft.com/office/powerpoint/2010/main" val="22409308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4390D683-88A7-945D-A277-1B6ECD42E3B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Arrow keys move through </a:t>
            </a:r>
            <a:r>
              <a:rPr lang="en-US" altLang="ko-KR" sz="900" dirty="0" err="1">
                <a:latin typeface="Arial" pitchFamily="34" charset="0"/>
                <a:ea typeface="굴림" panose="020B0600000101010101" pitchFamily="50" charset="-127"/>
                <a:cs typeface="Arial" pitchFamily="34" charset="0"/>
              </a:rPr>
              <a:t>programmes</a:t>
            </a:r>
            <a:r>
              <a:rPr lang="en-US" altLang="ko-KR" sz="900" dirty="0">
                <a:latin typeface="Arial" pitchFamily="34" charset="0"/>
                <a:ea typeface="굴림" panose="020B0600000101010101" pitchFamily="50" charset="-127"/>
                <a:cs typeface="Arial" pitchFamily="34" charset="0"/>
              </a:rPr>
              <a:t> and channels; CH +/- page; the wheel scrolls. OK on a </a:t>
            </a:r>
            <a:r>
              <a:rPr lang="en-US" altLang="ko-KR" sz="900" dirty="0" err="1">
                <a:latin typeface="Arial" pitchFamily="34" charset="0"/>
                <a:ea typeface="굴림" panose="020B0600000101010101" pitchFamily="50" charset="-127"/>
                <a:cs typeface="Arial" pitchFamily="34" charset="0"/>
              </a:rPr>
              <a:t>programme</a:t>
            </a:r>
            <a:r>
              <a:rPr lang="en-US" altLang="ko-KR" sz="900" dirty="0">
                <a:latin typeface="Arial" pitchFamily="34" charset="0"/>
                <a:ea typeface="굴림" panose="020B0600000101010101" pitchFamily="50" charset="-127"/>
                <a:cs typeface="Arial" pitchFamily="34" charset="0"/>
              </a:rPr>
              <a:t> on air plays its channel.</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Guide data comes from XMLTV named in the playlist, in Settings, or by the </a:t>
            </a:r>
            <a:r>
              <a:rPr lang="en-US" altLang="ko-KR" sz="900" dirty="0" err="1">
                <a:latin typeface="Arial" pitchFamily="34" charset="0"/>
                <a:ea typeface="굴림" panose="020B0600000101010101" pitchFamily="50" charset="-127"/>
                <a:cs typeface="Arial" pitchFamily="34" charset="0"/>
              </a:rPr>
              <a:t>Xtream</a:t>
            </a:r>
            <a:r>
              <a:rPr lang="en-US" altLang="ko-KR" sz="900" dirty="0">
                <a:latin typeface="Arial" pitchFamily="34" charset="0"/>
                <a:ea typeface="굴림" panose="020B0600000101010101" pitchFamily="50" charset="-127"/>
                <a:cs typeface="Arial" pitchFamily="34" charset="0"/>
              </a:rPr>
              <a:t> server.</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test playlist comes with guide data, so every test channel shows </a:t>
            </a:r>
            <a:r>
              <a:rPr lang="en-US" altLang="ko-KR" sz="900" err="1">
                <a:latin typeface="Arial" pitchFamily="34" charset="0"/>
                <a:ea typeface="굴림" panose="020B0600000101010101" pitchFamily="50" charset="-127"/>
                <a:cs typeface="Arial" pitchFamily="34" charset="0"/>
              </a:rPr>
              <a:t>programmes</a:t>
            </a:r>
            <a:r>
              <a:rPr lang="en-US" altLang="ko-KR" sz="900">
                <a:latin typeface="Arial" pitchFamily="34" charset="0"/>
                <a:ea typeface="굴림" panose="020B0600000101010101" pitchFamily="50" charset="-127"/>
                <a:cs typeface="Arial" pitchFamily="34" charset="0"/>
              </a:rPr>
              <a: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0E109F6B-CE8C-AB30-EF3E-A5CED5E2715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3. TV guide</a:t>
            </a:r>
          </a:p>
        </p:txBody>
      </p:sp>
      <p:sp>
        <p:nvSpPr>
          <p:cNvPr id="17" name="텍스트 개체 틀 16">
            <a:extLst>
              <a:ext uri="{FF2B5EF4-FFF2-40B4-BE49-F238E27FC236}">
                <a16:creationId xmlns:a16="http://schemas.microsoft.com/office/drawing/2014/main" id="{EFADF39A-62AB-8C83-C06B-064BEF48E35D}"/>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C95A8A08-3AED-4CA6-2479-7E93DAE866C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7A6C4A54-B6E6-95AE-9033-B22B1A119DF2}"/>
              </a:ext>
            </a:extLst>
          </p:cNvPr>
          <p:cNvSpPr/>
          <p:nvPr/>
        </p:nvSpPr>
        <p:spPr bwMode="auto">
          <a:xfrm>
            <a:off x="517922" y="1105396"/>
            <a:ext cx="2837656" cy="51841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89346622-B357-14CF-5900-3F42CEE62E1E}"/>
              </a:ext>
            </a:extLst>
          </p:cNvPr>
          <p:cNvSpPr/>
          <p:nvPr/>
        </p:nvSpPr>
        <p:spPr bwMode="auto">
          <a:xfrm>
            <a:off x="3810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34390509-6386-2A34-EAB8-86EB31C101C7}"/>
              </a:ext>
            </a:extLst>
          </p:cNvPr>
          <p:cNvSpPr/>
          <p:nvPr/>
        </p:nvSpPr>
        <p:spPr bwMode="auto">
          <a:xfrm>
            <a:off x="1827609" y="1732955"/>
            <a:ext cx="4993184" cy="15279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9C9125CC-3F56-3109-07B9-3C598114359D}"/>
              </a:ext>
            </a:extLst>
          </p:cNvPr>
          <p:cNvSpPr/>
          <p:nvPr/>
        </p:nvSpPr>
        <p:spPr bwMode="auto">
          <a:xfrm>
            <a:off x="1689100" y="1600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EC3BE4E6-E696-B684-4100-9F9C53D524D8}"/>
              </a:ext>
            </a:extLst>
          </p:cNvPr>
          <p:cNvSpPr/>
          <p:nvPr/>
        </p:nvSpPr>
        <p:spPr bwMode="auto">
          <a:xfrm>
            <a:off x="517922" y="1951236"/>
            <a:ext cx="1309687" cy="24010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86CD68F0-7D43-376F-C1BC-6D4C6AAF8ED6}"/>
              </a:ext>
            </a:extLst>
          </p:cNvPr>
          <p:cNvSpPr/>
          <p:nvPr/>
        </p:nvSpPr>
        <p:spPr bwMode="auto">
          <a:xfrm>
            <a:off x="381000" y="1828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B6C34572-80ED-B1D7-5191-3CB8D3CA68B2}"/>
              </a:ext>
            </a:extLst>
          </p:cNvPr>
          <p:cNvSpPr/>
          <p:nvPr/>
        </p:nvSpPr>
        <p:spPr bwMode="auto">
          <a:xfrm>
            <a:off x="1827609" y="1907580"/>
            <a:ext cx="4993184" cy="244475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C26EC694-6A1C-1B16-0ABC-BBB0597D46D2}"/>
              </a:ext>
            </a:extLst>
          </p:cNvPr>
          <p:cNvSpPr/>
          <p:nvPr/>
        </p:nvSpPr>
        <p:spPr bwMode="auto">
          <a:xfrm>
            <a:off x="1689100" y="1778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2C725B41-5968-343C-AD8B-5AF757C67BB2}"/>
              </a:ext>
            </a:extLst>
          </p:cNvPr>
          <p:cNvSpPr/>
          <p:nvPr/>
        </p:nvSpPr>
        <p:spPr bwMode="auto">
          <a:xfrm>
            <a:off x="2389684" y="2213173"/>
            <a:ext cx="1669851"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14A1CA54-CE08-7E48-3A77-EDCA57C9142E}"/>
              </a:ext>
            </a:extLst>
          </p:cNvPr>
          <p:cNvSpPr/>
          <p:nvPr/>
        </p:nvSpPr>
        <p:spPr bwMode="auto">
          <a:xfrm>
            <a:off x="2247900" y="2082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1E1DFFBD-EA9C-9E4D-7AC4-456E34C602E7}"/>
              </a:ext>
            </a:extLst>
          </p:cNvPr>
          <p:cNvSpPr/>
          <p:nvPr/>
        </p:nvSpPr>
        <p:spPr bwMode="auto">
          <a:xfrm>
            <a:off x="517922" y="4385072"/>
            <a:ext cx="2673945" cy="14188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DC6F4358-3DD5-8953-41AC-F6AAC6C97483}"/>
              </a:ext>
            </a:extLst>
          </p:cNvPr>
          <p:cNvSpPr/>
          <p:nvPr/>
        </p:nvSpPr>
        <p:spPr bwMode="auto">
          <a:xfrm>
            <a:off x="381000" y="4254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A0BBD781-2FF0-075C-E392-92C555C67EA3}"/>
              </a:ext>
            </a:extLst>
          </p:cNvPr>
          <p:cNvGraphicFramePr>
            <a:graphicFrameLocks noGrp="1"/>
          </p:cNvGraphicFramePr>
          <p:nvPr>
            <p:extLst>
              <p:ext uri="{D42A27DB-BD31-4B8C-83A1-F6EECF244321}">
                <p14:modId xmlns:p14="http://schemas.microsoft.com/office/powerpoint/2010/main" val="776719896"/>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209790157"/>
                    </a:ext>
                  </a:extLst>
                </a:gridCol>
                <a:gridCol w="2336800">
                  <a:extLst>
                    <a:ext uri="{9D8B030D-6E8A-4147-A177-3AD203B41FA5}">
                      <a16:colId xmlns:a16="http://schemas.microsoft.com/office/drawing/2014/main" val="3023834042"/>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20285457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Focused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channel, time, title</a:t>
                      </a:r>
                      <a:r>
                        <a:rPr lang="en-US" sz="800" b="0" i="0">
                          <a:solidFill>
                            <a:srgbClr val="000000"/>
                          </a:solidFill>
                          <a:latin typeface="Arial" panose="020B0604020202020204" pitchFamily="34" charset="0"/>
                        </a:rPr>
                        <a:t>, description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96684667"/>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Date and </a:t>
                      </a:r>
                      <a:r>
                        <a:rPr lang="en-US" sz="800" b="0" i="0">
                          <a:solidFill>
                            <a:srgbClr val="000000"/>
                          </a:solidFill>
                          <a:latin typeface="Arial" panose="020B0604020202020204" pitchFamily="34" charset="0"/>
                        </a:rPr>
                        <a:t>time scale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05561653"/>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Channels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599480425"/>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err="1">
                          <a:solidFill>
                            <a:srgbClr val="000000"/>
                          </a:solidFill>
                          <a:latin typeface="Arial" panose="020B0604020202020204" pitchFamily="34" charset="0"/>
                        </a:rPr>
                        <a:t>Programmes</a:t>
                      </a:r>
                      <a:r>
                        <a:rPr lang="en-US" sz="800" b="0" i="0" dirty="0">
                          <a:solidFill>
                            <a:srgbClr val="000000"/>
                          </a:solidFill>
                          <a:latin typeface="Arial" panose="020B0604020202020204" pitchFamily="34" charset="0"/>
                        </a:rPr>
                        <a:t>; the red line marks the </a:t>
                      </a:r>
                      <a:r>
                        <a:rPr lang="en-US" sz="800" b="0" i="0">
                          <a:solidFill>
                            <a:srgbClr val="000000"/>
                          </a:solidFill>
                          <a:latin typeface="Arial" panose="020B0604020202020204" pitchFamily="34" charset="0"/>
                        </a:rPr>
                        <a:t>current time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358540202"/>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Focused programme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18515416"/>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Key hints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26678295"/>
                  </a:ext>
                </a:extLst>
              </a:tr>
            </a:tbl>
          </a:graphicData>
        </a:graphic>
      </p:graphicFrame>
    </p:spTree>
    <p:extLst>
      <p:ext uri="{BB962C8B-B14F-4D97-AF65-F5344CB8AC3E}">
        <p14:creationId xmlns:p14="http://schemas.microsoft.com/office/powerpoint/2010/main" val="10633257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4390D683-88A7-945D-A277-1B6ECD42E3B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Search ignores case and accents and matches any part of a channel name.</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Down moves from the field to the results. Back closes the keyboard, then the </a:t>
            </a:r>
            <a:r>
              <a:rPr lang="en-US" altLang="ko-KR" sz="900">
                <a:latin typeface="Arial" pitchFamily="34" charset="0"/>
                <a:ea typeface="굴림" panose="020B0600000101010101" pitchFamily="50" charset="-127"/>
                <a:cs typeface="Arial" pitchFamily="34" charset="0"/>
              </a:rPr>
              <a:t>screen.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0E109F6B-CE8C-AB30-EF3E-A5CED5E2715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4. Search</a:t>
            </a:r>
          </a:p>
        </p:txBody>
      </p:sp>
      <p:sp>
        <p:nvSpPr>
          <p:cNvPr id="17" name="텍스트 개체 틀 16">
            <a:extLst>
              <a:ext uri="{FF2B5EF4-FFF2-40B4-BE49-F238E27FC236}">
                <a16:creationId xmlns:a16="http://schemas.microsoft.com/office/drawing/2014/main" id="{EFADF39A-62AB-8C83-C06B-064BEF48E35D}"/>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459CB498-AD54-8166-0295-D7EB6953D6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FAB035E0-E87B-95EB-5AF4-26F518909569}"/>
              </a:ext>
            </a:extLst>
          </p:cNvPr>
          <p:cNvSpPr/>
          <p:nvPr/>
        </p:nvSpPr>
        <p:spPr bwMode="auto">
          <a:xfrm>
            <a:off x="2373313" y="1110853"/>
            <a:ext cx="4452937" cy="43656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D6EFDD2F-04D6-6E2B-6F0E-628F271E8E48}"/>
              </a:ext>
            </a:extLst>
          </p:cNvPr>
          <p:cNvSpPr/>
          <p:nvPr/>
        </p:nvSpPr>
        <p:spPr bwMode="auto">
          <a:xfrm>
            <a:off x="22352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40F7FE63-DC4F-7A9C-5F90-227B3123D5F1}"/>
              </a:ext>
            </a:extLst>
          </p:cNvPr>
          <p:cNvSpPr/>
          <p:nvPr/>
        </p:nvSpPr>
        <p:spPr bwMode="auto">
          <a:xfrm>
            <a:off x="2340570" y="1574701"/>
            <a:ext cx="545703" cy="15279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9EA3FEE4-895A-3430-7C2C-EB22AEF6C8B4}"/>
              </a:ext>
            </a:extLst>
          </p:cNvPr>
          <p:cNvSpPr/>
          <p:nvPr/>
        </p:nvSpPr>
        <p:spPr bwMode="auto">
          <a:xfrm>
            <a:off x="2197100" y="1447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D5D5B49D-FAE6-4B61-2100-A03378093BD5}"/>
              </a:ext>
            </a:extLst>
          </p:cNvPr>
          <p:cNvSpPr/>
          <p:nvPr/>
        </p:nvSpPr>
        <p:spPr bwMode="auto">
          <a:xfrm>
            <a:off x="2395141" y="1831181"/>
            <a:ext cx="4409281" cy="180082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428F56A0-7027-0BC6-3303-0E8EBC71DA4F}"/>
              </a:ext>
            </a:extLst>
          </p:cNvPr>
          <p:cNvSpPr/>
          <p:nvPr/>
        </p:nvSpPr>
        <p:spPr bwMode="auto">
          <a:xfrm>
            <a:off x="2260600" y="1701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6EB3125C-DEAC-2FE1-AD09-47FB26B3B940}"/>
              </a:ext>
            </a:extLst>
          </p:cNvPr>
          <p:cNvSpPr/>
          <p:nvPr/>
        </p:nvSpPr>
        <p:spPr bwMode="auto">
          <a:xfrm>
            <a:off x="6509742" y="1874838"/>
            <a:ext cx="240110" cy="21828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1997CFB0-B4D8-A136-1D9F-DD144C7E7421}"/>
              </a:ext>
            </a:extLst>
          </p:cNvPr>
          <p:cNvSpPr/>
          <p:nvPr/>
        </p:nvSpPr>
        <p:spPr bwMode="auto">
          <a:xfrm>
            <a:off x="6375400" y="1752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graphicFrame>
        <p:nvGraphicFramePr>
          <p:cNvPr id="12" name="Table 11">
            <a:extLst>
              <a:ext uri="{FF2B5EF4-FFF2-40B4-BE49-F238E27FC236}">
                <a16:creationId xmlns:a16="http://schemas.microsoft.com/office/drawing/2014/main" id="{5453F5C4-0174-F58A-FE4B-AD4A26797E1B}"/>
              </a:ext>
            </a:extLst>
          </p:cNvPr>
          <p:cNvGraphicFramePr>
            <a:graphicFrameLocks noGrp="1"/>
          </p:cNvGraphicFramePr>
          <p:nvPr>
            <p:extLst>
              <p:ext uri="{D42A27DB-BD31-4B8C-83A1-F6EECF244321}">
                <p14:modId xmlns:p14="http://schemas.microsoft.com/office/powerpoint/2010/main" val="2764930869"/>
              </p:ext>
            </p:extLst>
          </p:nvPr>
        </p:nvGraphicFramePr>
        <p:xfrm>
          <a:off x="7239000" y="647700"/>
          <a:ext cx="2616200" cy="762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31633740"/>
                    </a:ext>
                  </a:extLst>
                </a:gridCol>
                <a:gridCol w="2336800">
                  <a:extLst>
                    <a:ext uri="{9D8B030D-6E8A-4147-A177-3AD203B41FA5}">
                      <a16:colId xmlns:a16="http://schemas.microsoft.com/office/drawing/2014/main" val="767339969"/>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487864586"/>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Search field: OK opens the </a:t>
                      </a:r>
                      <a:r>
                        <a:rPr lang="en-US" sz="800" b="0" i="0">
                          <a:solidFill>
                            <a:srgbClr val="000000"/>
                          </a:solidFill>
                          <a:latin typeface="Arial" panose="020B0604020202020204" pitchFamily="34" charset="0"/>
                        </a:rPr>
                        <a:t>LG keyboard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42430114"/>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Number </a:t>
                      </a:r>
                      <a:r>
                        <a:rPr lang="en-US" sz="800" b="0" i="0">
                          <a:solidFill>
                            <a:srgbClr val="000000"/>
                          </a:solidFill>
                          <a:latin typeface="Arial" panose="020B0604020202020204" pitchFamily="34" charset="0"/>
                        </a:rPr>
                        <a:t>of results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36448673"/>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Results update while typing. OK plays </a:t>
                      </a:r>
                      <a:r>
                        <a:rPr lang="en-US" sz="800" b="0" i="0">
                          <a:solidFill>
                            <a:srgbClr val="000000"/>
                          </a:solidFill>
                          <a:latin typeface="Arial" panose="020B0604020202020204" pitchFamily="34" charset="0"/>
                        </a:rPr>
                        <a:t>the channel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91567352"/>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a:t>
                      </a:r>
                      <a:r>
                        <a:rPr lang="en-US" sz="800" b="0" i="0">
                          <a:solidFill>
                            <a:srgbClr val="000000"/>
                          </a:solidFill>
                          <a:latin typeface="Arial" panose="020B0604020202020204" pitchFamily="34" charset="0"/>
                        </a:rPr>
                        <a:t>then OK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709676712"/>
                  </a:ext>
                </a:extLst>
              </a:tr>
            </a:tbl>
          </a:graphicData>
        </a:graphic>
      </p:graphicFrame>
    </p:spTree>
    <p:extLst>
      <p:ext uri="{BB962C8B-B14F-4D97-AF65-F5344CB8AC3E}">
        <p14:creationId xmlns:p14="http://schemas.microsoft.com/office/powerpoint/2010/main" val="10542040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4390D683-88A7-945D-A277-1B6ECD42E3B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In Favorites the menu also offers Move: Up/Down, or the arrows shown on the channel, reorder it; OK finishes.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closes the </a:t>
            </a:r>
            <a:r>
              <a:rPr lang="en-US" altLang="ko-KR" sz="900">
                <a:latin typeface="Arial" pitchFamily="34" charset="0"/>
                <a:ea typeface="굴림" panose="020B0600000101010101" pitchFamily="50" charset="-127"/>
                <a:cs typeface="Arial" pitchFamily="34" charset="0"/>
              </a:rPr>
              <a:t>menu.</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0E109F6B-CE8C-AB30-EF3E-A5CED5E2715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5. Channel menu (hold OK on a channel)</a:t>
            </a:r>
          </a:p>
        </p:txBody>
      </p:sp>
      <p:sp>
        <p:nvSpPr>
          <p:cNvPr id="17" name="텍스트 개체 틀 16">
            <a:extLst>
              <a:ext uri="{FF2B5EF4-FFF2-40B4-BE49-F238E27FC236}">
                <a16:creationId xmlns:a16="http://schemas.microsoft.com/office/drawing/2014/main" id="{EFADF39A-62AB-8C83-C06B-064BEF48E35D}"/>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C66F1533-1D75-B5F3-D96C-47098531AFA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E6ED4FB8-0A7B-A8DA-0878-7FA6F79A0D74}"/>
              </a:ext>
            </a:extLst>
          </p:cNvPr>
          <p:cNvSpPr/>
          <p:nvPr/>
        </p:nvSpPr>
        <p:spPr bwMode="auto">
          <a:xfrm>
            <a:off x="2127746" y="2431455"/>
            <a:ext cx="3110508" cy="90041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7ECB8A73-CF91-D715-1766-898E1E50050C}"/>
              </a:ext>
            </a:extLst>
          </p:cNvPr>
          <p:cNvSpPr/>
          <p:nvPr/>
        </p:nvSpPr>
        <p:spPr bwMode="auto">
          <a:xfrm>
            <a:off x="1993900" y="2298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1336FD82-3BE7-5E99-AC91-51EE11E64FBB}"/>
              </a:ext>
            </a:extLst>
          </p:cNvPr>
          <p:cNvSpPr/>
          <p:nvPr/>
        </p:nvSpPr>
        <p:spPr bwMode="auto">
          <a:xfrm>
            <a:off x="2275086" y="2868017"/>
            <a:ext cx="1407914"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CA822224-F465-144B-FD74-6122B09DF126}"/>
              </a:ext>
            </a:extLst>
          </p:cNvPr>
          <p:cNvSpPr/>
          <p:nvPr/>
        </p:nvSpPr>
        <p:spPr bwMode="auto">
          <a:xfrm>
            <a:off x="2133600" y="2743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DA2B5B78-E1FD-EA53-F862-AAA69756E3B7}"/>
              </a:ext>
            </a:extLst>
          </p:cNvPr>
          <p:cNvSpPr/>
          <p:nvPr/>
        </p:nvSpPr>
        <p:spPr bwMode="auto">
          <a:xfrm>
            <a:off x="3693914" y="2868017"/>
            <a:ext cx="1375172"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0627CC2C-E025-99C4-3502-3CA0C1107FD6}"/>
              </a:ext>
            </a:extLst>
          </p:cNvPr>
          <p:cNvSpPr/>
          <p:nvPr/>
        </p:nvSpPr>
        <p:spPr bwMode="auto">
          <a:xfrm>
            <a:off x="3556000" y="2743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131A3946-E3B6-984F-4EA3-17B355A06A15}"/>
              </a:ext>
            </a:extLst>
          </p:cNvPr>
          <p:cNvGraphicFramePr>
            <a:graphicFrameLocks noGrp="1"/>
          </p:cNvGraphicFramePr>
          <p:nvPr>
            <p:extLst>
              <p:ext uri="{D42A27DB-BD31-4B8C-83A1-F6EECF244321}">
                <p14:modId xmlns:p14="http://schemas.microsoft.com/office/powerpoint/2010/main" val="2004873436"/>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621104379"/>
                    </a:ext>
                  </a:extLst>
                </a:gridCol>
                <a:gridCol w="2336800">
                  <a:extLst>
                    <a:ext uri="{9D8B030D-6E8A-4147-A177-3AD203B41FA5}">
                      <a16:colId xmlns:a16="http://schemas.microsoft.com/office/drawing/2014/main" val="4136277156"/>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427452224"/>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Channel menu</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8052488"/>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to / remove </a:t>
                      </a:r>
                      <a:r>
                        <a:rPr lang="en-US" sz="800" b="0" i="0">
                          <a:solidFill>
                            <a:srgbClr val="000000"/>
                          </a:solidFill>
                          <a:latin typeface="Arial" panose="020B0604020202020204" pitchFamily="34" charset="0"/>
                        </a:rPr>
                        <a:t>from Favorites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302576057"/>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Cancel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8424743"/>
                  </a:ext>
                </a:extLst>
              </a:tr>
            </a:tbl>
          </a:graphicData>
        </a:graphic>
      </p:graphicFrame>
    </p:spTree>
    <p:extLst>
      <p:ext uri="{BB962C8B-B14F-4D97-AF65-F5344CB8AC3E}">
        <p14:creationId xmlns:p14="http://schemas.microsoft.com/office/powerpoint/2010/main" val="23367753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4390D683-88A7-945D-A277-1B6ECD42E3B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t>
            </a:r>
            <a:r>
              <a:rPr lang="en-US" altLang="ko-KR" sz="900" dirty="0" err="1">
                <a:latin typeface="Arial" pitchFamily="34" charset="0"/>
                <a:ea typeface="굴림" panose="020B0600000101010101" pitchFamily="50" charset="-127"/>
                <a:cs typeface="Arial" pitchFamily="34" charset="0"/>
              </a:rPr>
              <a:t>Xtream</a:t>
            </a:r>
            <a:r>
              <a:rPr lang="en-US" altLang="ko-KR" sz="900" dirty="0">
                <a:latin typeface="Arial" pitchFamily="34" charset="0"/>
                <a:ea typeface="굴림" panose="020B0600000101010101" pitchFamily="50" charset="-127"/>
                <a:cs typeface="Arial" pitchFamily="34" charset="0"/>
              </a:rPr>
              <a:t> Codes sources also show the account's expiry date and connection </a:t>
            </a:r>
            <a:r>
              <a:rPr lang="en-US" altLang="ko-KR" sz="900">
                <a:latin typeface="Arial" pitchFamily="34" charset="0"/>
                <a:ea typeface="굴림" panose="020B0600000101010101" pitchFamily="50" charset="-127"/>
                <a:cs typeface="Arial" pitchFamily="34" charset="0"/>
              </a:rPr>
              <a:t>limit.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0E109F6B-CE8C-AB30-EF3E-A5CED5E2715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6. Settings: Sources</a:t>
            </a:r>
          </a:p>
        </p:txBody>
      </p:sp>
      <p:sp>
        <p:nvSpPr>
          <p:cNvPr id="17" name="텍스트 개체 틀 16">
            <a:extLst>
              <a:ext uri="{FF2B5EF4-FFF2-40B4-BE49-F238E27FC236}">
                <a16:creationId xmlns:a16="http://schemas.microsoft.com/office/drawing/2014/main" id="{EFADF39A-62AB-8C83-C06B-064BEF48E35D}"/>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2383C9AA-7F3D-EB2D-3926-70DAF35F920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9F534FB1-9C7C-59A8-FAF8-1125A8C4F872}"/>
              </a:ext>
            </a:extLst>
          </p:cNvPr>
          <p:cNvSpPr/>
          <p:nvPr/>
        </p:nvSpPr>
        <p:spPr bwMode="auto">
          <a:xfrm>
            <a:off x="507008" y="1460103"/>
            <a:ext cx="1669851" cy="126603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53B8A7C0-EE2F-E0EE-D810-7F8EF8785FCE}"/>
              </a:ext>
            </a:extLst>
          </p:cNvPr>
          <p:cNvSpPr/>
          <p:nvPr/>
        </p:nvSpPr>
        <p:spPr bwMode="auto">
          <a:xfrm>
            <a:off x="368300" y="1333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DF8ACC5D-40E5-9A63-D269-002ED3C6EE80}"/>
              </a:ext>
            </a:extLst>
          </p:cNvPr>
          <p:cNvSpPr/>
          <p:nvPr/>
        </p:nvSpPr>
        <p:spPr bwMode="auto">
          <a:xfrm>
            <a:off x="2373313" y="1383705"/>
            <a:ext cx="4452937" cy="40382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941F4835-6BBB-6176-F5AB-793FC0938697}"/>
              </a:ext>
            </a:extLst>
          </p:cNvPr>
          <p:cNvSpPr/>
          <p:nvPr/>
        </p:nvSpPr>
        <p:spPr bwMode="auto">
          <a:xfrm>
            <a:off x="22352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C953CE2B-849B-9D27-7898-6BD124C70493}"/>
              </a:ext>
            </a:extLst>
          </p:cNvPr>
          <p:cNvSpPr/>
          <p:nvPr/>
        </p:nvSpPr>
        <p:spPr bwMode="auto">
          <a:xfrm>
            <a:off x="5167313" y="1438275"/>
            <a:ext cx="589359"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B9924B99-873B-3035-81B1-9D5CF7D14C45}"/>
              </a:ext>
            </a:extLst>
          </p:cNvPr>
          <p:cNvSpPr/>
          <p:nvPr/>
        </p:nvSpPr>
        <p:spPr bwMode="auto">
          <a:xfrm>
            <a:off x="50292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48D49F1B-9622-8A7D-842A-DFA356D11CF4}"/>
              </a:ext>
            </a:extLst>
          </p:cNvPr>
          <p:cNvSpPr/>
          <p:nvPr/>
        </p:nvSpPr>
        <p:spPr bwMode="auto">
          <a:xfrm>
            <a:off x="5800328" y="1438275"/>
            <a:ext cx="392906"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6676E8E1-485D-C784-84A7-CD7796ABBD54}"/>
              </a:ext>
            </a:extLst>
          </p:cNvPr>
          <p:cNvSpPr/>
          <p:nvPr/>
        </p:nvSpPr>
        <p:spPr bwMode="auto">
          <a:xfrm>
            <a:off x="56642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CFB63590-0F5D-F3D4-169B-120B4D9226DF}"/>
              </a:ext>
            </a:extLst>
          </p:cNvPr>
          <p:cNvSpPr/>
          <p:nvPr/>
        </p:nvSpPr>
        <p:spPr bwMode="auto">
          <a:xfrm>
            <a:off x="6236891" y="1438275"/>
            <a:ext cx="523875"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C5F39CC2-B904-2A0D-5548-D6406D30967C}"/>
              </a:ext>
            </a:extLst>
          </p:cNvPr>
          <p:cNvSpPr/>
          <p:nvPr/>
        </p:nvSpPr>
        <p:spPr bwMode="auto">
          <a:xfrm>
            <a:off x="60960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9D71ACCC-5934-6E73-AFCA-9B5158FF1816}"/>
              </a:ext>
            </a:extLst>
          </p:cNvPr>
          <p:cNvSpPr/>
          <p:nvPr/>
        </p:nvSpPr>
        <p:spPr bwMode="auto">
          <a:xfrm>
            <a:off x="2373313" y="1853009"/>
            <a:ext cx="851296"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4D6F7BFE-E0AD-7167-F2DC-BCBF35A08710}"/>
              </a:ext>
            </a:extLst>
          </p:cNvPr>
          <p:cNvSpPr/>
          <p:nvPr/>
        </p:nvSpPr>
        <p:spPr bwMode="auto">
          <a:xfrm>
            <a:off x="2235200" y="1727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9B2408B7-9C02-E3C3-7F77-E9A148A7E745}"/>
              </a:ext>
            </a:extLst>
          </p:cNvPr>
          <p:cNvGraphicFramePr>
            <a:graphicFrameLocks noGrp="1"/>
          </p:cNvGraphicFramePr>
          <p:nvPr>
            <p:extLst>
              <p:ext uri="{D42A27DB-BD31-4B8C-83A1-F6EECF244321}">
                <p14:modId xmlns:p14="http://schemas.microsoft.com/office/powerpoint/2010/main" val="1041549944"/>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761831784"/>
                    </a:ext>
                  </a:extLst>
                </a:gridCol>
                <a:gridCol w="2336800">
                  <a:extLst>
                    <a:ext uri="{9D8B030D-6E8A-4147-A177-3AD203B41FA5}">
                      <a16:colId xmlns:a16="http://schemas.microsoft.com/office/drawing/2014/main" val="1393262516"/>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298728116"/>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Settings sections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501811865"/>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type, channels, </a:t>
                      </a:r>
                      <a:r>
                        <a:rPr lang="en-US" sz="800" b="0" i="0">
                          <a:solidFill>
                            <a:srgbClr val="000000"/>
                          </a:solidFill>
                          <a:latin typeface="Arial" panose="020B0604020202020204" pitchFamily="34" charset="0"/>
                        </a:rPr>
                        <a:t>last update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774644929"/>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Refresh: download the </a:t>
                      </a:r>
                      <a:r>
                        <a:rPr lang="en-US" sz="800" b="0" i="0">
                          <a:solidFill>
                            <a:srgbClr val="000000"/>
                          </a:solidFill>
                          <a:latin typeface="Arial" panose="020B0604020202020204" pitchFamily="34" charset="0"/>
                        </a:rPr>
                        <a:t>playlist again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97237878"/>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Edit </a:t>
                      </a:r>
                      <a:r>
                        <a:rPr lang="en-US" sz="800" b="0" i="0">
                          <a:solidFill>
                            <a:srgbClr val="000000"/>
                          </a:solidFill>
                          <a:latin typeface="Arial" panose="020B0604020202020204" pitchFamily="34" charset="0"/>
                        </a:rPr>
                        <a:t>the playlist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7714337"/>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Delete (asks for </a:t>
                      </a:r>
                      <a:r>
                        <a:rPr lang="en-US" sz="800" b="0" i="0">
                          <a:solidFill>
                            <a:srgbClr val="000000"/>
                          </a:solidFill>
                          <a:latin typeface="Arial" panose="020B0604020202020204" pitchFamily="34" charset="0"/>
                        </a:rPr>
                        <a:t>confirmation)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47714833"/>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another playlist (see </a:t>
                      </a: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792395308"/>
                  </a:ext>
                </a:extLst>
              </a:tr>
            </a:tbl>
          </a:graphicData>
        </a:graphic>
      </p:graphicFrame>
    </p:spTree>
    <p:extLst>
      <p:ext uri="{BB962C8B-B14F-4D97-AF65-F5344CB8AC3E}">
        <p14:creationId xmlns:p14="http://schemas.microsoft.com/office/powerpoint/2010/main" val="3022458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4390D683-88A7-945D-A277-1B6ECD42E3B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guide also refreshes by itself at the chosen </a:t>
            </a:r>
            <a:r>
              <a:rPr lang="en-US" altLang="ko-KR" sz="900">
                <a:latin typeface="Arial" pitchFamily="34" charset="0"/>
                <a:ea typeface="굴림" panose="020B0600000101010101" pitchFamily="50" charset="-127"/>
                <a:cs typeface="Arial" pitchFamily="34" charset="0"/>
              </a:rPr>
              <a:t>interval.</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0E109F6B-CE8C-AB30-EF3E-A5CED5E2715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7. Settings: TV guide</a:t>
            </a:r>
          </a:p>
        </p:txBody>
      </p:sp>
      <p:sp>
        <p:nvSpPr>
          <p:cNvPr id="17" name="텍스트 개체 틀 16">
            <a:extLst>
              <a:ext uri="{FF2B5EF4-FFF2-40B4-BE49-F238E27FC236}">
                <a16:creationId xmlns:a16="http://schemas.microsoft.com/office/drawing/2014/main" id="{EFADF39A-62AB-8C83-C06B-064BEF48E35D}"/>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268C53C0-64C3-8F91-8D30-553BC6AE36A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8961FCD2-6717-E890-D848-B59A5B058B90}"/>
              </a:ext>
            </a:extLst>
          </p:cNvPr>
          <p:cNvSpPr/>
          <p:nvPr/>
        </p:nvSpPr>
        <p:spPr bwMode="auto">
          <a:xfrm>
            <a:off x="2362398" y="1378248"/>
            <a:ext cx="2564805" cy="53478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264E0E0B-9467-EE56-BC19-33B9EAEAAB98}"/>
              </a:ext>
            </a:extLst>
          </p:cNvPr>
          <p:cNvSpPr/>
          <p:nvPr/>
        </p:nvSpPr>
        <p:spPr bwMode="auto">
          <a:xfrm>
            <a:off x="22225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993EBEA1-3F04-A4FF-31E2-A6E797FA3F6F}"/>
              </a:ext>
            </a:extLst>
          </p:cNvPr>
          <p:cNvSpPr/>
          <p:nvPr/>
        </p:nvSpPr>
        <p:spPr bwMode="auto">
          <a:xfrm>
            <a:off x="2373313" y="2033091"/>
            <a:ext cx="3645296" cy="64393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CACE4383-AEAC-B06D-41A7-4921DFA7ECFE}"/>
              </a:ext>
            </a:extLst>
          </p:cNvPr>
          <p:cNvSpPr/>
          <p:nvPr/>
        </p:nvSpPr>
        <p:spPr bwMode="auto">
          <a:xfrm>
            <a:off x="2235200" y="1905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68906444-1D25-356F-3F22-02FF9B2CEBED}"/>
              </a:ext>
            </a:extLst>
          </p:cNvPr>
          <p:cNvSpPr/>
          <p:nvPr/>
        </p:nvSpPr>
        <p:spPr bwMode="auto">
          <a:xfrm>
            <a:off x="2373313" y="2747963"/>
            <a:ext cx="1833562" cy="50204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EA897FD6-9802-EF1C-82AD-5F8C4E653E66}"/>
              </a:ext>
            </a:extLst>
          </p:cNvPr>
          <p:cNvSpPr/>
          <p:nvPr/>
        </p:nvSpPr>
        <p:spPr bwMode="auto">
          <a:xfrm>
            <a:off x="2235200" y="2616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6B222096-61BB-7808-133A-2A15BEC86EE3}"/>
              </a:ext>
            </a:extLst>
          </p:cNvPr>
          <p:cNvSpPr/>
          <p:nvPr/>
        </p:nvSpPr>
        <p:spPr bwMode="auto">
          <a:xfrm>
            <a:off x="2373313" y="3359150"/>
            <a:ext cx="1953617" cy="50204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62092D2D-6F2C-3F1C-8CEC-184CE11487DA}"/>
              </a:ext>
            </a:extLst>
          </p:cNvPr>
          <p:cNvSpPr/>
          <p:nvPr/>
        </p:nvSpPr>
        <p:spPr bwMode="auto">
          <a:xfrm>
            <a:off x="2235200" y="3225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graphicFrame>
        <p:nvGraphicFramePr>
          <p:cNvPr id="12" name="Table 11">
            <a:extLst>
              <a:ext uri="{FF2B5EF4-FFF2-40B4-BE49-F238E27FC236}">
                <a16:creationId xmlns:a16="http://schemas.microsoft.com/office/drawing/2014/main" id="{97580A03-277E-C619-5C32-24A09D941EDC}"/>
              </a:ext>
            </a:extLst>
          </p:cNvPr>
          <p:cNvGraphicFramePr>
            <a:graphicFrameLocks noGrp="1"/>
          </p:cNvGraphicFramePr>
          <p:nvPr>
            <p:extLst>
              <p:ext uri="{D42A27DB-BD31-4B8C-83A1-F6EECF244321}">
                <p14:modId xmlns:p14="http://schemas.microsoft.com/office/powerpoint/2010/main" val="3196350609"/>
              </p:ext>
            </p:extLst>
          </p:nvPr>
        </p:nvGraphicFramePr>
        <p:xfrm>
          <a:off x="7239000" y="647700"/>
          <a:ext cx="2616200" cy="762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689628627"/>
                    </a:ext>
                  </a:extLst>
                </a:gridCol>
                <a:gridCol w="2336800">
                  <a:extLst>
                    <a:ext uri="{9D8B030D-6E8A-4147-A177-3AD203B41FA5}">
                      <a16:colId xmlns:a16="http://schemas.microsoft.com/office/drawing/2014/main" val="726005961"/>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976679739"/>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Guide status and Refresh </a:t>
                      </a:r>
                      <a:r>
                        <a:rPr lang="en-US" sz="800" b="0" i="0">
                          <a:solidFill>
                            <a:srgbClr val="000000"/>
                          </a:solidFill>
                          <a:latin typeface="Arial" panose="020B0604020202020204" pitchFamily="34" charset="0"/>
                        </a:rPr>
                        <a:t>guide now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10877882"/>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Extra XMLTV guide address for all sources (</a:t>
                      </a:r>
                      <a:r>
                        <a:rPr lang="en-US" sz="800" b="0" i="0">
                          <a:solidFill>
                            <a:srgbClr val="000000"/>
                          </a:solidFill>
                          <a:latin typeface="Arial" panose="020B0604020202020204" pitchFamily="34" charset="0"/>
                        </a:rPr>
                        <a:t>optional)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07222841"/>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Time offset for </a:t>
                      </a:r>
                      <a:r>
                        <a:rPr lang="en-US" sz="800" b="0" i="0">
                          <a:solidFill>
                            <a:srgbClr val="000000"/>
                          </a:solidFill>
                          <a:latin typeface="Arial" panose="020B0604020202020204" pitchFamily="34" charset="0"/>
                        </a:rPr>
                        <a:t>guide times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38768058"/>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Automatic </a:t>
                      </a:r>
                      <a:r>
                        <a:rPr lang="en-US" sz="800" b="0" i="0">
                          <a:solidFill>
                            <a:srgbClr val="000000"/>
                          </a:solidFill>
                          <a:latin typeface="Arial" panose="020B0604020202020204" pitchFamily="34" charset="0"/>
                        </a:rPr>
                        <a:t>refresh interval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9402369"/>
                  </a:ext>
                </a:extLst>
              </a:tr>
            </a:tbl>
          </a:graphicData>
        </a:graphic>
      </p:graphicFrame>
    </p:spTree>
    <p:extLst>
      <p:ext uri="{BB962C8B-B14F-4D97-AF65-F5344CB8AC3E}">
        <p14:creationId xmlns:p14="http://schemas.microsoft.com/office/powerpoint/2010/main" val="31082419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4390D683-88A7-945D-A277-1B6ECD42E3B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Setting a 4-digit PIN turns parental control on. The PIN is asked for before these settings can be changed.</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This is how users protect adult content in their own playlists; the app has no content of its </a:t>
            </a:r>
            <a:r>
              <a:rPr lang="en-US" altLang="ko-KR" sz="900">
                <a:latin typeface="Arial" pitchFamily="34" charset="0"/>
                <a:ea typeface="굴림" panose="020B0600000101010101" pitchFamily="50" charset="-127"/>
                <a:cs typeface="Arial" pitchFamily="34" charset="0"/>
              </a:rPr>
              <a:t>own.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0E109F6B-CE8C-AB30-EF3E-A5CED5E2715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8. Settings: Parental control</a:t>
            </a:r>
          </a:p>
        </p:txBody>
      </p:sp>
      <p:sp>
        <p:nvSpPr>
          <p:cNvPr id="17" name="텍스트 개체 틀 16">
            <a:extLst>
              <a:ext uri="{FF2B5EF4-FFF2-40B4-BE49-F238E27FC236}">
                <a16:creationId xmlns:a16="http://schemas.microsoft.com/office/drawing/2014/main" id="{EFADF39A-62AB-8C83-C06B-064BEF48E35D}"/>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5B9051EE-BB9C-5902-9BD0-255D4CC5C61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67B7D296-6897-83A2-A213-1742785E8B31}"/>
              </a:ext>
            </a:extLst>
          </p:cNvPr>
          <p:cNvSpPr/>
          <p:nvPr/>
        </p:nvSpPr>
        <p:spPr bwMode="auto">
          <a:xfrm>
            <a:off x="2373313" y="1383705"/>
            <a:ext cx="1440656" cy="28376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2E761832-52A1-61B0-F123-ADC47FFBB6BF}"/>
              </a:ext>
            </a:extLst>
          </p:cNvPr>
          <p:cNvSpPr/>
          <p:nvPr/>
        </p:nvSpPr>
        <p:spPr bwMode="auto">
          <a:xfrm>
            <a:off x="22352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B6DC3A36-10E4-F5A9-1A9A-2ACB69CD35A2}"/>
              </a:ext>
            </a:extLst>
          </p:cNvPr>
          <p:cNvSpPr/>
          <p:nvPr/>
        </p:nvSpPr>
        <p:spPr bwMode="auto">
          <a:xfrm>
            <a:off x="2373313" y="1787525"/>
            <a:ext cx="2139156"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8B951F58-E369-FF49-592E-9C691C6CFAC9}"/>
              </a:ext>
            </a:extLst>
          </p:cNvPr>
          <p:cNvSpPr/>
          <p:nvPr/>
        </p:nvSpPr>
        <p:spPr bwMode="auto">
          <a:xfrm>
            <a:off x="2235200" y="1663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D36EC0C1-9F66-D75D-5EA5-7851A3D74759}"/>
              </a:ext>
            </a:extLst>
          </p:cNvPr>
          <p:cNvSpPr/>
          <p:nvPr/>
        </p:nvSpPr>
        <p:spPr bwMode="auto">
          <a:xfrm>
            <a:off x="2395141" y="2256830"/>
            <a:ext cx="4409281" cy="22919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9CAB584F-9898-ED26-F411-787397CD494C}"/>
              </a:ext>
            </a:extLst>
          </p:cNvPr>
          <p:cNvSpPr/>
          <p:nvPr/>
        </p:nvSpPr>
        <p:spPr bwMode="auto">
          <a:xfrm>
            <a:off x="2260600" y="2133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296E81BF-E44C-B6B9-6058-67A3904593C1}"/>
              </a:ext>
            </a:extLst>
          </p:cNvPr>
          <p:cNvGraphicFramePr>
            <a:graphicFrameLocks noGrp="1"/>
          </p:cNvGraphicFramePr>
          <p:nvPr>
            <p:extLst>
              <p:ext uri="{D42A27DB-BD31-4B8C-83A1-F6EECF244321}">
                <p14:modId xmlns:p14="http://schemas.microsoft.com/office/powerpoint/2010/main" val="178819144"/>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589521346"/>
                    </a:ext>
                  </a:extLst>
                </a:gridCol>
                <a:gridCol w="2336800">
                  <a:extLst>
                    <a:ext uri="{9D8B030D-6E8A-4147-A177-3AD203B41FA5}">
                      <a16:colId xmlns:a16="http://schemas.microsoft.com/office/drawing/2014/main" val="3327123816"/>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565552047"/>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Change PIN / </a:t>
                      </a:r>
                      <a:r>
                        <a:rPr lang="en-US" sz="800" b="0" i="0">
                          <a:solidFill>
                            <a:srgbClr val="000000"/>
                          </a:solidFill>
                          <a:latin typeface="Arial" panose="020B0604020202020204" pitchFamily="34" charset="0"/>
                        </a:rPr>
                        <a:t>Turn off</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74099165"/>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Locked categories: OK locks </a:t>
                      </a:r>
                      <a:r>
                        <a:rPr lang="en-US" sz="800" b="0" i="0">
                          <a:solidFill>
                            <a:srgbClr val="000000"/>
                          </a:solidFill>
                          <a:latin typeface="Arial" panose="020B0604020202020204" pitchFamily="34" charset="0"/>
                        </a:rPr>
                        <a:t>or unlocks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06009693"/>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 </a:t>
                      </a:r>
                      <a:r>
                        <a:rPr lang="en-US" sz="800" b="0" i="0">
                          <a:solidFill>
                            <a:srgbClr val="000000"/>
                          </a:solidFill>
                          <a:latin typeface="Arial" panose="020B0604020202020204" pitchFamily="34" charset="0"/>
                        </a:rPr>
                        <a:t>locked category</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13407848"/>
                  </a:ext>
                </a:extLst>
              </a:tr>
            </a:tbl>
          </a:graphicData>
        </a:graphic>
      </p:graphicFrame>
    </p:spTree>
    <p:extLst>
      <p:ext uri="{BB962C8B-B14F-4D97-AF65-F5344CB8AC3E}">
        <p14:creationId xmlns:p14="http://schemas.microsoft.com/office/powerpoint/2010/main" val="17562263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4390D683-88A7-945D-A277-1B6ECD42E3B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Channels of locked categories are hidden everywhere (All channels, Favorites, Recent, Search) until the PIN is entered.</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They lock again when the app </a:t>
            </a:r>
            <a:r>
              <a:rPr lang="en-US" altLang="ko-KR" sz="900">
                <a:latin typeface="Arial" pitchFamily="34" charset="0"/>
                <a:ea typeface="굴림" panose="020B0600000101010101" pitchFamily="50" charset="-127"/>
                <a:cs typeface="Arial" pitchFamily="34" charset="0"/>
              </a:rPr>
              <a:t>restarts.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0E109F6B-CE8C-AB30-EF3E-A5CED5E2715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9. Locked category</a:t>
            </a:r>
          </a:p>
        </p:txBody>
      </p:sp>
      <p:sp>
        <p:nvSpPr>
          <p:cNvPr id="17" name="텍스트 개체 틀 16">
            <a:extLst>
              <a:ext uri="{FF2B5EF4-FFF2-40B4-BE49-F238E27FC236}">
                <a16:creationId xmlns:a16="http://schemas.microsoft.com/office/drawing/2014/main" id="{EFADF39A-62AB-8C83-C06B-064BEF48E35D}"/>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BDE678C7-0B9B-7B01-9F1C-1CAC871FFFF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C13EEE33-3F80-63FA-C57C-66F8F326A4BA}"/>
              </a:ext>
            </a:extLst>
          </p:cNvPr>
          <p:cNvSpPr/>
          <p:nvPr/>
        </p:nvSpPr>
        <p:spPr bwMode="auto">
          <a:xfrm>
            <a:off x="627063" y="3206353"/>
            <a:ext cx="1429742"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A791AF8A-7ADD-10A3-3150-480E16BD173D}"/>
              </a:ext>
            </a:extLst>
          </p:cNvPr>
          <p:cNvSpPr/>
          <p:nvPr/>
        </p:nvSpPr>
        <p:spPr bwMode="auto">
          <a:xfrm>
            <a:off x="482600" y="3073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A4138659-FE32-E75E-D5E4-63327CBE8A9A}"/>
              </a:ext>
            </a:extLst>
          </p:cNvPr>
          <p:cNvSpPr/>
          <p:nvPr/>
        </p:nvSpPr>
        <p:spPr bwMode="auto">
          <a:xfrm>
            <a:off x="2362398" y="1416447"/>
            <a:ext cx="1145977" cy="55661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963BF6A6-7F16-7C86-9F28-A0F2AC606867}"/>
              </a:ext>
            </a:extLst>
          </p:cNvPr>
          <p:cNvSpPr/>
          <p:nvPr/>
        </p:nvSpPr>
        <p:spPr bwMode="auto">
          <a:xfrm>
            <a:off x="22225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graphicFrame>
        <p:nvGraphicFramePr>
          <p:cNvPr id="8" name="Table 7">
            <a:extLst>
              <a:ext uri="{FF2B5EF4-FFF2-40B4-BE49-F238E27FC236}">
                <a16:creationId xmlns:a16="http://schemas.microsoft.com/office/drawing/2014/main" id="{9E7F1CD4-D4FE-2667-2066-573841F8041D}"/>
              </a:ext>
            </a:extLst>
          </p:cNvPr>
          <p:cNvGraphicFramePr>
            <a:graphicFrameLocks noGrp="1"/>
          </p:cNvGraphicFramePr>
          <p:nvPr>
            <p:extLst>
              <p:ext uri="{D42A27DB-BD31-4B8C-83A1-F6EECF244321}">
                <p14:modId xmlns:p14="http://schemas.microsoft.com/office/powerpoint/2010/main" val="2027532769"/>
              </p:ext>
            </p:extLst>
          </p:nvPr>
        </p:nvGraphicFramePr>
        <p:xfrm>
          <a:off x="7239000" y="647700"/>
          <a:ext cx="2616200" cy="4572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783496743"/>
                    </a:ext>
                  </a:extLst>
                </a:gridCol>
                <a:gridCol w="2336800">
                  <a:extLst>
                    <a:ext uri="{9D8B030D-6E8A-4147-A177-3AD203B41FA5}">
                      <a16:colId xmlns:a16="http://schemas.microsoft.com/office/drawing/2014/main" val="4088488584"/>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94028422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Locked category: lock icon, </a:t>
                      </a:r>
                      <a:r>
                        <a:rPr lang="en-US" sz="800" b="0" i="0">
                          <a:solidFill>
                            <a:srgbClr val="000000"/>
                          </a:solidFill>
                          <a:latin typeface="Arial" panose="020B0604020202020204" pitchFamily="34" charset="0"/>
                        </a:rPr>
                        <a:t>no count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056653557"/>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Unlock: asks for the PIN (see </a:t>
                      </a:r>
                      <a:r>
                        <a:rPr lang="en-US" sz="800" b="0" i="0">
                          <a:solidFill>
                            <a:srgbClr val="000000"/>
                          </a:solidFill>
                          <a:latin typeface="Arial" panose="020B0604020202020204" pitchFamily="34" charset="0"/>
                        </a:rPr>
                        <a:t>6-10)</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24361484"/>
                  </a:ext>
                </a:extLst>
              </a:tr>
            </a:tbl>
          </a:graphicData>
        </a:graphic>
      </p:graphicFrame>
    </p:spTree>
    <p:extLst>
      <p:ext uri="{BB962C8B-B14F-4D97-AF65-F5344CB8AC3E}">
        <p14:creationId xmlns:p14="http://schemas.microsoft.com/office/powerpoint/2010/main" val="20196556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4390D683-88A7-945D-A277-1B6ECD42E3B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 wrong PIN shows "Wrong PIN. Try again." Back </a:t>
            </a:r>
            <a:r>
              <a:rPr lang="en-US" altLang="ko-KR" sz="900">
                <a:latin typeface="Arial" pitchFamily="34" charset="0"/>
                <a:ea typeface="굴림" panose="020B0600000101010101" pitchFamily="50" charset="-127"/>
                <a:cs typeface="Arial" pitchFamily="34" charset="0"/>
              </a:rPr>
              <a:t>cancels.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0E109F6B-CE8C-AB30-EF3E-A5CED5E2715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10. PIN entry</a:t>
            </a:r>
          </a:p>
        </p:txBody>
      </p:sp>
      <p:sp>
        <p:nvSpPr>
          <p:cNvPr id="17" name="텍스트 개체 틀 16">
            <a:extLst>
              <a:ext uri="{FF2B5EF4-FFF2-40B4-BE49-F238E27FC236}">
                <a16:creationId xmlns:a16="http://schemas.microsoft.com/office/drawing/2014/main" id="{EFADF39A-62AB-8C83-C06B-064BEF48E35D}"/>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55D9CF88-357C-946F-B1F3-060156F3925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45182BAC-E76C-24AE-52B6-4D7575559A8D}"/>
              </a:ext>
            </a:extLst>
          </p:cNvPr>
          <p:cNvSpPr/>
          <p:nvPr/>
        </p:nvSpPr>
        <p:spPr bwMode="auto">
          <a:xfrm>
            <a:off x="3273723" y="2093119"/>
            <a:ext cx="818554"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C8E47B29-D417-4B37-13AA-16E77890F48C}"/>
              </a:ext>
            </a:extLst>
          </p:cNvPr>
          <p:cNvSpPr/>
          <p:nvPr/>
        </p:nvSpPr>
        <p:spPr bwMode="auto">
          <a:xfrm>
            <a:off x="3136900" y="1968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655CA6D5-84C5-6B41-DB70-87E731129ED6}"/>
              </a:ext>
            </a:extLst>
          </p:cNvPr>
          <p:cNvSpPr/>
          <p:nvPr/>
        </p:nvSpPr>
        <p:spPr bwMode="auto">
          <a:xfrm>
            <a:off x="2673449" y="2305943"/>
            <a:ext cx="2019102" cy="126603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E5EB09D0-17D3-9052-CDFC-72DE19F00E25}"/>
              </a:ext>
            </a:extLst>
          </p:cNvPr>
          <p:cNvSpPr/>
          <p:nvPr/>
        </p:nvSpPr>
        <p:spPr bwMode="auto">
          <a:xfrm>
            <a:off x="2540000" y="2184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FB66CE7F-AA09-B6A3-3A67-D6904C2B21FB}"/>
              </a:ext>
            </a:extLst>
          </p:cNvPr>
          <p:cNvSpPr/>
          <p:nvPr/>
        </p:nvSpPr>
        <p:spPr bwMode="auto">
          <a:xfrm>
            <a:off x="2657078" y="3632002"/>
            <a:ext cx="2051844" cy="30559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DBAADC25-2B53-CE1B-EF37-B62B6C0A6728}"/>
              </a:ext>
            </a:extLst>
          </p:cNvPr>
          <p:cNvSpPr/>
          <p:nvPr/>
        </p:nvSpPr>
        <p:spPr bwMode="auto">
          <a:xfrm>
            <a:off x="2514600" y="3505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8AD62CDB-76E4-2624-0EC1-C12D5A4BA1DA}"/>
              </a:ext>
            </a:extLst>
          </p:cNvPr>
          <p:cNvGraphicFramePr>
            <a:graphicFrameLocks noGrp="1"/>
          </p:cNvGraphicFramePr>
          <p:nvPr>
            <p:extLst>
              <p:ext uri="{D42A27DB-BD31-4B8C-83A1-F6EECF244321}">
                <p14:modId xmlns:p14="http://schemas.microsoft.com/office/powerpoint/2010/main" val="1612045770"/>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586984380"/>
                    </a:ext>
                  </a:extLst>
                </a:gridCol>
                <a:gridCol w="2336800">
                  <a:extLst>
                    <a:ext uri="{9D8B030D-6E8A-4147-A177-3AD203B41FA5}">
                      <a16:colId xmlns:a16="http://schemas.microsoft.com/office/drawing/2014/main" val="290801747"/>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062066906"/>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Digits entered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30875435"/>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Keypad; the number keys on the remote </a:t>
                      </a:r>
                      <a:r>
                        <a:rPr lang="en-US" sz="800" b="0" i="0">
                          <a:solidFill>
                            <a:srgbClr val="000000"/>
                          </a:solidFill>
                          <a:latin typeface="Arial" panose="020B0604020202020204" pitchFamily="34" charset="0"/>
                        </a:rPr>
                        <a:t>also work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78072481"/>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Cancel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78506077"/>
                  </a:ext>
                </a:extLst>
              </a:tr>
            </a:tbl>
          </a:graphicData>
        </a:graphic>
      </p:graphicFrame>
    </p:spTree>
    <p:extLst>
      <p:ext uri="{BB962C8B-B14F-4D97-AF65-F5344CB8AC3E}">
        <p14:creationId xmlns:p14="http://schemas.microsoft.com/office/powerpoint/2010/main" val="6304369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4390D683-88A7-945D-A277-1B6ECD42E3BB}"/>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Clear cache keeps playlists, favorites and </a:t>
            </a:r>
            <a:r>
              <a:rPr lang="en-US" altLang="ko-KR" sz="900">
                <a:latin typeface="Arial" pitchFamily="34" charset="0"/>
                <a:ea typeface="굴림" panose="020B0600000101010101" pitchFamily="50" charset="-127"/>
                <a:cs typeface="Arial" pitchFamily="34" charset="0"/>
              </a:rPr>
              <a:t>settings.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0E109F6B-CE8C-AB30-EF3E-A5CED5E2715B}"/>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11. Settings: About</a:t>
            </a:r>
          </a:p>
        </p:txBody>
      </p:sp>
      <p:sp>
        <p:nvSpPr>
          <p:cNvPr id="17" name="텍스트 개체 틀 16">
            <a:extLst>
              <a:ext uri="{FF2B5EF4-FFF2-40B4-BE49-F238E27FC236}">
                <a16:creationId xmlns:a16="http://schemas.microsoft.com/office/drawing/2014/main" id="{EFADF39A-62AB-8C83-C06B-064BEF48E35D}"/>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556CC59E-96E4-E71E-8754-3C4A1854724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32A8A33A-AB3E-E861-9496-614C42CB6C8F}"/>
              </a:ext>
            </a:extLst>
          </p:cNvPr>
          <p:cNvSpPr/>
          <p:nvPr/>
        </p:nvSpPr>
        <p:spPr bwMode="auto">
          <a:xfrm>
            <a:off x="2362398" y="1416447"/>
            <a:ext cx="1637110" cy="12005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86D5DC05-985C-B5CD-3500-A118F23EE678}"/>
              </a:ext>
            </a:extLst>
          </p:cNvPr>
          <p:cNvSpPr/>
          <p:nvPr/>
        </p:nvSpPr>
        <p:spPr bwMode="auto">
          <a:xfrm>
            <a:off x="22225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328F3931-94D1-370D-4F2F-18133533AE55}"/>
              </a:ext>
            </a:extLst>
          </p:cNvPr>
          <p:cNvSpPr/>
          <p:nvPr/>
        </p:nvSpPr>
        <p:spPr bwMode="auto">
          <a:xfrm>
            <a:off x="2362398" y="1580158"/>
            <a:ext cx="1637110"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91A47281-3D6D-352A-081E-51AB14EF6748}"/>
              </a:ext>
            </a:extLst>
          </p:cNvPr>
          <p:cNvSpPr/>
          <p:nvPr/>
        </p:nvSpPr>
        <p:spPr bwMode="auto">
          <a:xfrm>
            <a:off x="2222500" y="1447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3B78BEA9-C613-2C4E-17C8-7C4FE9F960D6}"/>
              </a:ext>
            </a:extLst>
          </p:cNvPr>
          <p:cNvSpPr/>
          <p:nvPr/>
        </p:nvSpPr>
        <p:spPr bwMode="auto">
          <a:xfrm>
            <a:off x="2362398" y="1918494"/>
            <a:ext cx="2291954" cy="63301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8FB03876-E0A7-3556-D1BD-0A69B45D300F}"/>
              </a:ext>
            </a:extLst>
          </p:cNvPr>
          <p:cNvSpPr/>
          <p:nvPr/>
        </p:nvSpPr>
        <p:spPr bwMode="auto">
          <a:xfrm>
            <a:off x="2222500" y="1790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3181CF32-D369-124E-7BEE-C3C73983C0DE}"/>
              </a:ext>
            </a:extLst>
          </p:cNvPr>
          <p:cNvSpPr/>
          <p:nvPr/>
        </p:nvSpPr>
        <p:spPr bwMode="auto">
          <a:xfrm>
            <a:off x="2362398" y="2606080"/>
            <a:ext cx="2837657" cy="13096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DB49CF2F-2984-6BB9-D820-26F02989B814}"/>
              </a:ext>
            </a:extLst>
          </p:cNvPr>
          <p:cNvSpPr/>
          <p:nvPr/>
        </p:nvSpPr>
        <p:spPr bwMode="auto">
          <a:xfrm>
            <a:off x="2222500" y="2476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E0EE7561-739B-D3D0-DD7B-A189BBAA7872}"/>
              </a:ext>
            </a:extLst>
          </p:cNvPr>
          <p:cNvSpPr/>
          <p:nvPr/>
        </p:nvSpPr>
        <p:spPr bwMode="auto">
          <a:xfrm>
            <a:off x="2373313" y="3271838"/>
            <a:ext cx="796726" cy="29467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F2107A74-C07C-2220-EDA6-FEDD9BA7DDD6}"/>
              </a:ext>
            </a:extLst>
          </p:cNvPr>
          <p:cNvSpPr/>
          <p:nvPr/>
        </p:nvSpPr>
        <p:spPr bwMode="auto">
          <a:xfrm>
            <a:off x="2235200" y="3149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D7E53896-8C65-0543-A5D3-82BADC5D7EC5}"/>
              </a:ext>
            </a:extLst>
          </p:cNvPr>
          <p:cNvSpPr/>
          <p:nvPr/>
        </p:nvSpPr>
        <p:spPr bwMode="auto">
          <a:xfrm>
            <a:off x="2362398" y="3708400"/>
            <a:ext cx="3819922" cy="13096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04251EE6-1357-758E-A160-14A8245447D1}"/>
              </a:ext>
            </a:extLst>
          </p:cNvPr>
          <p:cNvSpPr/>
          <p:nvPr/>
        </p:nvSpPr>
        <p:spPr bwMode="auto">
          <a:xfrm>
            <a:off x="2222500" y="3581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8CA2F022-5C7C-DDDE-FF24-90450CC97CD3}"/>
              </a:ext>
            </a:extLst>
          </p:cNvPr>
          <p:cNvGraphicFramePr>
            <a:graphicFrameLocks noGrp="1"/>
          </p:cNvGraphicFramePr>
          <p:nvPr>
            <p:extLst>
              <p:ext uri="{D42A27DB-BD31-4B8C-83A1-F6EECF244321}">
                <p14:modId xmlns:p14="http://schemas.microsoft.com/office/powerpoint/2010/main" val="687509957"/>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533690734"/>
                    </a:ext>
                  </a:extLst>
                </a:gridCol>
                <a:gridCol w="2336800">
                  <a:extLst>
                    <a:ext uri="{9D8B030D-6E8A-4147-A177-3AD203B41FA5}">
                      <a16:colId xmlns:a16="http://schemas.microsoft.com/office/drawing/2014/main" val="1669628783"/>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638089552"/>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App name </a:t>
                      </a:r>
                      <a:r>
                        <a:rPr lang="en-US" sz="800" b="0" i="0">
                          <a:solidFill>
                            <a:srgbClr val="000000"/>
                          </a:solidFill>
                          <a:latin typeface="Arial" panose="020B0604020202020204" pitchFamily="34" charset="0"/>
                        </a:rPr>
                        <a:t>and version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49845490"/>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model and </a:t>
                      </a:r>
                      <a:r>
                        <a:rPr lang="en-US" sz="800" b="0" i="0">
                          <a:solidFill>
                            <a:srgbClr val="000000"/>
                          </a:solidFill>
                          <a:latin typeface="Arial" panose="020B0604020202020204" pitchFamily="34" charset="0"/>
                        </a:rPr>
                        <a:t>webOS version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277609211"/>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Playback diagnostics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60472211"/>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Stored data</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737836402"/>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Clear cache: downloads channel lists and </a:t>
                      </a:r>
                      <a:r>
                        <a:rPr lang="en-US" sz="800" b="0" i="0">
                          <a:solidFill>
                            <a:srgbClr val="000000"/>
                          </a:solidFill>
                          <a:latin typeface="Arial" panose="020B0604020202020204" pitchFamily="34" charset="0"/>
                        </a:rPr>
                        <a:t>guide again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27940704"/>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License and </a:t>
                      </a:r>
                      <a:r>
                        <a:rPr lang="en-US" sz="800" b="0" i="0">
                          <a:solidFill>
                            <a:srgbClr val="000000"/>
                          </a:solidFill>
                          <a:latin typeface="Arial" panose="020B0604020202020204" pitchFamily="34" charset="0"/>
                        </a:rPr>
                        <a:t>content notice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15143286"/>
                  </a:ext>
                </a:extLst>
              </a:tr>
            </a:tbl>
          </a:graphicData>
        </a:graphic>
      </p:graphicFrame>
    </p:spTree>
    <p:extLst>
      <p:ext uri="{BB962C8B-B14F-4D97-AF65-F5344CB8AC3E}">
        <p14:creationId xmlns:p14="http://schemas.microsoft.com/office/powerpoint/2010/main" val="27495346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148475F1-E15E-AA0C-A26D-3B68806BE943}"/>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anose="020B0604020202020204" pitchFamily="34" charset="0"/>
                <a:ea typeface="Arial Unicode MS" panose="020B0604020202020204" pitchFamily="50" charset="-127"/>
                <a:cs typeface="Arial" panose="020B0604020202020204" pitchFamily="34" charset="0"/>
              </a:rPr>
              <a:t>Detailed Information</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No test credit cards or voucher codes are needed.</a:t>
            </a:r>
          </a:p>
        </p:txBody>
      </p:sp>
      <p:sp>
        <p:nvSpPr>
          <p:cNvPr id="17" name="텍스트 개체 틀 16">
            <a:extLst>
              <a:ext uri="{FF2B5EF4-FFF2-40B4-BE49-F238E27FC236}">
                <a16:creationId xmlns:a16="http://schemas.microsoft.com/office/drawing/2014/main" id="{1248ED65-9546-B2F4-7A12-37669A9448E7}"/>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7. Paid Content</a:t>
            </a:r>
            <a:endParaRPr>
              <a:latin typeface="Arial" pitchFamily="34" charset="0"/>
              <a:cs typeface="Arial" pitchFamily="34" charset="0"/>
            </a:endParaRPr>
          </a:p>
        </p:txBody>
      </p:sp>
      <p:sp>
        <p:nvSpPr>
          <p:cNvPr id="2" name="TextBox 5">
            <a:extLst>
              <a:ext uri="{FF2B5EF4-FFF2-40B4-BE49-F238E27FC236}">
                <a16:creationId xmlns:a16="http://schemas.microsoft.com/office/drawing/2014/main" id="{58B8C46B-35E2-5CBA-5F88-ACA6703752B4}"/>
              </a:ext>
            </a:extLst>
          </p:cNvPr>
          <p:cNvSpPr txBox="1"/>
          <p:nvPr/>
        </p:nvSpPr>
        <p:spPr>
          <a:xfrm>
            <a:off x="165100" y="635000"/>
            <a:ext cx="6858000" cy="307777"/>
          </a:xfrm>
          <a:prstGeom prst="rect">
            <a:avLst/>
          </a:prstGeom>
          <a:noFill/>
        </p:spPr>
        <p:txBody>
          <a:bodyPr vert="horz" rtlCol="0">
            <a:spAutoFit/>
          </a:bodyPr>
          <a:lstStyle/>
          <a:p>
            <a:pPr latinLnBrk="0"/>
            <a:r>
              <a:rPr lang="en-US" sz="1400" b="1" dirty="0">
                <a:latin typeface="Arial" panose="020B0604020202020204" pitchFamily="34" charset="0"/>
              </a:rPr>
              <a:t>1. </a:t>
            </a:r>
            <a:r>
              <a:rPr lang="en-US" sz="1400" b="1">
                <a:latin typeface="Arial" panose="020B0604020202020204" pitchFamily="34" charset="0"/>
              </a:rPr>
              <a:t>Payment methods</a:t>
            </a:r>
            <a:endParaRPr lang="en-US" sz="1400" b="1" dirty="0">
              <a:latin typeface="Arial" panose="020B0604020202020204" pitchFamily="34" charset="0"/>
            </a:endParaRPr>
          </a:p>
        </p:txBody>
      </p:sp>
      <p:sp>
        <p:nvSpPr>
          <p:cNvPr id="3" name="TextBox 2">
            <a:extLst>
              <a:ext uri="{FF2B5EF4-FFF2-40B4-BE49-F238E27FC236}">
                <a16:creationId xmlns:a16="http://schemas.microsoft.com/office/drawing/2014/main" id="{4CEC6399-E312-E346-1693-14CF905D0E59}"/>
              </a:ext>
            </a:extLst>
          </p:cNvPr>
          <p:cNvSpPr txBox="1"/>
          <p:nvPr/>
        </p:nvSpPr>
        <p:spPr>
          <a:xfrm>
            <a:off x="508000" y="1905000"/>
            <a:ext cx="8890000" cy="1015663"/>
          </a:xfrm>
          <a:prstGeom prst="rect">
            <a:avLst/>
          </a:prstGeom>
          <a:noFill/>
        </p:spPr>
        <p:txBody>
          <a:bodyPr vert="horz" rtlCol="0">
            <a:spAutoFit/>
          </a:bodyPr>
          <a:lstStyle/>
          <a:p>
            <a:pPr latinLnBrk="0"/>
            <a:r>
              <a:rPr lang="en-US" sz="2800" b="1" dirty="0">
                <a:latin typeface="Arial" panose="020B0604020202020204" pitchFamily="34" charset="0"/>
              </a:rPr>
              <a:t>Not applicable</a:t>
            </a:r>
          </a:p>
          <a:p>
            <a:pPr latinLnBrk="0"/>
            <a:r>
              <a:rPr lang="en-US" sz="1600" dirty="0" err="1">
                <a:latin typeface="Arial" panose="020B0604020202020204" pitchFamily="34" charset="0"/>
              </a:rPr>
              <a:t>Zaplist</a:t>
            </a:r>
            <a:r>
              <a:rPr lang="en-US" sz="1600" dirty="0">
                <a:latin typeface="Arial" panose="020B0604020202020204" pitchFamily="34" charset="0"/>
              </a:rPr>
              <a:t> is free. There are no purchases, subscriptions or payments of any kind, inside or outside the </a:t>
            </a:r>
            <a:r>
              <a:rPr lang="en-US" sz="1600">
                <a:latin typeface="Arial" panose="020B0604020202020204" pitchFamily="34" charset="0"/>
              </a:rPr>
              <a:t>app.</a:t>
            </a:r>
            <a:endParaRPr lang="en-US" sz="1600" dirty="0">
              <a:latin typeface="Arial" panose="020B0604020202020204" pitchFamily="3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FC894AC-2AB8-87AB-1EBB-2DF000497586}"/>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No ad network or ad content is included.</a:t>
            </a:r>
          </a:p>
        </p:txBody>
      </p:sp>
      <p:sp>
        <p:nvSpPr>
          <p:cNvPr id="38916" name="TextBox 5">
            <a:extLst>
              <a:ext uri="{FF2B5EF4-FFF2-40B4-BE49-F238E27FC236}">
                <a16:creationId xmlns:a16="http://schemas.microsoft.com/office/drawing/2014/main" id="{3561CBEB-0974-50EB-2BE4-FB03F8041318}"/>
              </a:ext>
            </a:extLst>
          </p:cNvPr>
          <p:cNvSpPr txBox="1">
            <a:spLocks noChangeArrowheads="1"/>
          </p:cNvSpPr>
          <p:nvPr/>
        </p:nvSpPr>
        <p:spPr bwMode="auto">
          <a:xfrm>
            <a:off x="144463" y="620713"/>
            <a:ext cx="6858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rPr>
              <a:t>1. Ad information</a:t>
            </a:r>
          </a:p>
        </p:txBody>
      </p:sp>
      <p:sp>
        <p:nvSpPr>
          <p:cNvPr id="38955" name="텍스트 개체 틀 16">
            <a:extLst>
              <a:ext uri="{FF2B5EF4-FFF2-40B4-BE49-F238E27FC236}">
                <a16:creationId xmlns:a16="http://schemas.microsoft.com/office/drawing/2014/main" id="{8CC5CF23-C084-553A-8A62-A51EC8D36FED}"/>
              </a:ext>
            </a:extLst>
          </p:cNvPr>
          <p:cNvSpPr>
            <a:spLocks noGrp="1"/>
          </p:cNvSpPr>
          <p:nvPr>
            <p:ph type="body" sz="quarter" idx="4294967295"/>
          </p:nvPr>
        </p:nvSpPr>
        <p:spPr bwMode="auto">
          <a:xfrm>
            <a:off x="0" y="176213"/>
            <a:ext cx="7761288" cy="369887"/>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atinLnBrk="0">
              <a:spcBef>
                <a:spcPct val="50000"/>
              </a:spcBef>
              <a:buFontTx/>
              <a:buNone/>
            </a:pPr>
            <a:r>
              <a:rPr lang="en-US" altLang="ko-KR" sz="1800" b="1">
                <a:latin typeface="Arial" panose="020B0604020202020204" pitchFamily="34" charset="0"/>
                <a:ea typeface="돋움" panose="020B0600000101010101" pitchFamily="34" charset="-127"/>
                <a:cs typeface="Arial" panose="020B0604020202020204" pitchFamily="34" charset="0"/>
              </a:rPr>
              <a:t>8. In-App Ad</a:t>
            </a:r>
            <a:endParaRPr lang="ko-KR" altLang="en-US" sz="1800" b="1">
              <a:latin typeface="Arial" panose="020B0604020202020204" pitchFamily="34" charset="0"/>
              <a:ea typeface="맑은 고딕" panose="020B0503020000020004" pitchFamily="34" charset="-127"/>
              <a:cs typeface="Arial" panose="020B0604020202020204" pitchFamily="34" charset="0"/>
            </a:endParaRPr>
          </a:p>
        </p:txBody>
      </p:sp>
      <p:sp>
        <p:nvSpPr>
          <p:cNvPr id="2" name="TextBox 1">
            <a:extLst>
              <a:ext uri="{FF2B5EF4-FFF2-40B4-BE49-F238E27FC236}">
                <a16:creationId xmlns:a16="http://schemas.microsoft.com/office/drawing/2014/main" id="{714AE26C-573C-D0E5-3A0F-96F3B91790C3}"/>
              </a:ext>
            </a:extLst>
          </p:cNvPr>
          <p:cNvSpPr txBox="1"/>
          <p:nvPr/>
        </p:nvSpPr>
        <p:spPr>
          <a:xfrm>
            <a:off x="508000" y="1905000"/>
            <a:ext cx="8890000" cy="769441"/>
          </a:xfrm>
          <a:prstGeom prst="rect">
            <a:avLst/>
          </a:prstGeom>
          <a:noFill/>
        </p:spPr>
        <p:txBody>
          <a:bodyPr vert="horz" rtlCol="0">
            <a:spAutoFit/>
          </a:bodyPr>
          <a:lstStyle/>
          <a:p>
            <a:pPr latinLnBrk="0"/>
            <a:r>
              <a:rPr lang="en-US" sz="2800" b="1" dirty="0">
                <a:latin typeface="Arial" panose="020B0604020202020204" pitchFamily="34" charset="0"/>
              </a:rPr>
              <a:t>Not applicable</a:t>
            </a:r>
          </a:p>
          <a:p>
            <a:pPr latinLnBrk="0"/>
            <a:r>
              <a:rPr lang="en-US" sz="1600" dirty="0" err="1">
                <a:latin typeface="Arial" panose="020B0604020202020204" pitchFamily="34" charset="0"/>
              </a:rPr>
              <a:t>Zaplist</a:t>
            </a:r>
            <a:r>
              <a:rPr lang="en-US" sz="1600" dirty="0">
                <a:latin typeface="Arial" panose="020B0604020202020204" pitchFamily="34" charset="0"/>
              </a:rPr>
              <a:t> shows no advertising of any </a:t>
            </a:r>
            <a:r>
              <a:rPr lang="en-US" sz="1600">
                <a:latin typeface="Arial" panose="020B0604020202020204" pitchFamily="34" charset="0"/>
              </a:rPr>
              <a:t>kind.</a:t>
            </a:r>
            <a:endParaRPr lang="en-US" sz="1600" dirty="0">
              <a:latin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extBox 5">
            <a:extLst>
              <a:ext uri="{FF2B5EF4-FFF2-40B4-BE49-F238E27FC236}">
                <a16:creationId xmlns:a16="http://schemas.microsoft.com/office/drawing/2014/main" id="{3F72E8B5-915F-02C8-F48A-CAB73C1B5BA4}"/>
              </a:ext>
            </a:extLst>
          </p:cNvPr>
          <p:cNvSpPr txBox="1">
            <a:spLocks noChangeArrowheads="1"/>
          </p:cNvSpPr>
          <p:nvPr/>
        </p:nvSpPr>
        <p:spPr bwMode="auto">
          <a:xfrm>
            <a:off x="381000" y="1000125"/>
            <a:ext cx="9109075" cy="2492990"/>
          </a:xfrm>
          <a:prstGeom prst="rect">
            <a:avLst/>
          </a:prstGeom>
          <a:noFill/>
          <a:ln>
            <a:noFill/>
          </a:ln>
        </p:spPr>
        <p:txBody>
          <a:bodyPr>
            <a:spAutoFit/>
          </a:bodyPr>
          <a:lstStyle>
            <a:lvl1pPr marL="355600" indent="-355600">
              <a:defRPr>
                <a:solidFill>
                  <a:schemeClr val="tx1"/>
                </a:solidFill>
                <a:latin typeface="Wingdings 2" pitchFamily="18" charset="2"/>
                <a:ea typeface="굴림" pitchFamily="50" charset="-127"/>
              </a:defRPr>
            </a:lvl1pPr>
            <a:lvl2pPr marL="742950" indent="-285750">
              <a:defRPr>
                <a:solidFill>
                  <a:schemeClr val="tx1"/>
                </a:solidFill>
                <a:latin typeface="Wingdings 2" pitchFamily="18" charset="2"/>
                <a:ea typeface="굴림" pitchFamily="50" charset="-127"/>
              </a:defRPr>
            </a:lvl2pPr>
            <a:lvl3pPr marL="1143000" indent="-228600">
              <a:defRPr>
                <a:solidFill>
                  <a:schemeClr val="tx1"/>
                </a:solidFill>
                <a:latin typeface="Wingdings 2" pitchFamily="18" charset="2"/>
                <a:ea typeface="굴림" pitchFamily="50" charset="-127"/>
              </a:defRPr>
            </a:lvl3pPr>
            <a:lvl4pPr marL="1600200" indent="-228600">
              <a:defRPr>
                <a:solidFill>
                  <a:schemeClr val="tx1"/>
                </a:solidFill>
                <a:latin typeface="Wingdings 2" pitchFamily="18" charset="2"/>
                <a:ea typeface="굴림" pitchFamily="50" charset="-127"/>
              </a:defRPr>
            </a:lvl4pPr>
            <a:lvl5pPr marL="2057400" indent="-228600">
              <a:defRPr>
                <a:solidFill>
                  <a:schemeClr val="tx1"/>
                </a:solidFill>
                <a:latin typeface="Wingdings 2" pitchFamily="18" charset="2"/>
                <a:ea typeface="굴림" pitchFamily="50" charset="-127"/>
              </a:defRPr>
            </a:lvl5pPr>
            <a:lvl6pPr marL="2514600" indent="-228600" eaLnBrk="0" fontAlgn="base" hangingPunct="0">
              <a:spcBef>
                <a:spcPct val="0"/>
              </a:spcBef>
              <a:spcAft>
                <a:spcPct val="0"/>
              </a:spcAft>
              <a:defRPr>
                <a:solidFill>
                  <a:schemeClr val="tx1"/>
                </a:solidFill>
                <a:latin typeface="Wingdings 2" pitchFamily="18" charset="2"/>
                <a:ea typeface="굴림" pitchFamily="50" charset="-127"/>
              </a:defRPr>
            </a:lvl6pPr>
            <a:lvl7pPr marL="2971800" indent="-228600" eaLnBrk="0" fontAlgn="base" hangingPunct="0">
              <a:spcBef>
                <a:spcPct val="0"/>
              </a:spcBef>
              <a:spcAft>
                <a:spcPct val="0"/>
              </a:spcAft>
              <a:defRPr>
                <a:solidFill>
                  <a:schemeClr val="tx1"/>
                </a:solidFill>
                <a:latin typeface="Wingdings 2" pitchFamily="18" charset="2"/>
                <a:ea typeface="굴림" pitchFamily="50" charset="-127"/>
              </a:defRPr>
            </a:lvl7pPr>
            <a:lvl8pPr marL="3429000" indent="-228600" eaLnBrk="0" fontAlgn="base" hangingPunct="0">
              <a:spcBef>
                <a:spcPct val="0"/>
              </a:spcBef>
              <a:spcAft>
                <a:spcPct val="0"/>
              </a:spcAft>
              <a:defRPr>
                <a:solidFill>
                  <a:schemeClr val="tx1"/>
                </a:solidFill>
                <a:latin typeface="Wingdings 2" pitchFamily="18" charset="2"/>
                <a:ea typeface="굴림" pitchFamily="50" charset="-127"/>
              </a:defRPr>
            </a:lvl8pPr>
            <a:lvl9pPr marL="3886200" indent="-228600" eaLnBrk="0" fontAlgn="base" hangingPunct="0">
              <a:spcBef>
                <a:spcPct val="0"/>
              </a:spcBef>
              <a:spcAft>
                <a:spcPct val="0"/>
              </a:spcAft>
              <a:defRPr>
                <a:solidFill>
                  <a:schemeClr val="tx1"/>
                </a:solidFill>
                <a:latin typeface="Wingdings 2" pitchFamily="18" charset="2"/>
                <a:ea typeface="굴림" pitchFamily="50" charset="-127"/>
              </a:defRPr>
            </a:lvl9pPr>
          </a:lstStyle>
          <a:p>
            <a:pPr latinLnBrk="0" marL="0" indent="0">
              <a:defRPr/>
            </a:pPr>
            <a:r>
              <a:rPr lang="en-US" altLang="ko-KR" sz="1200" dirty="0">
                <a:latin typeface="Arial" pitchFamily="34" charset="0"/>
                <a:ea typeface="맑은 고딕" pitchFamily="50" charset="-127"/>
              </a:rPr>
              <a:t>If you have anything to let the LG QA Management know, please comment here. Any detailed references will be welcome.</a:t>
            </a:r>
          </a:p>
          <a:p>
            <a:pPr latinLnBrk="0" marL="0" indent="0">
              <a:defRPr/>
            </a:pPr>
            <a:endParaRPr lang="en-US" altLang="ko-KR" sz="1200" dirty="0">
              <a:latin typeface="Arial" pitchFamily="34" charset="0"/>
              <a:ea typeface="맑은 고딕" pitchFamily="50" charset="-127"/>
            </a:endParaRPr>
          </a:p>
          <a:p>
            <a:pPr latinLnBrk="0" marL="0" indent="0">
              <a:defRPr/>
            </a:pPr>
            <a:r>
              <a:rPr lang="en-US" altLang="ko-KR" sz="1200" dirty="0">
                <a:latin typeface="Arial" pitchFamily="34" charset="0"/>
                <a:ea typeface="맑은 고딕" pitchFamily="50" charset="-127"/>
              </a:rPr>
              <a:t>1. </a:t>
            </a:r>
            <a:r>
              <a:rPr lang="en-US" altLang="ko-KR" sz="1200" dirty="0" err="1">
                <a:latin typeface="Arial" pitchFamily="34" charset="0"/>
                <a:ea typeface="맑은 고딕" pitchFamily="50" charset="-127"/>
              </a:rPr>
              <a:t>Zaplist</a:t>
            </a:r>
            <a:r>
              <a:rPr lang="en-US" altLang="ko-KR" sz="1200" dirty="0">
                <a:latin typeface="Arial" pitchFamily="34" charset="0"/>
                <a:ea typeface="맑은 고딕" pitchFamily="50" charset="-127"/>
              </a:rPr>
              <a:t> includes no channels. Add the test playlist from page 6 to test playback and the TV guide; it uses public test streams (Blender Foundation open movies, Apple and Google test streams) and comes with guide data.</a:t>
            </a:r>
          </a:p>
          <a:p>
            <a:pPr latinLnBrk="0" marL="0" indent="0">
              <a:defRPr/>
            </a:pPr>
            <a:r>
              <a:rPr lang="en-US" altLang="ko-KR" sz="1200" dirty="0">
                <a:latin typeface="Arial" pitchFamily="34" charset="0"/>
                <a:ea typeface="맑은 고딕" pitchFamily="50" charset="-127"/>
              </a:rPr>
              <a:t>2. To test </a:t>
            </a:r>
            <a:r>
              <a:rPr lang="en-US" altLang="ko-KR" sz="1200" dirty="0" err="1">
                <a:latin typeface="Arial" pitchFamily="34" charset="0"/>
                <a:ea typeface="맑은 고딕" pitchFamily="50" charset="-127"/>
              </a:rPr>
              <a:t>Xtream</a:t>
            </a:r>
            <a:r>
              <a:rPr lang="en-US" altLang="ko-KR" sz="1200" dirty="0">
                <a:latin typeface="Arial" pitchFamily="34" charset="0"/>
                <a:ea typeface="맑은 고딕" pitchFamily="50" charset="-127"/>
              </a:rPr>
              <a:t> Codes, use the test server https://zaplist-test.zaplist.workers.dev with username </a:t>
            </a:r>
            <a:r>
              <a:rPr lang="en-US" altLang="ko-KR" sz="1200" dirty="0" err="1">
                <a:latin typeface="Arial" pitchFamily="34" charset="0"/>
                <a:ea typeface="맑은 고딕" pitchFamily="50" charset="-127"/>
              </a:rPr>
              <a:t>zaplist</a:t>
            </a:r>
            <a:r>
              <a:rPr lang="en-US" altLang="ko-KR" sz="1200" dirty="0">
                <a:latin typeface="Arial" pitchFamily="34" charset="0"/>
                <a:ea typeface="맑은 고딕" pitchFamily="50" charset="-127"/>
              </a:rPr>
              <a:t> and password review (page 6). It serves the same test channels and guide.</a:t>
            </a:r>
          </a:p>
          <a:p>
            <a:pPr latinLnBrk="0" marL="0" indent="0">
              <a:defRPr/>
            </a:pPr>
            <a:r>
              <a:rPr lang="en-US" altLang="ko-KR" sz="1200" dirty="0">
                <a:latin typeface="Arial" pitchFamily="34" charset="0"/>
                <a:ea typeface="맑은 고딕" pitchFamily="50" charset="-127"/>
              </a:rPr>
              <a:t>3. Back on the first screen calls </a:t>
            </a:r>
            <a:r>
              <a:rPr lang="en-US" altLang="ko-KR" sz="1200" dirty="0" err="1">
                <a:latin typeface="Arial" pitchFamily="34" charset="0"/>
                <a:ea typeface="맑은 고딕" pitchFamily="50" charset="-127"/>
              </a:rPr>
              <a:t>webOS.platformBack</a:t>
            </a:r>
            <a:r>
              <a:rPr lang="en-US" altLang="ko-KR" sz="1200" dirty="0">
                <a:latin typeface="Arial" pitchFamily="34" charset="0"/>
                <a:ea typeface="맑은 고딕" pitchFamily="50" charset="-127"/>
              </a:rPr>
              <a:t>(), so the TV shows its exit popup or Home screen depending on the webOS version.</a:t>
            </a:r>
          </a:p>
          <a:p>
            <a:pPr latinLnBrk="0" marL="0" indent="0">
              <a:defRPr/>
            </a:pPr>
            <a:r>
              <a:rPr lang="en-US" altLang="ko-KR" sz="1200" dirty="0">
                <a:latin typeface="Arial" pitchFamily="34" charset="0"/>
                <a:ea typeface="맑은 고딕" pitchFamily="50" charset="-127"/>
              </a:rPr>
              <a:t>4. No credentials are hard-coded. The words "password", "credential" and "token" in the package come from the </a:t>
            </a:r>
            <a:r>
              <a:rPr lang="en-US" altLang="ko-KR" sz="1200" dirty="0" err="1">
                <a:latin typeface="Arial" pitchFamily="34" charset="0"/>
                <a:ea typeface="맑은 고딕" pitchFamily="50" charset="-127"/>
              </a:rPr>
              <a:t>Xtream</a:t>
            </a:r>
            <a:r>
              <a:rPr lang="en-US" altLang="ko-KR" sz="1200" dirty="0">
                <a:latin typeface="Arial" pitchFamily="34" charset="0"/>
                <a:ea typeface="맑은 고딕" pitchFamily="50" charset="-127"/>
              </a:rPr>
              <a:t> Codes API parameters, the login form field, the core-</a:t>
            </a:r>
            <a:r>
              <a:rPr lang="en-US" altLang="ko-KR" sz="1200" dirty="0" err="1">
                <a:latin typeface="Arial" pitchFamily="34" charset="0"/>
                <a:ea typeface="맑은 고딕" pitchFamily="50" charset="-127"/>
              </a:rPr>
              <a:t>js</a:t>
            </a:r>
            <a:r>
              <a:rPr lang="en-US" altLang="ko-KR" sz="1200" dirty="0">
                <a:latin typeface="Arial" pitchFamily="34" charset="0"/>
                <a:ea typeface="맑은 고딕" pitchFamily="50" charset="-127"/>
              </a:rPr>
              <a:t> URL </a:t>
            </a:r>
            <a:r>
              <a:rPr lang="en-US" altLang="ko-KR" sz="1200" dirty="0" err="1">
                <a:latin typeface="Arial" pitchFamily="34" charset="0"/>
                <a:ea typeface="맑은 고딕" pitchFamily="50" charset="-127"/>
              </a:rPr>
              <a:t>polyfill</a:t>
            </a:r>
            <a:r>
              <a:rPr lang="en-US" altLang="ko-KR" sz="1200" dirty="0">
                <a:latin typeface="Arial" pitchFamily="34" charset="0"/>
                <a:ea typeface="맑은 고딕" pitchFamily="50" charset="-127"/>
              </a:rPr>
              <a:t> (</a:t>
            </a:r>
            <a:r>
              <a:rPr lang="en-US" altLang="ko-KR" sz="1200" dirty="0" err="1">
                <a:latin typeface="Arial" pitchFamily="34" charset="0"/>
                <a:ea typeface="맑은 고딕" pitchFamily="50" charset="-127"/>
              </a:rPr>
              <a:t>URL.password</a:t>
            </a:r>
            <a:r>
              <a:rPr lang="en-US" altLang="ko-KR" sz="1200" dirty="0">
                <a:latin typeface="Arial" pitchFamily="34" charset="0"/>
                <a:ea typeface="맑은 고딕" pitchFamily="50" charset="-127"/>
              </a:rPr>
              <a:t>) and the XHR/fetch </a:t>
            </a:r>
            <a:r>
              <a:rPr lang="en-US" altLang="ko-KR" sz="1200" dirty="0" err="1">
                <a:latin typeface="Arial" pitchFamily="34" charset="0"/>
                <a:ea typeface="맑은 고딕" pitchFamily="50" charset="-127"/>
              </a:rPr>
              <a:t>withCredentials</a:t>
            </a:r>
            <a:r>
              <a:rPr lang="en-US" altLang="ko-KR" sz="1200" dirty="0">
                <a:latin typeface="Arial" pitchFamily="34" charset="0"/>
                <a:ea typeface="맑은 고딕" pitchFamily="50" charset="-127"/>
              </a:rPr>
              <a:t> options in hls.js and mpegts.js. Playlist URLs, logins, the cached channel lists and guide addresses, and the parental PIN are stored only on the TV, encrypted (AES-GCM, key generated on the TV).</a:t>
            </a:r>
          </a:p>
          <a:p>
            <a:pPr latinLnBrk="0" marL="0" indent="0">
              <a:defRPr/>
            </a:pPr>
            <a:r>
              <a:rPr lang="en-US" altLang="ko-KR" sz="1200" dirty="0">
                <a:latin typeface="Arial" pitchFamily="34" charset="0"/>
                <a:ea typeface="맑은 고딕" pitchFamily="50" charset="-127"/>
              </a:rPr>
              <a:t>5. Contact: nomoredazzling@gmail.com</a:t>
            </a:r>
          </a:p>
        </p:txBody>
      </p:sp>
      <p:sp>
        <p:nvSpPr>
          <p:cNvPr id="5" name="텍스트 개체 틀 4">
            <a:extLst>
              <a:ext uri="{FF2B5EF4-FFF2-40B4-BE49-F238E27FC236}">
                <a16:creationId xmlns:a16="http://schemas.microsoft.com/office/drawing/2014/main" id="{10103F86-3206-4235-7B7C-F50282BDB81D}"/>
              </a:ext>
            </a:extLst>
          </p:cNvPr>
          <p:cNvSpPr>
            <a:spLocks noGrp="1"/>
          </p:cNvSpPr>
          <p:nvPr>
            <p:ph type="body" sz="quarter" idx="13"/>
          </p:nvPr>
        </p:nvSpPr>
        <p:spPr>
          <a:xfrm>
            <a:off x="0" y="188913"/>
            <a:ext cx="7761288" cy="368300"/>
          </a:xfrm>
        </p:spPr>
        <p:txBody>
          <a:bodyPr/>
          <a:lstStyle/>
          <a:p>
            <a:pPr latinLnBrk="0">
              <a:defRPr/>
            </a:pPr>
            <a:r>
              <a:rPr lang="en-US" altLang="ko-KR">
                <a:latin typeface="Arial" charset="0"/>
                <a:ea typeface="돋움" pitchFamily="50" charset="-127"/>
              </a:rPr>
              <a:t>[Appendix]</a:t>
            </a:r>
          </a:p>
        </p:txBody>
      </p:sp>
    </p:spTree>
  </p:cSld>
  <p:clrMapOvr>
    <a:masterClrMapping/>
  </p:clrMapOvr>
</p:sld>
</file>

<file path=ppt/theme/theme1.xml><?xml version="1.0" encoding="utf-8"?>
<a:theme xmlns:a="http://schemas.openxmlformats.org/drawingml/2006/main" name="1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3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2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Office 테마">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10057</TotalTime>
  <Words>2628</Words>
  <Application>Microsoft Office PowerPoint</Application>
  <PresentationFormat>A4 Paper (210x297 mm)</PresentationFormat>
  <Paragraphs>464</Paragraphs>
  <Slides>22</Slides>
  <Notes>22</Notes>
  <HiddenSlides>0</HiddenSlides>
  <MMClips>0</MMClips>
  <ScaleCrop>false</ScaleCrop>
  <HeadingPairs>
    <vt:vector size="6" baseType="variant">
      <vt:variant>
        <vt:lpstr>Fonts Used</vt:lpstr>
      </vt:variant>
      <vt:variant>
        <vt:i4>8</vt:i4>
      </vt:variant>
      <vt:variant>
        <vt:lpstr>Theme</vt:lpstr>
      </vt:variant>
      <vt:variant>
        <vt:i4>6</vt:i4>
      </vt:variant>
      <vt:variant>
        <vt:lpstr>Slide Titles</vt:lpstr>
      </vt:variant>
      <vt:variant>
        <vt:i4>22</vt:i4>
      </vt:variant>
    </vt:vector>
  </HeadingPairs>
  <TitlesOfParts>
    <vt:vector size="36" baseType="lpstr">
      <vt:lpstr>Wingdings 2</vt:lpstr>
      <vt:lpstr>굴림</vt:lpstr>
      <vt:lpstr>Arial</vt:lpstr>
      <vt:lpstr>맑은 고딕</vt:lpstr>
      <vt:lpstr>Wingdings</vt:lpstr>
      <vt:lpstr>돋움</vt:lpstr>
      <vt:lpstr>돋움체</vt:lpstr>
      <vt:lpstr>Arial Unicode MS</vt:lpstr>
      <vt:lpstr>1_기본 디자인</vt:lpstr>
      <vt:lpstr>디자인 사용자 지정</vt:lpstr>
      <vt:lpstr>1_디자인 사용자 지정</vt:lpstr>
      <vt:lpstr>2_디자인 사용자 지정</vt:lpstr>
      <vt:lpstr>3_기본 디자인</vt:lpstr>
      <vt:lpstr>2_기본 디자인</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LG Electronics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 title]description</dc:title>
  <dc:creator>LG Apps</dc:creator>
  <cp:lastModifiedBy>Liyona Bonakdar</cp:lastModifiedBy>
  <cp:revision>665</cp:revision>
  <dcterms:created xsi:type="dcterms:W3CDTF">2010-07-06T05:41:28Z</dcterms:created>
  <dcterms:modified xsi:type="dcterms:W3CDTF">2026-10-10T19:53:58Z</dcterms:modified>
</cp:coreProperties>
</file>