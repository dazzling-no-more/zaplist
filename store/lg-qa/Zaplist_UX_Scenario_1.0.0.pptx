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3.xml" ContentType="application/vnd.openxmlformats-officedocument.theme+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theme/theme4.xml" ContentType="application/vnd.openxmlformats-officedocument.theme+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theme/theme5.xml" ContentType="application/vnd.openxmlformats-officedocument.theme+xml"/>
  <Override PartName="/ppt/slideLayouts/slideLayout43.xml" ContentType="application/vnd.openxmlformats-officedocument.presentationml.slideLayout+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0" r:id="rId1"/>
    <p:sldMasterId id="2147484825" r:id="rId2"/>
    <p:sldMasterId id="2147484839" r:id="rId3"/>
    <p:sldMasterId id="2147484851" r:id="rId4"/>
    <p:sldMasterId id="2147483701" r:id="rId5"/>
    <p:sldMasterId id="2147483689" r:id="rId6"/>
  </p:sldMasterIdLst>
  <p:notesMasterIdLst>
    <p:notesMasterId r:id="rId29"/>
  </p:notesMasterIdLst>
  <p:handoutMasterIdLst>
    <p:handoutMasterId r:id="rId30"/>
  </p:handoutMasterIdLst>
  <p:sldIdLst>
    <p:sldId id="299" r:id="rId7"/>
    <p:sldId id="319" r:id="rId8"/>
    <p:sldId id="301" r:id="rId9"/>
    <p:sldId id="320" r:id="rId10"/>
    <p:sldId id="318" r:id="rId11"/>
    <p:sldId id="317" r:id="rId12"/>
    <p:sldId id="304" r:id="rId13"/>
    <p:sldId id="323" r:id="rId14"/>
    <p:sldId id="309" r:id="rId15"/>
    <p:sldId id="333" r:id="rId16"/>
    <p:sldId id="332" r:id="rId17"/>
    <p:sldId id="331" r:id="rId18"/>
    <p:sldId id="330" r:id="rId19"/>
    <p:sldId id="329" r:id="rId20"/>
    <p:sldId id="328" r:id="rId21"/>
    <p:sldId id="327" r:id="rId22"/>
    <p:sldId id="326" r:id="rId23"/>
    <p:sldId id="325" r:id="rId24"/>
    <p:sldId id="324" r:id="rId25"/>
    <p:sldId id="321" r:id="rId26"/>
    <p:sldId id="311" r:id="rId27"/>
    <p:sldId id="308" r:id="rId28"/>
  </p:sldIdLst>
  <p:sldSz cx="9906000" cy="6858000" type="A4"/>
  <p:notesSz cx="6858000" cy="9144000"/>
  <p:defaultTextStyle>
    <a:defPPr>
      <a:defRPr lang="ko-KR"/>
    </a:defPPr>
    <a:lvl1pPr algn="l" rtl="0" eaLnBrk="0" fontAlgn="base" hangingPunct="0">
      <a:spcBef>
        <a:spcPct val="0"/>
      </a:spcBef>
      <a:spcAft>
        <a:spcPct val="0"/>
      </a:spcAft>
      <a:defRPr kern="1200">
        <a:solidFill>
          <a:schemeClr val="tx1"/>
        </a:solidFill>
        <a:latin typeface="Wingdings 2" panose="05020102010507070707" pitchFamily="18" charset="2"/>
        <a:ea typeface="굴림" panose="020B0600000101010101" pitchFamily="34" charset="-127"/>
        <a:cs typeface="+mn-cs"/>
      </a:defRPr>
    </a:lvl1pPr>
    <a:lvl2pPr marL="457200" algn="l" rtl="0" eaLnBrk="0" fontAlgn="base" hangingPunct="0">
      <a:spcBef>
        <a:spcPct val="0"/>
      </a:spcBef>
      <a:spcAft>
        <a:spcPct val="0"/>
      </a:spcAft>
      <a:defRPr kern="1200">
        <a:solidFill>
          <a:schemeClr val="tx1"/>
        </a:solidFill>
        <a:latin typeface="Wingdings 2" panose="05020102010507070707" pitchFamily="18" charset="2"/>
        <a:ea typeface="굴림" panose="020B0600000101010101" pitchFamily="34" charset="-127"/>
        <a:cs typeface="+mn-cs"/>
      </a:defRPr>
    </a:lvl2pPr>
    <a:lvl3pPr marL="914400" algn="l" rtl="0" eaLnBrk="0" fontAlgn="base" hangingPunct="0">
      <a:spcBef>
        <a:spcPct val="0"/>
      </a:spcBef>
      <a:spcAft>
        <a:spcPct val="0"/>
      </a:spcAft>
      <a:defRPr kern="1200">
        <a:solidFill>
          <a:schemeClr val="tx1"/>
        </a:solidFill>
        <a:latin typeface="Wingdings 2" panose="05020102010507070707" pitchFamily="18" charset="2"/>
        <a:ea typeface="굴림" panose="020B0600000101010101" pitchFamily="34" charset="-127"/>
        <a:cs typeface="+mn-cs"/>
      </a:defRPr>
    </a:lvl3pPr>
    <a:lvl4pPr marL="1371600" algn="l" rtl="0" eaLnBrk="0" fontAlgn="base" hangingPunct="0">
      <a:spcBef>
        <a:spcPct val="0"/>
      </a:spcBef>
      <a:spcAft>
        <a:spcPct val="0"/>
      </a:spcAft>
      <a:defRPr kern="1200">
        <a:solidFill>
          <a:schemeClr val="tx1"/>
        </a:solidFill>
        <a:latin typeface="Wingdings 2" panose="05020102010507070707" pitchFamily="18" charset="2"/>
        <a:ea typeface="굴림" panose="020B0600000101010101" pitchFamily="34" charset="-127"/>
        <a:cs typeface="+mn-cs"/>
      </a:defRPr>
    </a:lvl4pPr>
    <a:lvl5pPr marL="1828800" algn="l" rtl="0" eaLnBrk="0" fontAlgn="base" hangingPunct="0">
      <a:spcBef>
        <a:spcPct val="0"/>
      </a:spcBef>
      <a:spcAft>
        <a:spcPct val="0"/>
      </a:spcAft>
      <a:defRPr kern="1200">
        <a:solidFill>
          <a:schemeClr val="tx1"/>
        </a:solidFill>
        <a:latin typeface="Wingdings 2" panose="05020102010507070707" pitchFamily="18" charset="2"/>
        <a:ea typeface="굴림" panose="020B0600000101010101" pitchFamily="34" charset="-127"/>
        <a:cs typeface="+mn-cs"/>
      </a:defRPr>
    </a:lvl5pPr>
    <a:lvl6pPr marL="2286000" algn="l" defTabSz="914400" rtl="0" eaLnBrk="1" latinLnBrk="0" hangingPunct="1">
      <a:defRPr kern="1200">
        <a:solidFill>
          <a:schemeClr val="tx1"/>
        </a:solidFill>
        <a:latin typeface="Wingdings 2" panose="05020102010507070707" pitchFamily="18" charset="2"/>
        <a:ea typeface="굴림" panose="020B0600000101010101" pitchFamily="34" charset="-127"/>
        <a:cs typeface="+mn-cs"/>
      </a:defRPr>
    </a:lvl6pPr>
    <a:lvl7pPr marL="2743200" algn="l" defTabSz="914400" rtl="0" eaLnBrk="1" latinLnBrk="0" hangingPunct="1">
      <a:defRPr kern="1200">
        <a:solidFill>
          <a:schemeClr val="tx1"/>
        </a:solidFill>
        <a:latin typeface="Wingdings 2" panose="05020102010507070707" pitchFamily="18" charset="2"/>
        <a:ea typeface="굴림" panose="020B0600000101010101" pitchFamily="34" charset="-127"/>
        <a:cs typeface="+mn-cs"/>
      </a:defRPr>
    </a:lvl7pPr>
    <a:lvl8pPr marL="3200400" algn="l" defTabSz="914400" rtl="0" eaLnBrk="1" latinLnBrk="0" hangingPunct="1">
      <a:defRPr kern="1200">
        <a:solidFill>
          <a:schemeClr val="tx1"/>
        </a:solidFill>
        <a:latin typeface="Wingdings 2" panose="05020102010507070707" pitchFamily="18" charset="2"/>
        <a:ea typeface="굴림" panose="020B0600000101010101" pitchFamily="34" charset="-127"/>
        <a:cs typeface="+mn-cs"/>
      </a:defRPr>
    </a:lvl8pPr>
    <a:lvl9pPr marL="3657600" algn="l" defTabSz="914400" rtl="0" eaLnBrk="1" latinLnBrk="0" hangingPunct="1">
      <a:defRPr kern="1200">
        <a:solidFill>
          <a:schemeClr val="tx1"/>
        </a:solidFill>
        <a:latin typeface="Wingdings 2" panose="05020102010507070707" pitchFamily="18" charset="2"/>
        <a:ea typeface="굴림" panose="020B0600000101010101" pitchFamily="34" charset="-127"/>
        <a:cs typeface="+mn-cs"/>
      </a:defRPr>
    </a:lvl9pPr>
  </p:defaultTextStyle>
  <p:extLst>
    <p:ext uri="{EFAFB233-063F-42B5-8137-9DF3F51BA10A}">
      <p15:sldGuideLst xmlns:p15="http://schemas.microsoft.com/office/powerpoint/2012/main">
        <p15:guide id="1" orient="horz" pos="3784">
          <p15:clr>
            <a:srgbClr val="A4A3A4"/>
          </p15:clr>
        </p15:guide>
        <p15:guide id="2" orient="horz" pos="482">
          <p15:clr>
            <a:srgbClr val="A4A3A4"/>
          </p15:clr>
        </p15:guide>
        <p15:guide id="3" orient="horz" pos="845">
          <p15:clr>
            <a:srgbClr val="A4A3A4"/>
          </p15:clr>
        </p15:guide>
        <p15:guide id="4" orient="horz" pos="3430">
          <p15:clr>
            <a:srgbClr val="A4A3A4"/>
          </p15:clr>
        </p15:guide>
        <p15:guide id="5" orient="horz" pos="3833">
          <p15:clr>
            <a:srgbClr val="A4A3A4"/>
          </p15:clr>
        </p15:guide>
        <p15:guide id="6" pos="221">
          <p15:clr>
            <a:srgbClr val="A4A3A4"/>
          </p15:clr>
        </p15:guide>
        <p15:guide id="7" pos="312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66"/>
    <a:srgbClr val="FFFF66"/>
    <a:srgbClr val="E9F5A3"/>
    <a:srgbClr val="F6FBAF"/>
    <a:srgbClr val="DDDDDD"/>
    <a:srgbClr val="969696"/>
    <a:srgbClr val="FF0000"/>
    <a:srgbClr val="BBE0E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831" autoAdjust="0"/>
    <p:restoredTop sz="99708" autoAdjust="0"/>
  </p:normalViewPr>
  <p:slideViewPr>
    <p:cSldViewPr>
      <p:cViewPr varScale="1">
        <p:scale>
          <a:sx n="111" d="100"/>
          <a:sy n="111" d="100"/>
        </p:scale>
        <p:origin x="1260" y="96"/>
      </p:cViewPr>
      <p:guideLst>
        <p:guide orient="horz" pos="3784"/>
        <p:guide orient="horz" pos="482"/>
        <p:guide orient="horz" pos="845"/>
        <p:guide orient="horz" pos="3430"/>
        <p:guide orient="horz" pos="3833"/>
        <p:guide pos="221"/>
        <p:guide pos="3120"/>
      </p:guideLst>
    </p:cSldViewPr>
  </p:slideViewPr>
  <p:notesTextViewPr>
    <p:cViewPr>
      <p:scale>
        <a:sx n="100" d="100"/>
        <a:sy n="100" d="100"/>
      </p:scale>
      <p:origin x="0" y="0"/>
    </p:cViewPr>
  </p:notesTextViewPr>
  <p:sorterViewPr>
    <p:cViewPr>
      <p:scale>
        <a:sx n="200" d="100"/>
        <a:sy n="200" d="100"/>
      </p:scale>
      <p:origin x="0" y="0"/>
    </p:cViewPr>
  </p:sorterViewPr>
  <p:notesViewPr>
    <p:cSldViewPr>
      <p:cViewPr varScale="1">
        <p:scale>
          <a:sx n="86" d="100"/>
          <a:sy n="86" d="100"/>
        </p:scale>
        <p:origin x="3864" y="108"/>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 Type="http://schemas.openxmlformats.org/officeDocument/2006/relationships/slideMaster" Target="slideMasters/slideMaster3.xml"/><Relationship Id="rId21" Type="http://schemas.openxmlformats.org/officeDocument/2006/relationships/slide" Target="slides/slide15.xml"/><Relationship Id="rId34" Type="http://schemas.openxmlformats.org/officeDocument/2006/relationships/tableStyles" Target="tableStyles.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viewProps" Target="viewProps.xml"/><Relationship Id="rId5" Type="http://schemas.openxmlformats.org/officeDocument/2006/relationships/slideMaster" Target="slideMasters/slideMaster5.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presProps" Target="presProps.xml"/><Relationship Id="rId4" Type="http://schemas.openxmlformats.org/officeDocument/2006/relationships/slideMaster" Target="slideMasters/slideMaster4.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handoutMaster" Target="handoutMasters/handoutMaster1.xml"/><Relationship Id="rId8"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8.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머리글 개체 틀 1">
            <a:extLst>
              <a:ext uri="{FF2B5EF4-FFF2-40B4-BE49-F238E27FC236}">
                <a16:creationId xmlns:a16="http://schemas.microsoft.com/office/drawing/2014/main" id="{B1065FDD-13C6-44A8-11D6-2E18E8D9AD4A}"/>
              </a:ext>
            </a:extLst>
          </p:cNvPr>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ea typeface="굴림" pitchFamily="50" charset="-127"/>
                <a:cs typeface="Arial" charset="0"/>
              </a:defRPr>
            </a:lvl1pPr>
          </a:lstStyle>
          <a:p>
            <a:pPr>
              <a:defRPr/>
            </a:pPr>
            <a:endParaRPr lang="ko-KR" altLang="en-US"/>
          </a:p>
        </p:txBody>
      </p:sp>
      <p:sp>
        <p:nvSpPr>
          <p:cNvPr id="3" name="날짜 개체 틀 2">
            <a:extLst>
              <a:ext uri="{FF2B5EF4-FFF2-40B4-BE49-F238E27FC236}">
                <a16:creationId xmlns:a16="http://schemas.microsoft.com/office/drawing/2014/main" id="{97222A44-2E7E-5175-A67F-503BCC748AD3}"/>
              </a:ext>
            </a:extLst>
          </p:cNvPr>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ea typeface="굴림" pitchFamily="50" charset="-127"/>
                <a:cs typeface="Arial" charset="0"/>
              </a:defRPr>
            </a:lvl1pPr>
          </a:lstStyle>
          <a:p>
            <a:pPr>
              <a:defRPr/>
            </a:pPr>
            <a:fld id="{A3A336B3-EEA9-4B67-BB67-22DF14102462}" type="datetimeFigureOut">
              <a:rPr lang="ko-KR" altLang="en-US"/>
              <a:pPr>
                <a:defRPr/>
              </a:pPr>
              <a:t>2026-10-10</a:t>
            </a:fld>
            <a:endParaRPr lang="ko-KR" altLang="en-US" dirty="0"/>
          </a:p>
        </p:txBody>
      </p:sp>
      <p:sp>
        <p:nvSpPr>
          <p:cNvPr id="4" name="바닥글 개체 틀 3">
            <a:extLst>
              <a:ext uri="{FF2B5EF4-FFF2-40B4-BE49-F238E27FC236}">
                <a16:creationId xmlns:a16="http://schemas.microsoft.com/office/drawing/2014/main" id="{F98E7D70-173F-BD90-77E4-121D4B756695}"/>
              </a:ext>
            </a:extLst>
          </p:cNvPr>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ea typeface="굴림" pitchFamily="50" charset="-127"/>
                <a:cs typeface="Arial" charset="0"/>
              </a:defRPr>
            </a:lvl1pPr>
          </a:lstStyle>
          <a:p>
            <a:pPr>
              <a:defRPr/>
            </a:pPr>
            <a:endParaRPr lang="ko-KR" altLang="en-US"/>
          </a:p>
        </p:txBody>
      </p:sp>
      <p:sp>
        <p:nvSpPr>
          <p:cNvPr id="5" name="슬라이드 번호 개체 틀 4">
            <a:extLst>
              <a:ext uri="{FF2B5EF4-FFF2-40B4-BE49-F238E27FC236}">
                <a16:creationId xmlns:a16="http://schemas.microsoft.com/office/drawing/2014/main" id="{7D416BCC-FD43-02A1-887D-237369BD8188}"/>
              </a:ext>
            </a:extLst>
          </p:cNvPr>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ea typeface="굴림" panose="020B0600000101010101" pitchFamily="50" charset="-127"/>
              </a:defRPr>
            </a:lvl1pPr>
          </a:lstStyle>
          <a:p>
            <a:pPr>
              <a:defRPr/>
            </a:pPr>
            <a:fld id="{793C60AE-B5C2-40F3-A461-0CAFA3788DF0}" type="slidenum">
              <a:rPr lang="ko-KR" altLang="en-US"/>
              <a:pPr>
                <a:defRPr/>
              </a:pPr>
              <a:t>‹#›</a:t>
            </a:fld>
            <a:endParaRPr lang="ko-KR" altLang="en-US"/>
          </a:p>
        </p:txBody>
      </p:sp>
    </p:spTree>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6" name="Rectangle 2">
            <a:extLst>
              <a:ext uri="{FF2B5EF4-FFF2-40B4-BE49-F238E27FC236}">
                <a16:creationId xmlns:a16="http://schemas.microsoft.com/office/drawing/2014/main" id="{1FF2BD97-3A4D-155F-706A-AFE716F78603}"/>
              </a:ext>
            </a:extLst>
          </p:cNvPr>
          <p:cNvSpPr>
            <a:spLocks noGrp="1" noChangeArrowheads="1"/>
          </p:cNvSpPr>
          <p:nvPr>
            <p:ph type="hdr" sz="quarter"/>
          </p:nvPr>
        </p:nvSpPr>
        <p:spPr bwMode="auto">
          <a:xfrm>
            <a:off x="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eaLnBrk="1" latinLnBrk="1" hangingPunct="1">
              <a:defRPr kumimoji="1" sz="1200">
                <a:latin typeface="굴림" pitchFamily="50" charset="-127"/>
                <a:ea typeface="굴림" pitchFamily="50" charset="-127"/>
                <a:cs typeface="Arial" charset="0"/>
              </a:defRPr>
            </a:lvl1pPr>
          </a:lstStyle>
          <a:p>
            <a:pPr>
              <a:defRPr/>
            </a:pPr>
            <a:endParaRPr lang="en-US" altLang="ko-KR"/>
          </a:p>
        </p:txBody>
      </p:sp>
      <p:sp>
        <p:nvSpPr>
          <p:cNvPr id="6147" name="Rectangle 3">
            <a:extLst>
              <a:ext uri="{FF2B5EF4-FFF2-40B4-BE49-F238E27FC236}">
                <a16:creationId xmlns:a16="http://schemas.microsoft.com/office/drawing/2014/main" id="{39BDC036-035B-7895-3315-EAB4FA81557B}"/>
              </a:ext>
            </a:extLst>
          </p:cNvPr>
          <p:cNvSpPr>
            <a:spLocks noGrp="1" noChangeArrowheads="1"/>
          </p:cNvSpPr>
          <p:nvPr>
            <p:ph type="dt" idx="1"/>
          </p:nvPr>
        </p:nvSpPr>
        <p:spPr bwMode="auto">
          <a:xfrm>
            <a:off x="3884613"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latinLnBrk="1" hangingPunct="1">
              <a:defRPr kumimoji="1" sz="1200">
                <a:latin typeface="굴림" pitchFamily="50" charset="-127"/>
                <a:ea typeface="굴림" pitchFamily="50" charset="-127"/>
                <a:cs typeface="Arial" charset="0"/>
              </a:defRPr>
            </a:lvl1pPr>
          </a:lstStyle>
          <a:p>
            <a:pPr>
              <a:defRPr/>
            </a:pPr>
            <a:endParaRPr lang="en-US" altLang="ko-KR"/>
          </a:p>
        </p:txBody>
      </p:sp>
      <p:sp>
        <p:nvSpPr>
          <p:cNvPr id="12292" name="Rectangle 4">
            <a:extLst>
              <a:ext uri="{FF2B5EF4-FFF2-40B4-BE49-F238E27FC236}">
                <a16:creationId xmlns:a16="http://schemas.microsoft.com/office/drawing/2014/main" id="{473F2075-52EA-786B-0CAE-7EB928B212DB}"/>
              </a:ext>
            </a:extLst>
          </p:cNvPr>
          <p:cNvSpPr>
            <a:spLocks noRot="1" noChangeArrowheads="1" noTextEdit="1"/>
          </p:cNvSpPr>
          <p:nvPr>
            <p:ph type="sldImg" idx="2"/>
          </p:nvPr>
        </p:nvSpPr>
        <p:spPr bwMode="auto">
          <a:xfrm>
            <a:off x="952500" y="685800"/>
            <a:ext cx="4953000" cy="34290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6149" name="Rectangle 5">
            <a:extLst>
              <a:ext uri="{FF2B5EF4-FFF2-40B4-BE49-F238E27FC236}">
                <a16:creationId xmlns:a16="http://schemas.microsoft.com/office/drawing/2014/main" id="{9CA47040-F491-92D6-F847-6A63E630B248}"/>
              </a:ext>
            </a:extLst>
          </p:cNvPr>
          <p:cNvSpPr>
            <a:spLocks noGrp="1" noChangeArrowheads="1"/>
          </p:cNvSpPr>
          <p:nvPr>
            <p:ph type="body" sz="quarter" idx="3"/>
          </p:nvPr>
        </p:nvSpPr>
        <p:spPr bwMode="auto">
          <a:xfrm>
            <a:off x="685800" y="4343400"/>
            <a:ext cx="5486400" cy="41148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ko-KR" altLang="en-US" noProof="0"/>
              <a:t>마스터 텍스트 스타일을 편집합니다</a:t>
            </a:r>
          </a:p>
          <a:p>
            <a:pPr lvl="1"/>
            <a:r>
              <a:rPr lang="ko-KR" altLang="en-US" noProof="0"/>
              <a:t>둘째 수준</a:t>
            </a:r>
          </a:p>
          <a:p>
            <a:pPr lvl="2"/>
            <a:r>
              <a:rPr lang="ko-KR" altLang="en-US" noProof="0"/>
              <a:t>셋째 수준</a:t>
            </a:r>
          </a:p>
          <a:p>
            <a:pPr lvl="3"/>
            <a:r>
              <a:rPr lang="ko-KR" altLang="en-US" noProof="0"/>
              <a:t>넷째 수준</a:t>
            </a:r>
          </a:p>
          <a:p>
            <a:pPr lvl="4"/>
            <a:r>
              <a:rPr lang="ko-KR" altLang="en-US" noProof="0"/>
              <a:t>다섯째 수준</a:t>
            </a:r>
          </a:p>
        </p:txBody>
      </p:sp>
      <p:sp>
        <p:nvSpPr>
          <p:cNvPr id="6150" name="Rectangle 6">
            <a:extLst>
              <a:ext uri="{FF2B5EF4-FFF2-40B4-BE49-F238E27FC236}">
                <a16:creationId xmlns:a16="http://schemas.microsoft.com/office/drawing/2014/main" id="{4AEF44C7-494F-12F3-364F-6734A632C46A}"/>
              </a:ext>
            </a:extLst>
          </p:cNvPr>
          <p:cNvSpPr>
            <a:spLocks noGrp="1" noChangeArrowheads="1"/>
          </p:cNvSpPr>
          <p:nvPr>
            <p:ph type="ftr" sz="quarter" idx="4"/>
          </p:nvPr>
        </p:nvSpPr>
        <p:spPr bwMode="auto">
          <a:xfrm>
            <a:off x="0"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eaLnBrk="1" latinLnBrk="1" hangingPunct="1">
              <a:defRPr kumimoji="1" sz="1200">
                <a:latin typeface="굴림" pitchFamily="50" charset="-127"/>
                <a:ea typeface="굴림" pitchFamily="50" charset="-127"/>
                <a:cs typeface="Arial" charset="0"/>
              </a:defRPr>
            </a:lvl1pPr>
          </a:lstStyle>
          <a:p>
            <a:pPr>
              <a:defRPr/>
            </a:pPr>
            <a:endParaRPr lang="en-US" altLang="ko-KR"/>
          </a:p>
        </p:txBody>
      </p:sp>
      <p:sp>
        <p:nvSpPr>
          <p:cNvPr id="6151" name="Rectangle 7">
            <a:extLst>
              <a:ext uri="{FF2B5EF4-FFF2-40B4-BE49-F238E27FC236}">
                <a16:creationId xmlns:a16="http://schemas.microsoft.com/office/drawing/2014/main" id="{650D6905-4E22-6CAD-C737-871EC3F7102A}"/>
              </a:ext>
            </a:extLst>
          </p:cNvPr>
          <p:cNvSpPr>
            <a:spLocks noGrp="1" noChangeArrowheads="1"/>
          </p:cNvSpPr>
          <p:nvPr>
            <p:ph type="sldNum" sz="quarter" idx="5"/>
          </p:nvPr>
        </p:nvSpPr>
        <p:spPr bwMode="auto">
          <a:xfrm>
            <a:off x="3884613"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eaLnBrk="1" latinLnBrk="1" hangingPunct="1">
              <a:defRPr kumimoji="1" sz="1200">
                <a:latin typeface="굴림" panose="020B0600000101010101" pitchFamily="50" charset="-127"/>
                <a:ea typeface="굴림" panose="020B0600000101010101" pitchFamily="50" charset="-127"/>
              </a:defRPr>
            </a:lvl1pPr>
          </a:lstStyle>
          <a:p>
            <a:pPr>
              <a:defRPr/>
            </a:pPr>
            <a:fld id="{0D4295BE-A65E-4E48-A14B-B5D11E1D29D5}" type="slidenum">
              <a:rPr lang="en-US" altLang="ko-KR"/>
              <a:pPr>
                <a:defRPr/>
              </a:pPr>
              <a:t>‹#›</a:t>
            </a:fld>
            <a:endParaRPr lang="en-US" altLang="ko-KR"/>
          </a:p>
        </p:txBody>
      </p:sp>
    </p:spTree>
  </p:cSld>
  <p:clrMap bg1="lt1" tx1="dk1" bg2="lt2" tx2="dk2" accent1="accent1" accent2="accent2" accent3="accent3" accent4="accent4" accent5="accent5" accent6="accent6" hlink="hlink" folHlink="folHlink"/>
  <p:hf hdr="0" ftr="0" dt="0"/>
  <p:notesStyle>
    <a:lvl1pPr algn="l" rtl="0" eaLnBrk="0" fontAlgn="base" latinLnBrk="1" hangingPunct="0">
      <a:spcBef>
        <a:spcPct val="30000"/>
      </a:spcBef>
      <a:spcAft>
        <a:spcPct val="0"/>
      </a:spcAft>
      <a:defRPr kumimoji="1" sz="1200" kern="1200">
        <a:solidFill>
          <a:schemeClr val="tx1"/>
        </a:solidFill>
        <a:latin typeface="굴림" pitchFamily="50" charset="-127"/>
        <a:ea typeface="굴림" pitchFamily="50" charset="-127"/>
        <a:cs typeface="+mn-cs"/>
      </a:defRPr>
    </a:lvl1pPr>
    <a:lvl2pPr marL="457200" algn="l" rtl="0" eaLnBrk="0" fontAlgn="base" latinLnBrk="1" hangingPunct="0">
      <a:spcBef>
        <a:spcPct val="30000"/>
      </a:spcBef>
      <a:spcAft>
        <a:spcPct val="0"/>
      </a:spcAft>
      <a:defRPr kumimoji="1" sz="1200" kern="1200">
        <a:solidFill>
          <a:schemeClr val="tx1"/>
        </a:solidFill>
        <a:latin typeface="굴림" pitchFamily="50" charset="-127"/>
        <a:ea typeface="굴림" pitchFamily="50" charset="-127"/>
        <a:cs typeface="+mn-cs"/>
      </a:defRPr>
    </a:lvl2pPr>
    <a:lvl3pPr marL="914400" algn="l" rtl="0" eaLnBrk="0" fontAlgn="base" latinLnBrk="1" hangingPunct="0">
      <a:spcBef>
        <a:spcPct val="30000"/>
      </a:spcBef>
      <a:spcAft>
        <a:spcPct val="0"/>
      </a:spcAft>
      <a:defRPr kumimoji="1" sz="1200" kern="1200">
        <a:solidFill>
          <a:schemeClr val="tx1"/>
        </a:solidFill>
        <a:latin typeface="굴림" pitchFamily="50" charset="-127"/>
        <a:ea typeface="굴림" pitchFamily="50" charset="-127"/>
        <a:cs typeface="+mn-cs"/>
      </a:defRPr>
    </a:lvl3pPr>
    <a:lvl4pPr marL="1371600" algn="l" rtl="0" eaLnBrk="0" fontAlgn="base" latinLnBrk="1" hangingPunct="0">
      <a:spcBef>
        <a:spcPct val="30000"/>
      </a:spcBef>
      <a:spcAft>
        <a:spcPct val="0"/>
      </a:spcAft>
      <a:defRPr kumimoji="1" sz="1200" kern="1200">
        <a:solidFill>
          <a:schemeClr val="tx1"/>
        </a:solidFill>
        <a:latin typeface="굴림" pitchFamily="50" charset="-127"/>
        <a:ea typeface="굴림" pitchFamily="50" charset="-127"/>
        <a:cs typeface="+mn-cs"/>
      </a:defRPr>
    </a:lvl4pPr>
    <a:lvl5pPr marL="1828800" algn="l" rtl="0" eaLnBrk="0" fontAlgn="base" latinLnBrk="1" hangingPunct="0">
      <a:spcBef>
        <a:spcPct val="30000"/>
      </a:spcBef>
      <a:spcAft>
        <a:spcPct val="0"/>
      </a:spcAft>
      <a:defRPr kumimoji="1" sz="1200" kern="1200">
        <a:solidFill>
          <a:schemeClr val="tx1"/>
        </a:solidFill>
        <a:latin typeface="굴림" pitchFamily="50" charset="-127"/>
        <a:ea typeface="굴림" pitchFamily="50" charset="-127"/>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슬라이드 이미지 개체 틀 1">
            <a:extLst>
              <a:ext uri="{FF2B5EF4-FFF2-40B4-BE49-F238E27FC236}">
                <a16:creationId xmlns:a16="http://schemas.microsoft.com/office/drawing/2014/main" id="{52F089D9-59CB-9BE5-13BE-379D5BF8F3CF}"/>
              </a:ext>
            </a:extLst>
          </p:cNvPr>
          <p:cNvSpPr>
            <a:spLocks noGrp="1" noRot="1" noChangeAspect="1" noChangeArrowheads="1" noTextEdit="1"/>
          </p:cNvSpPr>
          <p:nvPr>
            <p:ph type="sldImg"/>
          </p:nvPr>
        </p:nvSpPr>
        <p:spPr>
          <a:ln/>
        </p:spPr>
      </p:sp>
      <p:sp>
        <p:nvSpPr>
          <p:cNvPr id="15363" name="슬라이드 노트 개체 틀 2">
            <a:extLst>
              <a:ext uri="{FF2B5EF4-FFF2-40B4-BE49-F238E27FC236}">
                <a16:creationId xmlns:a16="http://schemas.microsoft.com/office/drawing/2014/main" id="{A43DDCCE-3D82-3256-40AB-B1B7C309DA83}"/>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ko-KR" altLang="en-US">
              <a:latin typeface="굴림" panose="020B0600000101010101" pitchFamily="34" charset="-127"/>
              <a:ea typeface="굴림" panose="020B0600000101010101" pitchFamily="34" charset="-127"/>
            </a:endParaRPr>
          </a:p>
        </p:txBody>
      </p:sp>
      <p:sp>
        <p:nvSpPr>
          <p:cNvPr id="15364" name="슬라이드 번호 개체 틀 3">
            <a:extLst>
              <a:ext uri="{FF2B5EF4-FFF2-40B4-BE49-F238E27FC236}">
                <a16:creationId xmlns:a16="http://schemas.microsoft.com/office/drawing/2014/main" id="{7ACA2055-1151-1FBB-DBF6-0E8807979A24}"/>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77F14A89-9DBA-43D4-9C4F-234D6F7037AA}" type="slidenum">
              <a:rPr lang="en-US" altLang="ko-KR" smtClean="0">
                <a:latin typeface="굴림" panose="020B0600000101010101" pitchFamily="34" charset="-127"/>
              </a:rPr>
              <a:pPr/>
              <a:t>1</a:t>
            </a:fld>
            <a:endParaRPr lang="en-US" altLang="ko-KR">
              <a:latin typeface="굴림" panose="020B0600000101010101" pitchFamily="34" charset="-127"/>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슬라이드 이미지 개체 틀 1">
            <a:extLst>
              <a:ext uri="{FF2B5EF4-FFF2-40B4-BE49-F238E27FC236}">
                <a16:creationId xmlns:a16="http://schemas.microsoft.com/office/drawing/2014/main" id="{1FA1F349-8365-5876-95BB-C4A58BDE2371}"/>
              </a:ext>
            </a:extLst>
          </p:cNvPr>
          <p:cNvSpPr>
            <a:spLocks noGrp="1" noRot="1" noChangeAspect="1" noChangeArrowheads="1" noTextEdit="1"/>
          </p:cNvSpPr>
          <p:nvPr>
            <p:ph type="sldImg"/>
          </p:nvPr>
        </p:nvSpPr>
        <p:spPr>
          <a:ln/>
        </p:spPr>
      </p:sp>
      <p:sp>
        <p:nvSpPr>
          <p:cNvPr id="17411" name="슬라이드 노트 개체 틀 2">
            <a:extLst>
              <a:ext uri="{FF2B5EF4-FFF2-40B4-BE49-F238E27FC236}">
                <a16:creationId xmlns:a16="http://schemas.microsoft.com/office/drawing/2014/main" id="{5247ABD7-A664-CD11-BB12-B45E7CAC3F4B}"/>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17412" name="슬라이드 번호 개체 틀 3">
            <a:extLst>
              <a:ext uri="{FF2B5EF4-FFF2-40B4-BE49-F238E27FC236}">
                <a16:creationId xmlns:a16="http://schemas.microsoft.com/office/drawing/2014/main" id="{0385C190-55EE-39FC-E221-30229509394C}"/>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18D84AC4-8DA0-47BD-9CD9-97318F05F58F}" type="slidenum">
              <a:rPr lang="en-US" altLang="ko-KR" smtClean="0">
                <a:latin typeface="굴림" panose="020B0600000101010101" pitchFamily="34" charset="-127"/>
              </a:rPr>
              <a:pPr/>
              <a:t>2</a:t>
            </a:fld>
            <a:endParaRPr lang="en-US" altLang="ko-KR">
              <a:latin typeface="굴림" panose="020B0600000101010101" pitchFamily="34" charset="-127"/>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슬라이드 이미지 개체 틀 1">
            <a:extLst>
              <a:ext uri="{FF2B5EF4-FFF2-40B4-BE49-F238E27FC236}">
                <a16:creationId xmlns:a16="http://schemas.microsoft.com/office/drawing/2014/main" id="{2A9BA058-F2EA-6777-31E1-F05CFE225EFB}"/>
              </a:ext>
            </a:extLst>
          </p:cNvPr>
          <p:cNvSpPr>
            <a:spLocks noGrp="1" noRot="1" noChangeAspect="1" noChangeArrowheads="1" noTextEdit="1"/>
          </p:cNvSpPr>
          <p:nvPr>
            <p:ph type="sldImg"/>
          </p:nvPr>
        </p:nvSpPr>
        <p:spPr>
          <a:ln/>
        </p:spPr>
      </p:sp>
      <p:sp>
        <p:nvSpPr>
          <p:cNvPr id="19459" name="슬라이드 노트 개체 틀 2">
            <a:extLst>
              <a:ext uri="{FF2B5EF4-FFF2-40B4-BE49-F238E27FC236}">
                <a16:creationId xmlns:a16="http://schemas.microsoft.com/office/drawing/2014/main" id="{E2DA1AE5-C6E8-FC85-FD22-CEC1B8A56EC6}"/>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19460" name="슬라이드 번호 개체 틀 3">
            <a:extLst>
              <a:ext uri="{FF2B5EF4-FFF2-40B4-BE49-F238E27FC236}">
                <a16:creationId xmlns:a16="http://schemas.microsoft.com/office/drawing/2014/main" id="{3EC4811E-B184-F7DE-B1DE-5B63701B148A}"/>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298D2470-5B80-49E2-95E0-9C117CC54F82}" type="slidenum">
              <a:rPr lang="en-US" altLang="ko-KR" smtClean="0">
                <a:latin typeface="굴림" panose="020B0600000101010101" pitchFamily="34" charset="-127"/>
              </a:rPr>
              <a:pPr/>
              <a:t>3</a:t>
            </a:fld>
            <a:endParaRPr lang="en-US" altLang="ko-KR">
              <a:latin typeface="굴림" panose="020B0600000101010101" pitchFamily="34" charset="-127"/>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506" name="Rectangle 7">
            <a:extLst>
              <a:ext uri="{FF2B5EF4-FFF2-40B4-BE49-F238E27FC236}">
                <a16:creationId xmlns:a16="http://schemas.microsoft.com/office/drawing/2014/main" id="{FF6E2E00-A90D-B544-1ADA-64F5DFD37791}"/>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lstStyle>
            <a:lvl1pPr>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1pPr>
            <a:lvl2pPr marL="742950" indent="-285750">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2pPr>
            <a:lvl3pPr marL="1143000" indent="-228600">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3pPr>
            <a:lvl4pPr marL="1600200" indent="-228600">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4pPr>
            <a:lvl5pPr marL="2057400" indent="-228600">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9pPr>
          </a:lstStyle>
          <a:p>
            <a:fld id="{6B58C9DA-DFB6-456A-B42A-733401D97EE4}" type="slidenum">
              <a:rPr lang="en-US" altLang="ru-RU" smtClean="0">
                <a:solidFill>
                  <a:srgbClr val="000000"/>
                </a:solidFill>
                <a:latin typeface="굴림" panose="020B0600000101010101" pitchFamily="34" charset="-127"/>
              </a:rPr>
              <a:pPr/>
              <a:t>4</a:t>
            </a:fld>
            <a:endParaRPr lang="en-US" altLang="ru-RU">
              <a:solidFill>
                <a:srgbClr val="000000"/>
              </a:solidFill>
              <a:latin typeface="굴림" panose="020B0600000101010101" pitchFamily="34" charset="-127"/>
            </a:endParaRPr>
          </a:p>
        </p:txBody>
      </p:sp>
      <p:sp>
        <p:nvSpPr>
          <p:cNvPr id="21507" name="Rectangle 1">
            <a:extLst>
              <a:ext uri="{FF2B5EF4-FFF2-40B4-BE49-F238E27FC236}">
                <a16:creationId xmlns:a16="http://schemas.microsoft.com/office/drawing/2014/main" id="{18E0A7CB-588B-F9D8-984D-547CBDCF47BF}"/>
              </a:ext>
            </a:extLst>
          </p:cNvPr>
          <p:cNvSpPr>
            <a:spLocks noChangeArrowheads="1" noTextEdit="1"/>
          </p:cNvSpPr>
          <p:nvPr>
            <p:ph type="sldImg"/>
          </p:nvPr>
        </p:nvSpPr>
        <p:spPr>
          <a:solidFill>
            <a:srgbClr val="FFFFFF"/>
          </a:solidFill>
          <a:ln/>
        </p:spPr>
      </p:sp>
      <p:sp>
        <p:nvSpPr>
          <p:cNvPr id="21508" name="Text Box 2">
            <a:extLst>
              <a:ext uri="{FF2B5EF4-FFF2-40B4-BE49-F238E27FC236}">
                <a16:creationId xmlns:a16="http://schemas.microsoft.com/office/drawing/2014/main" id="{73B05C8F-CF19-9DC3-D892-26EA6A485AC2}"/>
              </a:ext>
            </a:extLst>
          </p:cNvPr>
          <p:cNvSpPr txBox="1">
            <a:spLocks noChangeArrowheads="1"/>
          </p:cNvSpPr>
          <p:nvPr/>
        </p:nvSpPr>
        <p:spPr bwMode="auto">
          <a:xfrm>
            <a:off x="685800" y="4343400"/>
            <a:ext cx="5486400"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anchor="ct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endParaRPr lang="uk-UA" altLang="ru-RU"/>
          </a:p>
        </p:txBody>
      </p:sp>
      <p:sp>
        <p:nvSpPr>
          <p:cNvPr id="21509" name="Text Box 3">
            <a:extLst>
              <a:ext uri="{FF2B5EF4-FFF2-40B4-BE49-F238E27FC236}">
                <a16:creationId xmlns:a16="http://schemas.microsoft.com/office/drawing/2014/main" id="{BEC9D489-D133-704A-D3FC-EEB1423B1469}"/>
              </a:ext>
            </a:extLst>
          </p:cNvPr>
          <p:cNvSpPr txBox="1">
            <a:spLocks noChangeArrowheads="1"/>
          </p:cNvSpPr>
          <p:nvPr/>
        </p:nvSpPr>
        <p:spPr bwMode="auto">
          <a:xfrm>
            <a:off x="3884613" y="8685213"/>
            <a:ext cx="2971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000" tIns="46800" rIns="90000" bIns="46800" anchor="b"/>
          <a:lstStyle>
            <a:lvl1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1pPr>
            <a:lvl2pPr marL="742950" indent="-28575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2pPr>
            <a:lvl3pPr marL="1143000" indent="-22860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3pPr>
            <a:lvl4pPr marL="1600200" indent="-22860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4pPr>
            <a:lvl5pPr marL="2057400" indent="-22860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9pPr>
          </a:lstStyle>
          <a:p>
            <a:pPr algn="r" eaLnBrk="1" hangingPunct="1"/>
            <a:fld id="{241ABE2E-AF6A-4058-95CA-64A81289BAC6}" type="slidenum">
              <a:rPr lang="en-US" altLang="ru-RU" sz="1200">
                <a:solidFill>
                  <a:srgbClr val="000000"/>
                </a:solidFill>
                <a:latin typeface="굴림" panose="020B0600000101010101" pitchFamily="34" charset="-127"/>
              </a:rPr>
              <a:pPr algn="r" eaLnBrk="1" hangingPunct="1"/>
              <a:t>4</a:t>
            </a:fld>
            <a:endParaRPr lang="en-US" altLang="ru-RU" sz="1200">
              <a:solidFill>
                <a:srgbClr val="000000"/>
              </a:solidFill>
              <a:latin typeface="굴림" panose="020B0600000101010101" pitchFamily="34" charset="-127"/>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슬라이드 이미지 개체 틀 1">
            <a:extLst>
              <a:ext uri="{FF2B5EF4-FFF2-40B4-BE49-F238E27FC236}">
                <a16:creationId xmlns:a16="http://schemas.microsoft.com/office/drawing/2014/main" id="{7FBDBFC8-A65C-FF91-74D0-22E883547AA3}"/>
              </a:ext>
            </a:extLst>
          </p:cNvPr>
          <p:cNvSpPr>
            <a:spLocks noGrp="1" noRot="1" noChangeAspect="1" noChangeArrowheads="1" noTextEdit="1"/>
          </p:cNvSpPr>
          <p:nvPr>
            <p:ph type="sldImg"/>
          </p:nvPr>
        </p:nvSpPr>
        <p:spPr>
          <a:ln/>
        </p:spPr>
      </p:sp>
      <p:sp>
        <p:nvSpPr>
          <p:cNvPr id="23555" name="슬라이드 노트 개체 틀 2">
            <a:extLst>
              <a:ext uri="{FF2B5EF4-FFF2-40B4-BE49-F238E27FC236}">
                <a16:creationId xmlns:a16="http://schemas.microsoft.com/office/drawing/2014/main" id="{D08BFE5E-863B-DFF5-05C0-70B33E5B071A}"/>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23556" name="슬라이드 번호 개체 틀 3">
            <a:extLst>
              <a:ext uri="{FF2B5EF4-FFF2-40B4-BE49-F238E27FC236}">
                <a16:creationId xmlns:a16="http://schemas.microsoft.com/office/drawing/2014/main" id="{093525FB-332B-B01D-1C6F-4472460185CF}"/>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83E3FE70-D870-42AF-A4FC-9792E43C2626}" type="slidenum">
              <a:rPr lang="en-US" altLang="ko-KR" smtClean="0">
                <a:latin typeface="굴림" panose="020B0600000101010101" pitchFamily="34" charset="-127"/>
              </a:rPr>
              <a:pPr/>
              <a:t>5</a:t>
            </a:fld>
            <a:endParaRPr lang="en-US" altLang="ko-KR">
              <a:latin typeface="굴림" panose="020B0600000101010101" pitchFamily="34" charset="-127"/>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슬라이드 이미지 개체 틀 1">
            <a:extLst>
              <a:ext uri="{FF2B5EF4-FFF2-40B4-BE49-F238E27FC236}">
                <a16:creationId xmlns:a16="http://schemas.microsoft.com/office/drawing/2014/main" id="{35E1DB40-211A-369B-4EBA-B5BAC5FA06D1}"/>
              </a:ext>
            </a:extLst>
          </p:cNvPr>
          <p:cNvSpPr>
            <a:spLocks noGrp="1" noRot="1" noChangeAspect="1" noChangeArrowheads="1" noTextEdit="1"/>
          </p:cNvSpPr>
          <p:nvPr>
            <p:ph type="sldImg"/>
          </p:nvPr>
        </p:nvSpPr>
        <p:spPr>
          <a:ln/>
        </p:spPr>
      </p:sp>
      <p:sp>
        <p:nvSpPr>
          <p:cNvPr id="25603" name="슬라이드 노트 개체 틀 2">
            <a:extLst>
              <a:ext uri="{FF2B5EF4-FFF2-40B4-BE49-F238E27FC236}">
                <a16:creationId xmlns:a16="http://schemas.microsoft.com/office/drawing/2014/main" id="{B1132FDC-6177-7EFB-9D11-0687173F565A}"/>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25604" name="슬라이드 번호 개체 틀 3">
            <a:extLst>
              <a:ext uri="{FF2B5EF4-FFF2-40B4-BE49-F238E27FC236}">
                <a16:creationId xmlns:a16="http://schemas.microsoft.com/office/drawing/2014/main" id="{CD75E2F6-C895-883B-1C51-C237DF4BC63C}"/>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8011D944-B333-4B21-9D3D-57720A7FB62C}" type="slidenum">
              <a:rPr lang="en-US" altLang="ko-KR" smtClean="0">
                <a:latin typeface="굴림" panose="020B0600000101010101" pitchFamily="34" charset="-127"/>
              </a:rPr>
              <a:pPr/>
              <a:t>6</a:t>
            </a:fld>
            <a:endParaRPr lang="en-US" altLang="ko-KR">
              <a:latin typeface="굴림" panose="020B0600000101010101" pitchFamily="34" charset="-127"/>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슬라이드 이미지 개체 틀 1">
            <a:extLst>
              <a:ext uri="{FF2B5EF4-FFF2-40B4-BE49-F238E27FC236}">
                <a16:creationId xmlns:a16="http://schemas.microsoft.com/office/drawing/2014/main" id="{C0802B6C-F326-2CF6-BAE6-48FA5FDAE9F7}"/>
              </a:ext>
            </a:extLst>
          </p:cNvPr>
          <p:cNvSpPr>
            <a:spLocks noGrp="1" noRot="1" noChangeAspect="1" noChangeArrowheads="1" noTextEdit="1"/>
          </p:cNvSpPr>
          <p:nvPr>
            <p:ph type="sldImg"/>
          </p:nvPr>
        </p:nvSpPr>
        <p:spPr>
          <a:ln/>
        </p:spPr>
      </p:sp>
      <p:sp>
        <p:nvSpPr>
          <p:cNvPr id="27651" name="슬라이드 노트 개체 틀 2">
            <a:extLst>
              <a:ext uri="{FF2B5EF4-FFF2-40B4-BE49-F238E27FC236}">
                <a16:creationId xmlns:a16="http://schemas.microsoft.com/office/drawing/2014/main" id="{629F316D-4AB0-B10B-156E-A773087330BD}"/>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27652" name="슬라이드 번호 개체 틀 3">
            <a:extLst>
              <a:ext uri="{FF2B5EF4-FFF2-40B4-BE49-F238E27FC236}">
                <a16:creationId xmlns:a16="http://schemas.microsoft.com/office/drawing/2014/main" id="{E6BC9963-0E4B-D717-30C8-0B0925413056}"/>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A5E76ADB-98DC-4B0B-819E-311B455B895B}" type="slidenum">
              <a:rPr lang="en-US" altLang="ko-KR" smtClean="0">
                <a:latin typeface="굴림" panose="020B0600000101010101" pitchFamily="34" charset="-127"/>
              </a:rPr>
              <a:pPr/>
              <a:t>7</a:t>
            </a:fld>
            <a:endParaRPr lang="en-US" altLang="ko-KR">
              <a:latin typeface="굴림" panose="020B0600000101010101" pitchFamily="34" charset="-127"/>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슬라이드 이미지 개체 틀 1">
            <a:extLst>
              <a:ext uri="{FF2B5EF4-FFF2-40B4-BE49-F238E27FC236}">
                <a16:creationId xmlns:a16="http://schemas.microsoft.com/office/drawing/2014/main" id="{AF6B2F44-EC2A-EBE0-1B42-CF7D62A09348}"/>
              </a:ext>
            </a:extLst>
          </p:cNvPr>
          <p:cNvSpPr>
            <a:spLocks noGrp="1" noRot="1" noChangeAspect="1" noChangeArrowheads="1" noTextEdit="1"/>
          </p:cNvSpPr>
          <p:nvPr>
            <p:ph type="sldImg"/>
          </p:nvPr>
        </p:nvSpPr>
        <p:spPr>
          <a:ln/>
        </p:spPr>
      </p:sp>
      <p:sp>
        <p:nvSpPr>
          <p:cNvPr id="29699" name="슬라이드 노트 개체 틀 2">
            <a:extLst>
              <a:ext uri="{FF2B5EF4-FFF2-40B4-BE49-F238E27FC236}">
                <a16:creationId xmlns:a16="http://schemas.microsoft.com/office/drawing/2014/main" id="{708EAAE7-78E0-B7A1-9CA7-E87FC5174A20}"/>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29700" name="슬라이드 번호 개체 틀 3">
            <a:extLst>
              <a:ext uri="{FF2B5EF4-FFF2-40B4-BE49-F238E27FC236}">
                <a16:creationId xmlns:a16="http://schemas.microsoft.com/office/drawing/2014/main" id="{113AF0B3-24B4-4193-3C4F-CFF38AADD144}"/>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8730BD7B-2831-48A0-864F-06022C1A7CB5}" type="slidenum">
              <a:rPr lang="en-US" altLang="ko-KR" smtClean="0">
                <a:latin typeface="굴림" panose="020B0600000101010101" pitchFamily="34" charset="-127"/>
              </a:rPr>
              <a:pPr/>
              <a:t>8</a:t>
            </a:fld>
            <a:endParaRPr lang="en-US" altLang="ko-KR">
              <a:latin typeface="굴림" panose="020B0600000101010101" pitchFamily="34" charset="-127"/>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A18FABE6-C5B0-EFF9-D0F3-C8E8D4BAE78A}"/>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D12025BD-443F-7222-9B05-5100504AFAB3}"/>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53FAB899-E8A5-87AC-C143-AD6DA28EDDEA}"/>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2122DFA8-DD8A-4814-9CBB-87406A96D32C}" type="slidenum">
              <a:rPr lang="en-US" altLang="ko-KR" smtClean="0">
                <a:latin typeface="굴림" panose="020B0600000101010101" pitchFamily="34" charset="-127"/>
              </a:rPr>
              <a:pPr/>
              <a:t>9</a:t>
            </a:fld>
            <a:endParaRPr lang="en-US" altLang="ko-KR">
              <a:latin typeface="굴림" panose="020B0600000101010101" pitchFamily="34" charset="-127"/>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A18FABE6-C5B0-EFF9-D0F3-C8E8D4BAE78A}"/>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D12025BD-443F-7222-9B05-5100504AFAB3}"/>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53FAB899-E8A5-87AC-C143-AD6DA28EDDEA}"/>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2122DFA8-DD8A-4814-9CBB-87406A96D32C}" type="slidenum">
              <a:rPr lang="en-US" altLang="ko-KR" smtClean="0">
                <a:latin typeface="굴림" panose="020B0600000101010101" pitchFamily="34" charset="-127"/>
              </a:rPr>
              <a:pPr/>
              <a:t>10</a:t>
            </a:fld>
            <a:endParaRPr lang="en-US" altLang="ko-KR">
              <a:latin typeface="굴림" panose="020B0600000101010101" pitchFamily="34" charset="-127"/>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A18FABE6-C5B0-EFF9-D0F3-C8E8D4BAE78A}"/>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D12025BD-443F-7222-9B05-5100504AFAB3}"/>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53FAB899-E8A5-87AC-C143-AD6DA28EDDEA}"/>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2122DFA8-DD8A-4814-9CBB-87406A96D32C}" type="slidenum">
              <a:rPr lang="en-US" altLang="ko-KR" smtClean="0">
                <a:latin typeface="굴림" panose="020B0600000101010101" pitchFamily="34" charset="-127"/>
              </a:rPr>
              <a:pPr/>
              <a:t>11</a:t>
            </a:fld>
            <a:endParaRPr lang="en-US" altLang="ko-KR">
              <a:latin typeface="굴림" panose="020B0600000101010101" pitchFamily="34" charset="-127"/>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A18FABE6-C5B0-EFF9-D0F3-C8E8D4BAE78A}"/>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D12025BD-443F-7222-9B05-5100504AFAB3}"/>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53FAB899-E8A5-87AC-C143-AD6DA28EDDEA}"/>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2122DFA8-DD8A-4814-9CBB-87406A96D32C}" type="slidenum">
              <a:rPr lang="en-US" altLang="ko-KR" smtClean="0">
                <a:latin typeface="굴림" panose="020B0600000101010101" pitchFamily="34" charset="-127"/>
              </a:rPr>
              <a:pPr/>
              <a:t>12</a:t>
            </a:fld>
            <a:endParaRPr lang="en-US" altLang="ko-KR">
              <a:latin typeface="굴림" panose="020B0600000101010101" pitchFamily="34" charset="-127"/>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A18FABE6-C5B0-EFF9-D0F3-C8E8D4BAE78A}"/>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D12025BD-443F-7222-9B05-5100504AFAB3}"/>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53FAB899-E8A5-87AC-C143-AD6DA28EDDEA}"/>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2122DFA8-DD8A-4814-9CBB-87406A96D32C}" type="slidenum">
              <a:rPr lang="en-US" altLang="ko-KR" smtClean="0">
                <a:latin typeface="굴림" panose="020B0600000101010101" pitchFamily="34" charset="-127"/>
              </a:rPr>
              <a:pPr/>
              <a:t>13</a:t>
            </a:fld>
            <a:endParaRPr lang="en-US" altLang="ko-KR">
              <a:latin typeface="굴림" panose="020B0600000101010101" pitchFamily="34" charset="-127"/>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A18FABE6-C5B0-EFF9-D0F3-C8E8D4BAE78A}"/>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D12025BD-443F-7222-9B05-5100504AFAB3}"/>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53FAB899-E8A5-87AC-C143-AD6DA28EDDEA}"/>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2122DFA8-DD8A-4814-9CBB-87406A96D32C}" type="slidenum">
              <a:rPr lang="en-US" altLang="ko-KR" smtClean="0">
                <a:latin typeface="굴림" panose="020B0600000101010101" pitchFamily="34" charset="-127"/>
              </a:rPr>
              <a:pPr/>
              <a:t>14</a:t>
            </a:fld>
            <a:endParaRPr lang="en-US" altLang="ko-KR">
              <a:latin typeface="굴림" panose="020B0600000101010101" pitchFamily="34" charset="-127"/>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A18FABE6-C5B0-EFF9-D0F3-C8E8D4BAE78A}"/>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D12025BD-443F-7222-9B05-5100504AFAB3}"/>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53FAB899-E8A5-87AC-C143-AD6DA28EDDEA}"/>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2122DFA8-DD8A-4814-9CBB-87406A96D32C}" type="slidenum">
              <a:rPr lang="en-US" altLang="ko-KR" smtClean="0">
                <a:latin typeface="굴림" panose="020B0600000101010101" pitchFamily="34" charset="-127"/>
              </a:rPr>
              <a:pPr/>
              <a:t>15</a:t>
            </a:fld>
            <a:endParaRPr lang="en-US" altLang="ko-KR">
              <a:latin typeface="굴림" panose="020B0600000101010101" pitchFamily="34" charset="-127"/>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A18FABE6-C5B0-EFF9-D0F3-C8E8D4BAE78A}"/>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D12025BD-443F-7222-9B05-5100504AFAB3}"/>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53FAB899-E8A5-87AC-C143-AD6DA28EDDEA}"/>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2122DFA8-DD8A-4814-9CBB-87406A96D32C}" type="slidenum">
              <a:rPr lang="en-US" altLang="ko-KR" smtClean="0">
                <a:latin typeface="굴림" panose="020B0600000101010101" pitchFamily="34" charset="-127"/>
              </a:rPr>
              <a:pPr/>
              <a:t>16</a:t>
            </a:fld>
            <a:endParaRPr lang="en-US" altLang="ko-KR">
              <a:latin typeface="굴림" panose="020B0600000101010101" pitchFamily="34" charset="-127"/>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A18FABE6-C5B0-EFF9-D0F3-C8E8D4BAE78A}"/>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D12025BD-443F-7222-9B05-5100504AFAB3}"/>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53FAB899-E8A5-87AC-C143-AD6DA28EDDEA}"/>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2122DFA8-DD8A-4814-9CBB-87406A96D32C}" type="slidenum">
              <a:rPr lang="en-US" altLang="ko-KR" smtClean="0">
                <a:latin typeface="굴림" panose="020B0600000101010101" pitchFamily="34" charset="-127"/>
              </a:rPr>
              <a:pPr/>
              <a:t>17</a:t>
            </a:fld>
            <a:endParaRPr lang="en-US" altLang="ko-KR">
              <a:latin typeface="굴림" panose="020B0600000101010101" pitchFamily="34" charset="-127"/>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A18FABE6-C5B0-EFF9-D0F3-C8E8D4BAE78A}"/>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D12025BD-443F-7222-9B05-5100504AFAB3}"/>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53FAB899-E8A5-87AC-C143-AD6DA28EDDEA}"/>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2122DFA8-DD8A-4814-9CBB-87406A96D32C}" type="slidenum">
              <a:rPr lang="en-US" altLang="ko-KR" smtClean="0">
                <a:latin typeface="굴림" panose="020B0600000101010101" pitchFamily="34" charset="-127"/>
              </a:rPr>
              <a:pPr/>
              <a:t>18</a:t>
            </a:fld>
            <a:endParaRPr lang="en-US" altLang="ko-KR">
              <a:latin typeface="굴림" panose="020B0600000101010101" pitchFamily="34" charset="-127"/>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A18FABE6-C5B0-EFF9-D0F3-C8E8D4BAE78A}"/>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D12025BD-443F-7222-9B05-5100504AFAB3}"/>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53FAB899-E8A5-87AC-C143-AD6DA28EDDEA}"/>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2122DFA8-DD8A-4814-9CBB-87406A96D32C}" type="slidenum">
              <a:rPr lang="en-US" altLang="ko-KR" smtClean="0">
                <a:latin typeface="굴림" panose="020B0600000101010101" pitchFamily="34" charset="-127"/>
              </a:rPr>
              <a:pPr/>
              <a:t>19</a:t>
            </a:fld>
            <a:endParaRPr lang="en-US" altLang="ko-KR">
              <a:latin typeface="굴림" panose="020B0600000101010101" pitchFamily="34" charset="-127"/>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슬라이드 이미지 개체 틀 1">
            <a:extLst>
              <a:ext uri="{FF2B5EF4-FFF2-40B4-BE49-F238E27FC236}">
                <a16:creationId xmlns:a16="http://schemas.microsoft.com/office/drawing/2014/main" id="{329A21FF-B077-90A6-D3ED-00209591E8D2}"/>
              </a:ext>
            </a:extLst>
          </p:cNvPr>
          <p:cNvSpPr>
            <a:spLocks noGrp="1" noRot="1" noChangeAspect="1" noChangeArrowheads="1" noTextEdit="1"/>
          </p:cNvSpPr>
          <p:nvPr>
            <p:ph type="sldImg"/>
          </p:nvPr>
        </p:nvSpPr>
        <p:spPr>
          <a:ln/>
        </p:spPr>
      </p:sp>
      <p:sp>
        <p:nvSpPr>
          <p:cNvPr id="37891" name="슬라이드 노트 개체 틀 2">
            <a:extLst>
              <a:ext uri="{FF2B5EF4-FFF2-40B4-BE49-F238E27FC236}">
                <a16:creationId xmlns:a16="http://schemas.microsoft.com/office/drawing/2014/main" id="{D2904334-F84D-B06F-355D-E3F56B56C763}"/>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7892" name="슬라이드 번호 개체 틀 3">
            <a:extLst>
              <a:ext uri="{FF2B5EF4-FFF2-40B4-BE49-F238E27FC236}">
                <a16:creationId xmlns:a16="http://schemas.microsoft.com/office/drawing/2014/main" id="{E5177543-F905-0B1B-8093-252F1E91B523}"/>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00F9C93F-927B-4B30-AFC5-028012EC7849}" type="slidenum">
              <a:rPr lang="en-US" altLang="ko-KR" smtClean="0">
                <a:latin typeface="굴림" panose="020B0600000101010101" pitchFamily="34" charset="-127"/>
              </a:rPr>
              <a:pPr/>
              <a:t>20</a:t>
            </a:fld>
            <a:endParaRPr lang="en-US" altLang="ko-KR">
              <a:latin typeface="굴림" panose="020B0600000101010101" pitchFamily="34" charset="-127"/>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슬라이드 이미지 개체 틀 1">
            <a:extLst>
              <a:ext uri="{FF2B5EF4-FFF2-40B4-BE49-F238E27FC236}">
                <a16:creationId xmlns:a16="http://schemas.microsoft.com/office/drawing/2014/main" id="{51BDD4DD-CFFB-229C-736D-BCD51E963B83}"/>
              </a:ext>
            </a:extLst>
          </p:cNvPr>
          <p:cNvSpPr>
            <a:spLocks noGrp="1" noRot="1" noChangeAspect="1" noChangeArrowheads="1" noTextEdit="1"/>
          </p:cNvSpPr>
          <p:nvPr>
            <p:ph type="sldImg"/>
          </p:nvPr>
        </p:nvSpPr>
        <p:spPr>
          <a:ln/>
        </p:spPr>
      </p:sp>
      <p:sp>
        <p:nvSpPr>
          <p:cNvPr id="39939" name="슬라이드 노트 개체 틀 2">
            <a:extLst>
              <a:ext uri="{FF2B5EF4-FFF2-40B4-BE49-F238E27FC236}">
                <a16:creationId xmlns:a16="http://schemas.microsoft.com/office/drawing/2014/main" id="{C4AA7BB3-29FE-C7D0-8B98-2A6DFAFA49D4}"/>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9940" name="슬라이드 번호 개체 틀 3">
            <a:extLst>
              <a:ext uri="{FF2B5EF4-FFF2-40B4-BE49-F238E27FC236}">
                <a16:creationId xmlns:a16="http://schemas.microsoft.com/office/drawing/2014/main" id="{1C90B56A-DD2D-173C-B248-2F6C9725D1B6}"/>
              </a:ext>
            </a:extLst>
          </p:cNvPr>
          <p:cNvSpPr txBox="1">
            <a:spLocks noGrp="1"/>
          </p:cNvSpPr>
          <p:nvPr/>
        </p:nvSpPr>
        <p:spPr bwMode="auto">
          <a:xfrm>
            <a:off x="3884613" y="8685213"/>
            <a:ext cx="2971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algn="r" eaLnBrk="1" latinLnBrk="1" hangingPunct="1"/>
            <a:fld id="{06C586DA-5F06-452C-B908-0B71EB44462C}" type="slidenum">
              <a:rPr kumimoji="1" lang="en-US" altLang="ko-KR" sz="1200">
                <a:latin typeface="굴림" panose="020B0600000101010101" pitchFamily="34" charset="-127"/>
              </a:rPr>
              <a:pPr algn="r" eaLnBrk="1" latinLnBrk="1" hangingPunct="1"/>
              <a:t>21</a:t>
            </a:fld>
            <a:endParaRPr kumimoji="1" lang="en-US" altLang="ko-KR" sz="1200">
              <a:latin typeface="굴림" panose="020B0600000101010101" pitchFamily="34" charset="-127"/>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슬라이드 이미지 개체 틀 1">
            <a:extLst>
              <a:ext uri="{FF2B5EF4-FFF2-40B4-BE49-F238E27FC236}">
                <a16:creationId xmlns:a16="http://schemas.microsoft.com/office/drawing/2014/main" id="{A22E504C-FD74-0885-5EA0-7F0F4E3C8AA4}"/>
              </a:ext>
            </a:extLst>
          </p:cNvPr>
          <p:cNvSpPr>
            <a:spLocks noGrp="1" noRot="1" noChangeAspect="1" noChangeArrowheads="1" noTextEdit="1"/>
          </p:cNvSpPr>
          <p:nvPr>
            <p:ph type="sldImg"/>
          </p:nvPr>
        </p:nvSpPr>
        <p:spPr>
          <a:ln/>
        </p:spPr>
      </p:sp>
      <p:sp>
        <p:nvSpPr>
          <p:cNvPr id="44035" name="슬라이드 노트 개체 틀 2">
            <a:extLst>
              <a:ext uri="{FF2B5EF4-FFF2-40B4-BE49-F238E27FC236}">
                <a16:creationId xmlns:a16="http://schemas.microsoft.com/office/drawing/2014/main" id="{F5ADEA2D-7DA5-B5BB-E30E-7D953D951E77}"/>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44036" name="슬라이드 번호 개체 틀 3">
            <a:extLst>
              <a:ext uri="{FF2B5EF4-FFF2-40B4-BE49-F238E27FC236}">
                <a16:creationId xmlns:a16="http://schemas.microsoft.com/office/drawing/2014/main" id="{1CD52E6C-923D-AF19-2F1A-B280D239CF53}"/>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30EE994C-3470-40CE-8BE7-99894893835A}" type="slidenum">
              <a:rPr lang="en-US" altLang="ko-KR" smtClean="0">
                <a:latin typeface="굴림" panose="020B0600000101010101" pitchFamily="34" charset="-127"/>
              </a:rPr>
              <a:pPr/>
              <a:t>22</a:t>
            </a:fld>
            <a:endParaRPr lang="en-US" altLang="ko-KR">
              <a:latin typeface="굴림" panose="020B0600000101010101" pitchFamily="34" charset="-127"/>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Contents Page">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F205F21F-5C5D-53F4-AD69-E9703544E331}"/>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AE16EFD5-E794-48A4-AAFF-4EA5D73B7109}"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sp>
        <p:nvSpPr>
          <p:cNvPr id="6" name="텍스트 개체 틀 18"/>
          <p:cNvSpPr>
            <a:spLocks noGrp="1"/>
          </p:cNvSpPr>
          <p:nvPr>
            <p:ph type="body" sz="quarter" idx="13"/>
          </p:nvPr>
        </p:nvSpPr>
        <p:spPr>
          <a:xfrm>
            <a:off x="344488" y="188640"/>
            <a:ext cx="7416824" cy="369332"/>
          </a:xfrm>
          <a:prstGeom prst="rect">
            <a:avLst/>
          </a:prstGeom>
          <a:noFill/>
          <a:ln w="9525">
            <a:noFill/>
            <a:miter lim="800000"/>
            <a:headEnd/>
            <a:tailEnd/>
          </a:ln>
        </p:spPr>
        <p:txBody>
          <a:bodyPr wrap="square">
            <a:spAutoFit/>
          </a:bodyPr>
          <a:lstStyle>
            <a:lvl1pPr algn="l" rtl="0" eaLnBrk="0" fontAlgn="base" hangingPunct="0">
              <a:spcBef>
                <a:spcPct val="50000"/>
              </a:spcBef>
              <a:spcAft>
                <a:spcPct val="0"/>
              </a:spcAft>
              <a:buNone/>
              <a:defRPr lang="ko-KR" altLang="en-US" sz="1800" b="1" kern="1200" dirty="0">
                <a:solidFill>
                  <a:schemeClr val="tx1"/>
                </a:solidFill>
                <a:latin typeface="맑은 고딕" pitchFamily="50" charset="-127"/>
                <a:ea typeface="맑은 고딕" pitchFamily="50" charset="-127"/>
                <a:cs typeface="+mn-cs"/>
              </a:defRPr>
            </a:lvl1pPr>
          </a:lstStyle>
          <a:p>
            <a:pPr lvl="0"/>
            <a:endParaRPr lang="ko-KR" altLang="en-US" dirty="0"/>
          </a:p>
        </p:txBody>
      </p:sp>
    </p:spTree>
    <p:extLst>
      <p:ext uri="{BB962C8B-B14F-4D97-AF65-F5344CB8AC3E}">
        <p14:creationId xmlns:p14="http://schemas.microsoft.com/office/powerpoint/2010/main" val="41928276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ubTitle / Logo">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8C3D3368-DA7E-D790-7894-5EE389484700}"/>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00EB111B-19A6-4E63-81A9-55ABE07C9D57}"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0302936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s Page">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16660F00-6D1B-ABCE-108B-66D80D3E3BED}"/>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2BAAB70A-6376-49EB-9636-1DDA911A5C64}"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pic>
        <p:nvPicPr>
          <p:cNvPr id="3" name="Picture 2" descr="C:\Users\a\Desktop\Rhyme A23610\01.Guide\03.[app_title]description\source\엘지로고_영문.jpg">
            <a:extLst>
              <a:ext uri="{FF2B5EF4-FFF2-40B4-BE49-F238E27FC236}">
                <a16:creationId xmlns:a16="http://schemas.microsoft.com/office/drawing/2014/main" id="{E0CC5F2B-82FC-5F63-9B50-6AB32D669A2E}"/>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28588" y="6488113"/>
            <a:ext cx="1728787"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5210954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E5974598-414D-A956-E8D1-8CC10C7CF8D0}"/>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FF530437-91BB-44E5-896A-7500446505BE}"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1023697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1238250" y="1122363"/>
            <a:ext cx="7429500" cy="2387600"/>
          </a:xfrm>
        </p:spPr>
        <p:txBody>
          <a:bodyPr anchor="b"/>
          <a:lstStyle>
            <a:lvl1pPr algn="ctr">
              <a:defRPr sz="6000"/>
            </a:lvl1pPr>
          </a:lstStyle>
          <a:p>
            <a:r>
              <a:rPr lang="ko-KR" altLang="en-US"/>
              <a:t>마스터 제목 스타일 편집</a:t>
            </a:r>
          </a:p>
        </p:txBody>
      </p:sp>
      <p:sp>
        <p:nvSpPr>
          <p:cNvPr id="3" name="부제목 2"/>
          <p:cNvSpPr>
            <a:spLocks noGrp="1"/>
          </p:cNvSpPr>
          <p:nvPr>
            <p:ph type="subTitle" idx="1"/>
          </p:nvPr>
        </p:nvSpPr>
        <p:spPr>
          <a:xfrm>
            <a:off x="1238250" y="3602038"/>
            <a:ext cx="74295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마스터 부제목 스타일 편집</a:t>
            </a:r>
          </a:p>
        </p:txBody>
      </p:sp>
      <p:sp>
        <p:nvSpPr>
          <p:cNvPr id="4" name="날짜 개체 틀 3">
            <a:extLst>
              <a:ext uri="{FF2B5EF4-FFF2-40B4-BE49-F238E27FC236}">
                <a16:creationId xmlns:a16="http://schemas.microsoft.com/office/drawing/2014/main" id="{4C4257BB-ED87-E138-7379-0E6CCFF0A745}"/>
              </a:ext>
            </a:extLst>
          </p:cNvPr>
          <p:cNvSpPr>
            <a:spLocks noGrp="1"/>
          </p:cNvSpPr>
          <p:nvPr>
            <p:ph type="dt" sz="half" idx="10"/>
          </p:nvPr>
        </p:nvSpPr>
        <p:spPr/>
        <p:txBody>
          <a:bodyPr/>
          <a:lstStyle>
            <a:lvl1pPr>
              <a:defRPr/>
            </a:lvl1pPr>
          </a:lstStyle>
          <a:p>
            <a:pPr>
              <a:defRPr/>
            </a:pPr>
            <a:fld id="{8F5DD1E9-B7D5-4895-825B-9D19849CAEBB}"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CFE98149-3F65-72A2-3250-BF11E460526E}"/>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AEB68113-EEBF-E5E4-BB01-EBBD046EB146}"/>
              </a:ext>
            </a:extLst>
          </p:cNvPr>
          <p:cNvSpPr>
            <a:spLocks noGrp="1"/>
          </p:cNvSpPr>
          <p:nvPr>
            <p:ph type="sldNum" sz="quarter" idx="12"/>
          </p:nvPr>
        </p:nvSpPr>
        <p:spPr/>
        <p:txBody>
          <a:bodyPr/>
          <a:lstStyle>
            <a:lvl1pPr>
              <a:defRPr/>
            </a:lvl1pPr>
          </a:lstStyle>
          <a:p>
            <a:pPr>
              <a:defRPr/>
            </a:pPr>
            <a:fld id="{EE847C2A-5278-4FB5-AC20-3CA3C76123F2}" type="slidenum">
              <a:rPr lang="ko-KR" altLang="en-US"/>
              <a:pPr>
                <a:defRPr/>
              </a:pPr>
              <a:t>‹#›</a:t>
            </a:fld>
            <a:endParaRPr lang="ko-KR" altLang="en-US"/>
          </a:p>
        </p:txBody>
      </p:sp>
    </p:spTree>
    <p:extLst>
      <p:ext uri="{BB962C8B-B14F-4D97-AF65-F5344CB8AC3E}">
        <p14:creationId xmlns:p14="http://schemas.microsoft.com/office/powerpoint/2010/main" val="1380837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75D5B629-58F7-4088-4DA3-409EEDEC03A0}"/>
              </a:ext>
            </a:extLst>
          </p:cNvPr>
          <p:cNvSpPr>
            <a:spLocks noGrp="1"/>
          </p:cNvSpPr>
          <p:nvPr>
            <p:ph type="dt" sz="half" idx="10"/>
          </p:nvPr>
        </p:nvSpPr>
        <p:spPr/>
        <p:txBody>
          <a:bodyPr/>
          <a:lstStyle>
            <a:lvl1pPr>
              <a:defRPr/>
            </a:lvl1pPr>
          </a:lstStyle>
          <a:p>
            <a:pPr>
              <a:defRPr/>
            </a:pPr>
            <a:fld id="{E56DC8A8-5C4C-4564-99D5-43AA71260190}"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5815E102-1BF6-84F4-A6AB-2E0BAFD741F8}"/>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2364C70F-0FFE-1DB5-8B26-FAE63BB13ED0}"/>
              </a:ext>
            </a:extLst>
          </p:cNvPr>
          <p:cNvSpPr>
            <a:spLocks noGrp="1"/>
          </p:cNvSpPr>
          <p:nvPr>
            <p:ph type="sldNum" sz="quarter" idx="12"/>
          </p:nvPr>
        </p:nvSpPr>
        <p:spPr/>
        <p:txBody>
          <a:bodyPr/>
          <a:lstStyle>
            <a:lvl1pPr>
              <a:defRPr/>
            </a:lvl1pPr>
          </a:lstStyle>
          <a:p>
            <a:pPr>
              <a:defRPr/>
            </a:pPr>
            <a:fld id="{BBAA263B-66A4-4373-8D8F-1908F7E95047}" type="slidenum">
              <a:rPr lang="ko-KR" altLang="en-US"/>
              <a:pPr>
                <a:defRPr/>
              </a:pPr>
              <a:t>‹#›</a:t>
            </a:fld>
            <a:endParaRPr lang="ko-KR" altLang="en-US"/>
          </a:p>
        </p:txBody>
      </p:sp>
    </p:spTree>
    <p:extLst>
      <p:ext uri="{BB962C8B-B14F-4D97-AF65-F5344CB8AC3E}">
        <p14:creationId xmlns:p14="http://schemas.microsoft.com/office/powerpoint/2010/main" val="29096781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676275" y="1709738"/>
            <a:ext cx="8543925" cy="2852737"/>
          </a:xfrm>
        </p:spPr>
        <p:txBody>
          <a:bodyPr anchor="b"/>
          <a:lstStyle>
            <a:lvl1pPr>
              <a:defRPr sz="6000"/>
            </a:lvl1pPr>
          </a:lstStyle>
          <a:p>
            <a:r>
              <a:rPr lang="ko-KR" altLang="en-US"/>
              <a:t>마스터 제목 스타일 편집</a:t>
            </a:r>
          </a:p>
        </p:txBody>
      </p:sp>
      <p:sp>
        <p:nvSpPr>
          <p:cNvPr id="3" name="텍스트 개체 틀 2"/>
          <p:cNvSpPr>
            <a:spLocks noGrp="1"/>
          </p:cNvSpPr>
          <p:nvPr>
            <p:ph type="body" idx="1"/>
          </p:nvPr>
        </p:nvSpPr>
        <p:spPr>
          <a:xfrm>
            <a:off x="676275" y="4589463"/>
            <a:ext cx="8543925"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편집합니다</a:t>
            </a:r>
          </a:p>
        </p:txBody>
      </p:sp>
      <p:sp>
        <p:nvSpPr>
          <p:cNvPr id="4" name="날짜 개체 틀 3">
            <a:extLst>
              <a:ext uri="{FF2B5EF4-FFF2-40B4-BE49-F238E27FC236}">
                <a16:creationId xmlns:a16="http://schemas.microsoft.com/office/drawing/2014/main" id="{0542AC28-ADEB-EC2F-7B04-E1E11D439FEB}"/>
              </a:ext>
            </a:extLst>
          </p:cNvPr>
          <p:cNvSpPr>
            <a:spLocks noGrp="1"/>
          </p:cNvSpPr>
          <p:nvPr>
            <p:ph type="dt" sz="half" idx="10"/>
          </p:nvPr>
        </p:nvSpPr>
        <p:spPr/>
        <p:txBody>
          <a:bodyPr/>
          <a:lstStyle>
            <a:lvl1pPr>
              <a:defRPr/>
            </a:lvl1pPr>
          </a:lstStyle>
          <a:p>
            <a:pPr>
              <a:defRPr/>
            </a:pPr>
            <a:fld id="{58459BA4-33A0-459D-A9EE-419827AB038D}"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48F8F804-DCD8-633A-2145-AE1C09CD0D0F}"/>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A6004099-40FF-C9F7-750B-2C7FACF981C5}"/>
              </a:ext>
            </a:extLst>
          </p:cNvPr>
          <p:cNvSpPr>
            <a:spLocks noGrp="1"/>
          </p:cNvSpPr>
          <p:nvPr>
            <p:ph type="sldNum" sz="quarter" idx="12"/>
          </p:nvPr>
        </p:nvSpPr>
        <p:spPr/>
        <p:txBody>
          <a:bodyPr/>
          <a:lstStyle>
            <a:lvl1pPr>
              <a:defRPr/>
            </a:lvl1pPr>
          </a:lstStyle>
          <a:p>
            <a:pPr>
              <a:defRPr/>
            </a:pPr>
            <a:fld id="{9ABB756B-C6FB-4F1F-A4DF-B1054BCAE69A}" type="slidenum">
              <a:rPr lang="ko-KR" altLang="en-US"/>
              <a:pPr>
                <a:defRPr/>
              </a:pPr>
              <a:t>‹#›</a:t>
            </a:fld>
            <a:endParaRPr lang="ko-KR" altLang="en-US"/>
          </a:p>
        </p:txBody>
      </p:sp>
    </p:spTree>
    <p:extLst>
      <p:ext uri="{BB962C8B-B14F-4D97-AF65-F5344CB8AC3E}">
        <p14:creationId xmlns:p14="http://schemas.microsoft.com/office/powerpoint/2010/main" val="13504168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681038" y="1825625"/>
            <a:ext cx="4195762"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5029200" y="1825625"/>
            <a:ext cx="4195763"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3">
            <a:extLst>
              <a:ext uri="{FF2B5EF4-FFF2-40B4-BE49-F238E27FC236}">
                <a16:creationId xmlns:a16="http://schemas.microsoft.com/office/drawing/2014/main" id="{E4D9A775-47AB-FCA8-515A-8B5B2455692C}"/>
              </a:ext>
            </a:extLst>
          </p:cNvPr>
          <p:cNvSpPr>
            <a:spLocks noGrp="1"/>
          </p:cNvSpPr>
          <p:nvPr>
            <p:ph type="dt" sz="half" idx="10"/>
          </p:nvPr>
        </p:nvSpPr>
        <p:spPr/>
        <p:txBody>
          <a:bodyPr/>
          <a:lstStyle>
            <a:lvl1pPr>
              <a:defRPr/>
            </a:lvl1pPr>
          </a:lstStyle>
          <a:p>
            <a:pPr>
              <a:defRPr/>
            </a:pPr>
            <a:fld id="{8EB4C3FC-267B-4391-A789-68E244B5C9DD}"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290848BA-52A0-A499-0258-E31DD4F8F3D4}"/>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04989A13-6440-322C-AFE9-DE4063DCDDE6}"/>
              </a:ext>
            </a:extLst>
          </p:cNvPr>
          <p:cNvSpPr>
            <a:spLocks noGrp="1"/>
          </p:cNvSpPr>
          <p:nvPr>
            <p:ph type="sldNum" sz="quarter" idx="12"/>
          </p:nvPr>
        </p:nvSpPr>
        <p:spPr/>
        <p:txBody>
          <a:bodyPr/>
          <a:lstStyle>
            <a:lvl1pPr>
              <a:defRPr/>
            </a:lvl1pPr>
          </a:lstStyle>
          <a:p>
            <a:pPr>
              <a:defRPr/>
            </a:pPr>
            <a:fld id="{39C67250-6DB1-40F9-8990-4FDA7BAE6846}" type="slidenum">
              <a:rPr lang="ko-KR" altLang="en-US"/>
              <a:pPr>
                <a:defRPr/>
              </a:pPr>
              <a:t>‹#›</a:t>
            </a:fld>
            <a:endParaRPr lang="ko-KR" altLang="en-US"/>
          </a:p>
        </p:txBody>
      </p:sp>
    </p:spTree>
    <p:extLst>
      <p:ext uri="{BB962C8B-B14F-4D97-AF65-F5344CB8AC3E}">
        <p14:creationId xmlns:p14="http://schemas.microsoft.com/office/powerpoint/2010/main" val="49403938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682625" y="365125"/>
            <a:ext cx="8543925" cy="1325563"/>
          </a:xfrm>
        </p:spPr>
        <p:txBody>
          <a:bodyPr/>
          <a:lstStyle/>
          <a:p>
            <a:r>
              <a:rPr lang="ko-KR" altLang="en-US"/>
              <a:t>마스터 제목 스타일 편집</a:t>
            </a:r>
          </a:p>
        </p:txBody>
      </p:sp>
      <p:sp>
        <p:nvSpPr>
          <p:cNvPr id="3" name="텍스트 개체 틀 2"/>
          <p:cNvSpPr>
            <a:spLocks noGrp="1"/>
          </p:cNvSpPr>
          <p:nvPr>
            <p:ph type="body" idx="1"/>
          </p:nvPr>
        </p:nvSpPr>
        <p:spPr>
          <a:xfrm>
            <a:off x="682625" y="1681163"/>
            <a:ext cx="419100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4" name="내용 개체 틀 3"/>
          <p:cNvSpPr>
            <a:spLocks noGrp="1"/>
          </p:cNvSpPr>
          <p:nvPr>
            <p:ph sz="half" idx="2"/>
          </p:nvPr>
        </p:nvSpPr>
        <p:spPr>
          <a:xfrm>
            <a:off x="682625" y="2505075"/>
            <a:ext cx="4191000"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5014913" y="1681163"/>
            <a:ext cx="42116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6" name="내용 개체 틀 5"/>
          <p:cNvSpPr>
            <a:spLocks noGrp="1"/>
          </p:cNvSpPr>
          <p:nvPr>
            <p:ph sz="quarter" idx="4"/>
          </p:nvPr>
        </p:nvSpPr>
        <p:spPr>
          <a:xfrm>
            <a:off x="5014913" y="2505075"/>
            <a:ext cx="4211637"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3">
            <a:extLst>
              <a:ext uri="{FF2B5EF4-FFF2-40B4-BE49-F238E27FC236}">
                <a16:creationId xmlns:a16="http://schemas.microsoft.com/office/drawing/2014/main" id="{9A4E9655-4E70-063C-EC01-F9FD1B694E7F}"/>
              </a:ext>
            </a:extLst>
          </p:cNvPr>
          <p:cNvSpPr>
            <a:spLocks noGrp="1"/>
          </p:cNvSpPr>
          <p:nvPr>
            <p:ph type="dt" sz="half" idx="10"/>
          </p:nvPr>
        </p:nvSpPr>
        <p:spPr/>
        <p:txBody>
          <a:bodyPr/>
          <a:lstStyle>
            <a:lvl1pPr>
              <a:defRPr/>
            </a:lvl1pPr>
          </a:lstStyle>
          <a:p>
            <a:pPr>
              <a:defRPr/>
            </a:pPr>
            <a:fld id="{03B1BB79-036C-42D4-B80B-4B9FE941971D}" type="datetimeFigureOut">
              <a:rPr lang="ko-KR" altLang="en-US"/>
              <a:pPr>
                <a:defRPr/>
              </a:pPr>
              <a:t>2026-10-10</a:t>
            </a:fld>
            <a:endParaRPr lang="ko-KR" altLang="en-US" dirty="0"/>
          </a:p>
        </p:txBody>
      </p:sp>
      <p:sp>
        <p:nvSpPr>
          <p:cNvPr id="8" name="바닥글 개체 틀 4">
            <a:extLst>
              <a:ext uri="{FF2B5EF4-FFF2-40B4-BE49-F238E27FC236}">
                <a16:creationId xmlns:a16="http://schemas.microsoft.com/office/drawing/2014/main" id="{20E79D8F-384B-1C2D-D639-4744CBA6930F}"/>
              </a:ext>
            </a:extLst>
          </p:cNvPr>
          <p:cNvSpPr>
            <a:spLocks noGrp="1"/>
          </p:cNvSpPr>
          <p:nvPr>
            <p:ph type="ftr" sz="quarter" idx="11"/>
          </p:nvPr>
        </p:nvSpPr>
        <p:spPr/>
        <p:txBody>
          <a:bodyPr/>
          <a:lstStyle>
            <a:lvl1pPr>
              <a:defRPr/>
            </a:lvl1pPr>
          </a:lstStyle>
          <a:p>
            <a:pPr>
              <a:defRPr/>
            </a:pPr>
            <a:endParaRPr lang="ko-KR" altLang="en-US"/>
          </a:p>
        </p:txBody>
      </p:sp>
      <p:sp>
        <p:nvSpPr>
          <p:cNvPr id="9" name="슬라이드 번호 개체 틀 5">
            <a:extLst>
              <a:ext uri="{FF2B5EF4-FFF2-40B4-BE49-F238E27FC236}">
                <a16:creationId xmlns:a16="http://schemas.microsoft.com/office/drawing/2014/main" id="{F24BB4BD-15EE-E355-9139-A278577CBB83}"/>
              </a:ext>
            </a:extLst>
          </p:cNvPr>
          <p:cNvSpPr>
            <a:spLocks noGrp="1"/>
          </p:cNvSpPr>
          <p:nvPr>
            <p:ph type="sldNum" sz="quarter" idx="12"/>
          </p:nvPr>
        </p:nvSpPr>
        <p:spPr/>
        <p:txBody>
          <a:bodyPr/>
          <a:lstStyle>
            <a:lvl1pPr>
              <a:defRPr/>
            </a:lvl1pPr>
          </a:lstStyle>
          <a:p>
            <a:pPr>
              <a:defRPr/>
            </a:pPr>
            <a:fld id="{B1F74E17-F2DD-42DC-89FD-C66C12B6067B}" type="slidenum">
              <a:rPr lang="ko-KR" altLang="en-US"/>
              <a:pPr>
                <a:defRPr/>
              </a:pPr>
              <a:t>‹#›</a:t>
            </a:fld>
            <a:endParaRPr lang="ko-KR" altLang="en-US"/>
          </a:p>
        </p:txBody>
      </p:sp>
    </p:spTree>
    <p:extLst>
      <p:ext uri="{BB962C8B-B14F-4D97-AF65-F5344CB8AC3E}">
        <p14:creationId xmlns:p14="http://schemas.microsoft.com/office/powerpoint/2010/main" val="32269876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3">
            <a:extLst>
              <a:ext uri="{FF2B5EF4-FFF2-40B4-BE49-F238E27FC236}">
                <a16:creationId xmlns:a16="http://schemas.microsoft.com/office/drawing/2014/main" id="{B840FB19-F691-1DDF-09BC-5728DBD2D290}"/>
              </a:ext>
            </a:extLst>
          </p:cNvPr>
          <p:cNvSpPr>
            <a:spLocks noGrp="1"/>
          </p:cNvSpPr>
          <p:nvPr>
            <p:ph type="dt" sz="half" idx="10"/>
          </p:nvPr>
        </p:nvSpPr>
        <p:spPr/>
        <p:txBody>
          <a:bodyPr/>
          <a:lstStyle>
            <a:lvl1pPr>
              <a:defRPr/>
            </a:lvl1pPr>
          </a:lstStyle>
          <a:p>
            <a:pPr>
              <a:defRPr/>
            </a:pPr>
            <a:fld id="{8ABB5041-5E2E-4D45-ABF2-8AFBE8426A67}" type="datetimeFigureOut">
              <a:rPr lang="ko-KR" altLang="en-US"/>
              <a:pPr>
                <a:defRPr/>
              </a:pPr>
              <a:t>2026-10-10</a:t>
            </a:fld>
            <a:endParaRPr lang="ko-KR" altLang="en-US" dirty="0"/>
          </a:p>
        </p:txBody>
      </p:sp>
      <p:sp>
        <p:nvSpPr>
          <p:cNvPr id="4" name="바닥글 개체 틀 4">
            <a:extLst>
              <a:ext uri="{FF2B5EF4-FFF2-40B4-BE49-F238E27FC236}">
                <a16:creationId xmlns:a16="http://schemas.microsoft.com/office/drawing/2014/main" id="{E5D115AA-C04D-42E1-87F8-467F8349A6B6}"/>
              </a:ext>
            </a:extLst>
          </p:cNvPr>
          <p:cNvSpPr>
            <a:spLocks noGrp="1"/>
          </p:cNvSpPr>
          <p:nvPr>
            <p:ph type="ftr" sz="quarter" idx="11"/>
          </p:nvPr>
        </p:nvSpPr>
        <p:spPr/>
        <p:txBody>
          <a:bodyPr/>
          <a:lstStyle>
            <a:lvl1pPr>
              <a:defRPr/>
            </a:lvl1pPr>
          </a:lstStyle>
          <a:p>
            <a:pPr>
              <a:defRPr/>
            </a:pPr>
            <a:endParaRPr lang="ko-KR" altLang="en-US"/>
          </a:p>
        </p:txBody>
      </p:sp>
      <p:sp>
        <p:nvSpPr>
          <p:cNvPr id="5" name="슬라이드 번호 개체 틀 5">
            <a:extLst>
              <a:ext uri="{FF2B5EF4-FFF2-40B4-BE49-F238E27FC236}">
                <a16:creationId xmlns:a16="http://schemas.microsoft.com/office/drawing/2014/main" id="{B4E40664-27ED-8818-E9EE-FC0CE999A323}"/>
              </a:ext>
            </a:extLst>
          </p:cNvPr>
          <p:cNvSpPr>
            <a:spLocks noGrp="1"/>
          </p:cNvSpPr>
          <p:nvPr>
            <p:ph type="sldNum" sz="quarter" idx="12"/>
          </p:nvPr>
        </p:nvSpPr>
        <p:spPr/>
        <p:txBody>
          <a:bodyPr/>
          <a:lstStyle>
            <a:lvl1pPr>
              <a:defRPr/>
            </a:lvl1pPr>
          </a:lstStyle>
          <a:p>
            <a:pPr>
              <a:defRPr/>
            </a:pPr>
            <a:fld id="{AB97EC64-A62B-428E-BFE6-83A14E51923D}" type="slidenum">
              <a:rPr lang="ko-KR" altLang="en-US"/>
              <a:pPr>
                <a:defRPr/>
              </a:pPr>
              <a:t>‹#›</a:t>
            </a:fld>
            <a:endParaRPr lang="ko-KR" altLang="en-US"/>
          </a:p>
        </p:txBody>
      </p:sp>
    </p:spTree>
    <p:extLst>
      <p:ext uri="{BB962C8B-B14F-4D97-AF65-F5344CB8AC3E}">
        <p14:creationId xmlns:p14="http://schemas.microsoft.com/office/powerpoint/2010/main" val="11544790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3">
            <a:extLst>
              <a:ext uri="{FF2B5EF4-FFF2-40B4-BE49-F238E27FC236}">
                <a16:creationId xmlns:a16="http://schemas.microsoft.com/office/drawing/2014/main" id="{F962BFB9-83AE-BDA0-64E5-ABE41FCF57B7}"/>
              </a:ext>
            </a:extLst>
          </p:cNvPr>
          <p:cNvSpPr>
            <a:spLocks noGrp="1"/>
          </p:cNvSpPr>
          <p:nvPr>
            <p:ph type="dt" sz="half" idx="10"/>
          </p:nvPr>
        </p:nvSpPr>
        <p:spPr/>
        <p:txBody>
          <a:bodyPr/>
          <a:lstStyle>
            <a:lvl1pPr>
              <a:defRPr/>
            </a:lvl1pPr>
          </a:lstStyle>
          <a:p>
            <a:pPr>
              <a:defRPr/>
            </a:pPr>
            <a:fld id="{4EB84DA2-F37F-4A13-8E44-EED0BCBF66F4}" type="datetimeFigureOut">
              <a:rPr lang="ko-KR" altLang="en-US"/>
              <a:pPr>
                <a:defRPr/>
              </a:pPr>
              <a:t>2026-10-10</a:t>
            </a:fld>
            <a:endParaRPr lang="ko-KR" altLang="en-US" dirty="0"/>
          </a:p>
        </p:txBody>
      </p:sp>
      <p:sp>
        <p:nvSpPr>
          <p:cNvPr id="3" name="바닥글 개체 틀 4">
            <a:extLst>
              <a:ext uri="{FF2B5EF4-FFF2-40B4-BE49-F238E27FC236}">
                <a16:creationId xmlns:a16="http://schemas.microsoft.com/office/drawing/2014/main" id="{11EB66A0-73ED-3B08-00BB-801657A4FEE0}"/>
              </a:ext>
            </a:extLst>
          </p:cNvPr>
          <p:cNvSpPr>
            <a:spLocks noGrp="1"/>
          </p:cNvSpPr>
          <p:nvPr>
            <p:ph type="ftr" sz="quarter" idx="11"/>
          </p:nvPr>
        </p:nvSpPr>
        <p:spPr/>
        <p:txBody>
          <a:bodyPr/>
          <a:lstStyle>
            <a:lvl1pPr>
              <a:defRPr/>
            </a:lvl1pPr>
          </a:lstStyle>
          <a:p>
            <a:pPr>
              <a:defRPr/>
            </a:pPr>
            <a:endParaRPr lang="ko-KR" altLang="en-US"/>
          </a:p>
        </p:txBody>
      </p:sp>
      <p:sp>
        <p:nvSpPr>
          <p:cNvPr id="4" name="슬라이드 번호 개체 틀 5">
            <a:extLst>
              <a:ext uri="{FF2B5EF4-FFF2-40B4-BE49-F238E27FC236}">
                <a16:creationId xmlns:a16="http://schemas.microsoft.com/office/drawing/2014/main" id="{A35C389F-C721-1F84-5BC6-AE2DF49EC9F6}"/>
              </a:ext>
            </a:extLst>
          </p:cNvPr>
          <p:cNvSpPr>
            <a:spLocks noGrp="1"/>
          </p:cNvSpPr>
          <p:nvPr>
            <p:ph type="sldNum" sz="quarter" idx="12"/>
          </p:nvPr>
        </p:nvSpPr>
        <p:spPr/>
        <p:txBody>
          <a:bodyPr/>
          <a:lstStyle>
            <a:lvl1pPr>
              <a:defRPr/>
            </a:lvl1pPr>
          </a:lstStyle>
          <a:p>
            <a:pPr>
              <a:defRPr/>
            </a:pPr>
            <a:fld id="{B502824F-1BA4-4856-8EFE-039E835FE8EB}" type="slidenum">
              <a:rPr lang="ko-KR" altLang="en-US"/>
              <a:pPr>
                <a:defRPr/>
              </a:pPr>
              <a:t>‹#›</a:t>
            </a:fld>
            <a:endParaRPr lang="ko-KR" altLang="en-US"/>
          </a:p>
        </p:txBody>
      </p:sp>
    </p:spTree>
    <p:extLst>
      <p:ext uri="{BB962C8B-B14F-4D97-AF65-F5344CB8AC3E}">
        <p14:creationId xmlns:p14="http://schemas.microsoft.com/office/powerpoint/2010/main" val="12892945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내용 개체 틀 2"/>
          <p:cNvSpPr>
            <a:spLocks noGrp="1"/>
          </p:cNvSpPr>
          <p:nvPr>
            <p:ph idx="1"/>
          </p:nvPr>
        </p:nvSpPr>
        <p:spPr>
          <a:xfrm>
            <a:off x="4211638" y="987425"/>
            <a:ext cx="5014912"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CE58A703-1F4F-3369-BB1A-997CCE93EC99}"/>
              </a:ext>
            </a:extLst>
          </p:cNvPr>
          <p:cNvSpPr>
            <a:spLocks noGrp="1"/>
          </p:cNvSpPr>
          <p:nvPr>
            <p:ph type="dt" sz="half" idx="10"/>
          </p:nvPr>
        </p:nvSpPr>
        <p:spPr/>
        <p:txBody>
          <a:bodyPr/>
          <a:lstStyle>
            <a:lvl1pPr>
              <a:defRPr/>
            </a:lvl1pPr>
          </a:lstStyle>
          <a:p>
            <a:pPr>
              <a:defRPr/>
            </a:pPr>
            <a:fld id="{C6A47436-7BFA-422B-AC14-9BDF1BAE7D1E}"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ABF76B4C-EF68-58FF-AB27-CC52B7A4554E}"/>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94713A55-A929-12B0-5A7E-998B06C52914}"/>
              </a:ext>
            </a:extLst>
          </p:cNvPr>
          <p:cNvSpPr>
            <a:spLocks noGrp="1"/>
          </p:cNvSpPr>
          <p:nvPr>
            <p:ph type="sldNum" sz="quarter" idx="12"/>
          </p:nvPr>
        </p:nvSpPr>
        <p:spPr/>
        <p:txBody>
          <a:bodyPr/>
          <a:lstStyle>
            <a:lvl1pPr>
              <a:defRPr/>
            </a:lvl1pPr>
          </a:lstStyle>
          <a:p>
            <a:pPr>
              <a:defRPr/>
            </a:pPr>
            <a:fld id="{F5285693-A4CB-4ECA-B4B3-1B2336214F0E}" type="slidenum">
              <a:rPr lang="ko-KR" altLang="en-US"/>
              <a:pPr>
                <a:defRPr/>
              </a:pPr>
              <a:t>‹#›</a:t>
            </a:fld>
            <a:endParaRPr lang="ko-KR" altLang="en-US"/>
          </a:p>
        </p:txBody>
      </p:sp>
    </p:spTree>
    <p:extLst>
      <p:ext uri="{BB962C8B-B14F-4D97-AF65-F5344CB8AC3E}">
        <p14:creationId xmlns:p14="http://schemas.microsoft.com/office/powerpoint/2010/main" val="45462054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그림 개체 틀 2"/>
          <p:cNvSpPr>
            <a:spLocks noGrp="1"/>
          </p:cNvSpPr>
          <p:nvPr>
            <p:ph type="pic" idx="1"/>
          </p:nvPr>
        </p:nvSpPr>
        <p:spPr>
          <a:xfrm>
            <a:off x="4211638" y="987425"/>
            <a:ext cx="5014912" cy="487362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ko-KR" altLang="en-US" noProof="0" dirty="0"/>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70AB1A9C-2F61-872E-0228-CC69859891AF}"/>
              </a:ext>
            </a:extLst>
          </p:cNvPr>
          <p:cNvSpPr>
            <a:spLocks noGrp="1"/>
          </p:cNvSpPr>
          <p:nvPr>
            <p:ph type="dt" sz="half" idx="10"/>
          </p:nvPr>
        </p:nvSpPr>
        <p:spPr/>
        <p:txBody>
          <a:bodyPr/>
          <a:lstStyle>
            <a:lvl1pPr>
              <a:defRPr/>
            </a:lvl1pPr>
          </a:lstStyle>
          <a:p>
            <a:pPr>
              <a:defRPr/>
            </a:pPr>
            <a:fld id="{C44634FA-3FED-402E-8130-CB9D6F289FFF}"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2230A860-0D71-29AD-6F81-3CBD1CE4A223}"/>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6944A2E9-08AA-21C2-6465-578EC3D4EC74}"/>
              </a:ext>
            </a:extLst>
          </p:cNvPr>
          <p:cNvSpPr>
            <a:spLocks noGrp="1"/>
          </p:cNvSpPr>
          <p:nvPr>
            <p:ph type="sldNum" sz="quarter" idx="12"/>
          </p:nvPr>
        </p:nvSpPr>
        <p:spPr/>
        <p:txBody>
          <a:bodyPr/>
          <a:lstStyle>
            <a:lvl1pPr>
              <a:defRPr/>
            </a:lvl1pPr>
          </a:lstStyle>
          <a:p>
            <a:pPr>
              <a:defRPr/>
            </a:pPr>
            <a:fld id="{93E4C77A-830F-4F5F-B93E-70E151C9CF50}" type="slidenum">
              <a:rPr lang="ko-KR" altLang="en-US"/>
              <a:pPr>
                <a:defRPr/>
              </a:pPr>
              <a:t>‹#›</a:t>
            </a:fld>
            <a:endParaRPr lang="ko-KR" altLang="en-US"/>
          </a:p>
        </p:txBody>
      </p:sp>
    </p:spTree>
    <p:extLst>
      <p:ext uri="{BB962C8B-B14F-4D97-AF65-F5344CB8AC3E}">
        <p14:creationId xmlns:p14="http://schemas.microsoft.com/office/powerpoint/2010/main" val="414869823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E39594BB-9855-2083-98DC-3E017BEC42B7}"/>
              </a:ext>
            </a:extLst>
          </p:cNvPr>
          <p:cNvSpPr>
            <a:spLocks noGrp="1"/>
          </p:cNvSpPr>
          <p:nvPr>
            <p:ph type="dt" sz="half" idx="10"/>
          </p:nvPr>
        </p:nvSpPr>
        <p:spPr/>
        <p:txBody>
          <a:bodyPr/>
          <a:lstStyle>
            <a:lvl1pPr>
              <a:defRPr/>
            </a:lvl1pPr>
          </a:lstStyle>
          <a:p>
            <a:pPr>
              <a:defRPr/>
            </a:pPr>
            <a:fld id="{8D8B1B4D-2CB6-4CA0-9A47-F7ED842C00B0}"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C036B62A-2295-28E6-D27D-6F3C2A793FA7}"/>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69B7B82D-DDE2-0A15-27D3-C754AFA98C71}"/>
              </a:ext>
            </a:extLst>
          </p:cNvPr>
          <p:cNvSpPr>
            <a:spLocks noGrp="1"/>
          </p:cNvSpPr>
          <p:nvPr>
            <p:ph type="sldNum" sz="quarter" idx="12"/>
          </p:nvPr>
        </p:nvSpPr>
        <p:spPr/>
        <p:txBody>
          <a:bodyPr/>
          <a:lstStyle>
            <a:lvl1pPr>
              <a:defRPr/>
            </a:lvl1pPr>
          </a:lstStyle>
          <a:p>
            <a:pPr>
              <a:defRPr/>
            </a:pPr>
            <a:fld id="{F6984B2E-C5F7-48A9-BE5C-D7994363E70C}" type="slidenum">
              <a:rPr lang="ko-KR" altLang="en-US"/>
              <a:pPr>
                <a:defRPr/>
              </a:pPr>
              <a:t>‹#›</a:t>
            </a:fld>
            <a:endParaRPr lang="ko-KR" altLang="en-US"/>
          </a:p>
        </p:txBody>
      </p:sp>
    </p:spTree>
    <p:extLst>
      <p:ext uri="{BB962C8B-B14F-4D97-AF65-F5344CB8AC3E}">
        <p14:creationId xmlns:p14="http://schemas.microsoft.com/office/powerpoint/2010/main" val="42550195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7089775" y="365125"/>
            <a:ext cx="2135188" cy="5811838"/>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681038" y="365125"/>
            <a:ext cx="6256337" cy="5811838"/>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396AC478-7003-95EE-1200-F2A559BBAF75}"/>
              </a:ext>
            </a:extLst>
          </p:cNvPr>
          <p:cNvSpPr>
            <a:spLocks noGrp="1"/>
          </p:cNvSpPr>
          <p:nvPr>
            <p:ph type="dt" sz="half" idx="10"/>
          </p:nvPr>
        </p:nvSpPr>
        <p:spPr/>
        <p:txBody>
          <a:bodyPr/>
          <a:lstStyle>
            <a:lvl1pPr>
              <a:defRPr/>
            </a:lvl1pPr>
          </a:lstStyle>
          <a:p>
            <a:pPr>
              <a:defRPr/>
            </a:pPr>
            <a:fld id="{2E715B94-62FB-49EF-8CF3-93CB726E3D51}"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A42CFCDB-D506-7A0B-0D15-A16B37416775}"/>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B646F917-D124-2E1F-FC3F-A70521566A66}"/>
              </a:ext>
            </a:extLst>
          </p:cNvPr>
          <p:cNvSpPr>
            <a:spLocks noGrp="1"/>
          </p:cNvSpPr>
          <p:nvPr>
            <p:ph type="sldNum" sz="quarter" idx="12"/>
          </p:nvPr>
        </p:nvSpPr>
        <p:spPr/>
        <p:txBody>
          <a:bodyPr/>
          <a:lstStyle>
            <a:lvl1pPr>
              <a:defRPr/>
            </a:lvl1pPr>
          </a:lstStyle>
          <a:p>
            <a:pPr>
              <a:defRPr/>
            </a:pPr>
            <a:fld id="{15ED439C-3421-4131-A469-509283D914BC}" type="slidenum">
              <a:rPr lang="ko-KR" altLang="en-US"/>
              <a:pPr>
                <a:defRPr/>
              </a:pPr>
              <a:t>‹#›</a:t>
            </a:fld>
            <a:endParaRPr lang="ko-KR" altLang="en-US"/>
          </a:p>
        </p:txBody>
      </p:sp>
    </p:spTree>
    <p:extLst>
      <p:ext uri="{BB962C8B-B14F-4D97-AF65-F5344CB8AC3E}">
        <p14:creationId xmlns:p14="http://schemas.microsoft.com/office/powerpoint/2010/main" val="148739880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사용자 지정 레이아웃">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3">
            <a:extLst>
              <a:ext uri="{FF2B5EF4-FFF2-40B4-BE49-F238E27FC236}">
                <a16:creationId xmlns:a16="http://schemas.microsoft.com/office/drawing/2014/main" id="{1A9ABB55-17F5-3CB7-7933-403E59164551}"/>
              </a:ext>
            </a:extLst>
          </p:cNvPr>
          <p:cNvSpPr>
            <a:spLocks noGrp="1"/>
          </p:cNvSpPr>
          <p:nvPr>
            <p:ph type="dt" sz="half" idx="10"/>
          </p:nvPr>
        </p:nvSpPr>
        <p:spPr/>
        <p:txBody>
          <a:bodyPr/>
          <a:lstStyle>
            <a:lvl1pPr>
              <a:defRPr/>
            </a:lvl1pPr>
          </a:lstStyle>
          <a:p>
            <a:pPr>
              <a:defRPr/>
            </a:pPr>
            <a:fld id="{023792A0-4AA9-48CA-A774-597DFD73FAF9}" type="datetimeFigureOut">
              <a:rPr lang="ko-KR" altLang="en-US"/>
              <a:pPr>
                <a:defRPr/>
              </a:pPr>
              <a:t>2026-10-10</a:t>
            </a:fld>
            <a:endParaRPr lang="ko-KR" altLang="en-US" dirty="0"/>
          </a:p>
        </p:txBody>
      </p:sp>
      <p:sp>
        <p:nvSpPr>
          <p:cNvPr id="4" name="바닥글 개체 틀 4">
            <a:extLst>
              <a:ext uri="{FF2B5EF4-FFF2-40B4-BE49-F238E27FC236}">
                <a16:creationId xmlns:a16="http://schemas.microsoft.com/office/drawing/2014/main" id="{834D9CD6-FE73-BABF-BA81-37BEEBF719E2}"/>
              </a:ext>
            </a:extLst>
          </p:cNvPr>
          <p:cNvSpPr>
            <a:spLocks noGrp="1"/>
          </p:cNvSpPr>
          <p:nvPr>
            <p:ph type="ftr" sz="quarter" idx="11"/>
          </p:nvPr>
        </p:nvSpPr>
        <p:spPr/>
        <p:txBody>
          <a:bodyPr/>
          <a:lstStyle>
            <a:lvl1pPr>
              <a:defRPr/>
            </a:lvl1pPr>
          </a:lstStyle>
          <a:p>
            <a:pPr>
              <a:defRPr/>
            </a:pPr>
            <a:endParaRPr lang="ko-KR" altLang="en-US"/>
          </a:p>
        </p:txBody>
      </p:sp>
      <p:sp>
        <p:nvSpPr>
          <p:cNvPr id="5" name="슬라이드 번호 개체 틀 5">
            <a:extLst>
              <a:ext uri="{FF2B5EF4-FFF2-40B4-BE49-F238E27FC236}">
                <a16:creationId xmlns:a16="http://schemas.microsoft.com/office/drawing/2014/main" id="{B2074838-3669-A71A-A606-61C0025A5BEA}"/>
              </a:ext>
            </a:extLst>
          </p:cNvPr>
          <p:cNvSpPr>
            <a:spLocks noGrp="1"/>
          </p:cNvSpPr>
          <p:nvPr>
            <p:ph type="sldNum" sz="quarter" idx="12"/>
          </p:nvPr>
        </p:nvSpPr>
        <p:spPr/>
        <p:txBody>
          <a:bodyPr/>
          <a:lstStyle>
            <a:lvl1pPr>
              <a:defRPr/>
            </a:lvl1pPr>
          </a:lstStyle>
          <a:p>
            <a:pPr>
              <a:defRPr/>
            </a:pPr>
            <a:fld id="{3406B660-296B-421E-850D-CABF9A45C480}" type="slidenum">
              <a:rPr lang="ko-KR" altLang="en-US"/>
              <a:pPr>
                <a:defRPr/>
              </a:pPr>
              <a:t>‹#›</a:t>
            </a:fld>
            <a:endParaRPr lang="ko-KR" altLang="en-US"/>
          </a:p>
        </p:txBody>
      </p:sp>
    </p:spTree>
    <p:extLst>
      <p:ext uri="{BB962C8B-B14F-4D97-AF65-F5344CB8AC3E}">
        <p14:creationId xmlns:p14="http://schemas.microsoft.com/office/powerpoint/2010/main" val="138486801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사용자 지정 레이아웃">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3">
            <a:extLst>
              <a:ext uri="{FF2B5EF4-FFF2-40B4-BE49-F238E27FC236}">
                <a16:creationId xmlns:a16="http://schemas.microsoft.com/office/drawing/2014/main" id="{12B92DE6-2B5F-5F30-C6CA-0690141CCF24}"/>
              </a:ext>
            </a:extLst>
          </p:cNvPr>
          <p:cNvSpPr>
            <a:spLocks noGrp="1"/>
          </p:cNvSpPr>
          <p:nvPr>
            <p:ph type="dt" sz="half" idx="10"/>
          </p:nvPr>
        </p:nvSpPr>
        <p:spPr/>
        <p:txBody>
          <a:bodyPr/>
          <a:lstStyle>
            <a:lvl1pPr>
              <a:defRPr/>
            </a:lvl1pPr>
          </a:lstStyle>
          <a:p>
            <a:pPr>
              <a:defRPr/>
            </a:pPr>
            <a:fld id="{0CDA9AA1-9F1D-4E89-A603-7045A48FC3EB}" type="datetimeFigureOut">
              <a:rPr lang="ko-KR" altLang="en-US"/>
              <a:pPr>
                <a:defRPr/>
              </a:pPr>
              <a:t>2026-10-10</a:t>
            </a:fld>
            <a:endParaRPr lang="ko-KR" altLang="en-US" dirty="0"/>
          </a:p>
        </p:txBody>
      </p:sp>
      <p:sp>
        <p:nvSpPr>
          <p:cNvPr id="4" name="바닥글 개체 틀 4">
            <a:extLst>
              <a:ext uri="{FF2B5EF4-FFF2-40B4-BE49-F238E27FC236}">
                <a16:creationId xmlns:a16="http://schemas.microsoft.com/office/drawing/2014/main" id="{CF59699A-615A-D729-ED17-C22692C95398}"/>
              </a:ext>
            </a:extLst>
          </p:cNvPr>
          <p:cNvSpPr>
            <a:spLocks noGrp="1"/>
          </p:cNvSpPr>
          <p:nvPr>
            <p:ph type="ftr" sz="quarter" idx="11"/>
          </p:nvPr>
        </p:nvSpPr>
        <p:spPr/>
        <p:txBody>
          <a:bodyPr/>
          <a:lstStyle>
            <a:lvl1pPr>
              <a:defRPr/>
            </a:lvl1pPr>
          </a:lstStyle>
          <a:p>
            <a:pPr>
              <a:defRPr/>
            </a:pPr>
            <a:endParaRPr lang="ko-KR" altLang="en-US"/>
          </a:p>
        </p:txBody>
      </p:sp>
      <p:sp>
        <p:nvSpPr>
          <p:cNvPr id="5" name="슬라이드 번호 개체 틀 5">
            <a:extLst>
              <a:ext uri="{FF2B5EF4-FFF2-40B4-BE49-F238E27FC236}">
                <a16:creationId xmlns:a16="http://schemas.microsoft.com/office/drawing/2014/main" id="{15A93E88-B791-6741-EB34-8A98DCAAC3F7}"/>
              </a:ext>
            </a:extLst>
          </p:cNvPr>
          <p:cNvSpPr>
            <a:spLocks noGrp="1"/>
          </p:cNvSpPr>
          <p:nvPr>
            <p:ph type="sldNum" sz="quarter" idx="12"/>
          </p:nvPr>
        </p:nvSpPr>
        <p:spPr/>
        <p:txBody>
          <a:bodyPr/>
          <a:lstStyle>
            <a:lvl1pPr>
              <a:defRPr/>
            </a:lvl1pPr>
          </a:lstStyle>
          <a:p>
            <a:pPr>
              <a:defRPr/>
            </a:pPr>
            <a:fld id="{FA2E6DE7-85E8-4A3D-AD11-FCDE1C7D584F}" type="slidenum">
              <a:rPr lang="ko-KR" altLang="en-US"/>
              <a:pPr>
                <a:defRPr/>
              </a:pPr>
              <a:t>‹#›</a:t>
            </a:fld>
            <a:endParaRPr lang="ko-KR" altLang="en-US"/>
          </a:p>
        </p:txBody>
      </p:sp>
    </p:spTree>
    <p:extLst>
      <p:ext uri="{BB962C8B-B14F-4D97-AF65-F5344CB8AC3E}">
        <p14:creationId xmlns:p14="http://schemas.microsoft.com/office/powerpoint/2010/main" val="341658507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1238250" y="1122363"/>
            <a:ext cx="7429500" cy="2387600"/>
          </a:xfrm>
        </p:spPr>
        <p:txBody>
          <a:bodyPr anchor="b"/>
          <a:lstStyle>
            <a:lvl1pPr algn="ctr">
              <a:defRPr sz="6000"/>
            </a:lvl1pPr>
          </a:lstStyle>
          <a:p>
            <a:r>
              <a:rPr lang="ko-KR" altLang="en-US"/>
              <a:t>마스터 제목 스타일 편집</a:t>
            </a:r>
          </a:p>
        </p:txBody>
      </p:sp>
      <p:sp>
        <p:nvSpPr>
          <p:cNvPr id="3" name="부제목 2"/>
          <p:cNvSpPr>
            <a:spLocks noGrp="1"/>
          </p:cNvSpPr>
          <p:nvPr>
            <p:ph type="subTitle" idx="1"/>
          </p:nvPr>
        </p:nvSpPr>
        <p:spPr>
          <a:xfrm>
            <a:off x="1238250" y="3602038"/>
            <a:ext cx="74295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마스터 부제목 스타일 편집</a:t>
            </a:r>
          </a:p>
        </p:txBody>
      </p:sp>
      <p:sp>
        <p:nvSpPr>
          <p:cNvPr id="4" name="날짜 개체 틀 3">
            <a:extLst>
              <a:ext uri="{FF2B5EF4-FFF2-40B4-BE49-F238E27FC236}">
                <a16:creationId xmlns:a16="http://schemas.microsoft.com/office/drawing/2014/main" id="{DB05FEDA-2300-0997-EF27-F5FD63DF9C0C}"/>
              </a:ext>
            </a:extLst>
          </p:cNvPr>
          <p:cNvSpPr>
            <a:spLocks noGrp="1"/>
          </p:cNvSpPr>
          <p:nvPr>
            <p:ph type="dt" sz="half" idx="10"/>
          </p:nvPr>
        </p:nvSpPr>
        <p:spPr/>
        <p:txBody>
          <a:bodyPr/>
          <a:lstStyle>
            <a:lvl1pPr>
              <a:defRPr/>
            </a:lvl1pPr>
          </a:lstStyle>
          <a:p>
            <a:pPr>
              <a:defRPr/>
            </a:pPr>
            <a:fld id="{46F6E511-6511-481D-8B80-76B51A460238}"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2D473973-C1A9-48E8-16CF-55CCAC7756FA}"/>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268DEF6E-F1CD-293C-2D40-ABEE0F95C3E7}"/>
              </a:ext>
            </a:extLst>
          </p:cNvPr>
          <p:cNvSpPr>
            <a:spLocks noGrp="1"/>
          </p:cNvSpPr>
          <p:nvPr>
            <p:ph type="sldNum" sz="quarter" idx="12"/>
          </p:nvPr>
        </p:nvSpPr>
        <p:spPr/>
        <p:txBody>
          <a:bodyPr/>
          <a:lstStyle>
            <a:lvl1pPr>
              <a:defRPr/>
            </a:lvl1pPr>
          </a:lstStyle>
          <a:p>
            <a:pPr>
              <a:defRPr/>
            </a:pPr>
            <a:fld id="{B9553F00-39DC-400D-8A6E-056075AAAB81}" type="slidenum">
              <a:rPr lang="ko-KR" altLang="en-US"/>
              <a:pPr>
                <a:defRPr/>
              </a:pPr>
              <a:t>‹#›</a:t>
            </a:fld>
            <a:endParaRPr lang="ko-KR" altLang="en-US"/>
          </a:p>
        </p:txBody>
      </p:sp>
    </p:spTree>
    <p:extLst>
      <p:ext uri="{BB962C8B-B14F-4D97-AF65-F5344CB8AC3E}">
        <p14:creationId xmlns:p14="http://schemas.microsoft.com/office/powerpoint/2010/main" val="211814385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CD99816A-1F9A-22E2-F14D-5F6931CD4449}"/>
              </a:ext>
            </a:extLst>
          </p:cNvPr>
          <p:cNvSpPr>
            <a:spLocks noGrp="1"/>
          </p:cNvSpPr>
          <p:nvPr>
            <p:ph type="dt" sz="half" idx="10"/>
          </p:nvPr>
        </p:nvSpPr>
        <p:spPr/>
        <p:txBody>
          <a:bodyPr/>
          <a:lstStyle>
            <a:lvl1pPr>
              <a:defRPr/>
            </a:lvl1pPr>
          </a:lstStyle>
          <a:p>
            <a:pPr>
              <a:defRPr/>
            </a:pPr>
            <a:fld id="{AC970175-1588-47CD-9203-CEB5FCAC52B3}"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F3DA9A66-75D2-8482-1F34-145684973B9C}"/>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642DA726-A1B5-EDA5-A781-002795728915}"/>
              </a:ext>
            </a:extLst>
          </p:cNvPr>
          <p:cNvSpPr>
            <a:spLocks noGrp="1"/>
          </p:cNvSpPr>
          <p:nvPr>
            <p:ph type="sldNum" sz="quarter" idx="12"/>
          </p:nvPr>
        </p:nvSpPr>
        <p:spPr/>
        <p:txBody>
          <a:bodyPr/>
          <a:lstStyle>
            <a:lvl1pPr>
              <a:defRPr/>
            </a:lvl1pPr>
          </a:lstStyle>
          <a:p>
            <a:pPr>
              <a:defRPr/>
            </a:pPr>
            <a:fld id="{980AC023-6A03-49B2-A5C1-3C40C99E8A6A}" type="slidenum">
              <a:rPr lang="ko-KR" altLang="en-US"/>
              <a:pPr>
                <a:defRPr/>
              </a:pPr>
              <a:t>‹#›</a:t>
            </a:fld>
            <a:endParaRPr lang="ko-KR" altLang="en-US"/>
          </a:p>
        </p:txBody>
      </p:sp>
    </p:spTree>
    <p:extLst>
      <p:ext uri="{BB962C8B-B14F-4D97-AF65-F5344CB8AC3E}">
        <p14:creationId xmlns:p14="http://schemas.microsoft.com/office/powerpoint/2010/main" val="325095291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676275" y="1709738"/>
            <a:ext cx="8543925" cy="2852737"/>
          </a:xfrm>
        </p:spPr>
        <p:txBody>
          <a:bodyPr anchor="b"/>
          <a:lstStyle>
            <a:lvl1pPr>
              <a:defRPr sz="6000"/>
            </a:lvl1pPr>
          </a:lstStyle>
          <a:p>
            <a:r>
              <a:rPr lang="ko-KR" altLang="en-US"/>
              <a:t>마스터 제목 스타일 편집</a:t>
            </a:r>
          </a:p>
        </p:txBody>
      </p:sp>
      <p:sp>
        <p:nvSpPr>
          <p:cNvPr id="3" name="텍스트 개체 틀 2"/>
          <p:cNvSpPr>
            <a:spLocks noGrp="1"/>
          </p:cNvSpPr>
          <p:nvPr>
            <p:ph type="body" idx="1"/>
          </p:nvPr>
        </p:nvSpPr>
        <p:spPr>
          <a:xfrm>
            <a:off x="676275" y="4589463"/>
            <a:ext cx="8543925"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편집합니다</a:t>
            </a:r>
          </a:p>
        </p:txBody>
      </p:sp>
      <p:sp>
        <p:nvSpPr>
          <p:cNvPr id="4" name="날짜 개체 틀 3">
            <a:extLst>
              <a:ext uri="{FF2B5EF4-FFF2-40B4-BE49-F238E27FC236}">
                <a16:creationId xmlns:a16="http://schemas.microsoft.com/office/drawing/2014/main" id="{D16550AA-B755-778D-1891-2B1EBE168D4F}"/>
              </a:ext>
            </a:extLst>
          </p:cNvPr>
          <p:cNvSpPr>
            <a:spLocks noGrp="1"/>
          </p:cNvSpPr>
          <p:nvPr>
            <p:ph type="dt" sz="half" idx="10"/>
          </p:nvPr>
        </p:nvSpPr>
        <p:spPr/>
        <p:txBody>
          <a:bodyPr/>
          <a:lstStyle>
            <a:lvl1pPr>
              <a:defRPr/>
            </a:lvl1pPr>
          </a:lstStyle>
          <a:p>
            <a:pPr>
              <a:defRPr/>
            </a:pPr>
            <a:fld id="{BFD60791-FCDB-4D83-AA94-640C2D5BF507}"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FFDBCDB0-F39D-EC50-09AA-C21F75B80F86}"/>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171899D5-C2C1-3F68-664E-ABF88D2934AF}"/>
              </a:ext>
            </a:extLst>
          </p:cNvPr>
          <p:cNvSpPr>
            <a:spLocks noGrp="1"/>
          </p:cNvSpPr>
          <p:nvPr>
            <p:ph type="sldNum" sz="quarter" idx="12"/>
          </p:nvPr>
        </p:nvSpPr>
        <p:spPr/>
        <p:txBody>
          <a:bodyPr/>
          <a:lstStyle>
            <a:lvl1pPr>
              <a:defRPr/>
            </a:lvl1pPr>
          </a:lstStyle>
          <a:p>
            <a:pPr>
              <a:defRPr/>
            </a:pPr>
            <a:fld id="{DA21390A-9A92-4AE4-9711-7E25B77DAAF3}" type="slidenum">
              <a:rPr lang="ko-KR" altLang="en-US"/>
              <a:pPr>
                <a:defRPr/>
              </a:pPr>
              <a:t>‹#›</a:t>
            </a:fld>
            <a:endParaRPr lang="ko-KR" altLang="en-US"/>
          </a:p>
        </p:txBody>
      </p:sp>
    </p:spTree>
    <p:extLst>
      <p:ext uri="{BB962C8B-B14F-4D97-AF65-F5344CB8AC3E}">
        <p14:creationId xmlns:p14="http://schemas.microsoft.com/office/powerpoint/2010/main" val="313675223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681038" y="1825625"/>
            <a:ext cx="4195762"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5029200" y="1825625"/>
            <a:ext cx="4195763"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3">
            <a:extLst>
              <a:ext uri="{FF2B5EF4-FFF2-40B4-BE49-F238E27FC236}">
                <a16:creationId xmlns:a16="http://schemas.microsoft.com/office/drawing/2014/main" id="{4703070F-D1DE-F4C7-09BC-5B09B8F6EC54}"/>
              </a:ext>
            </a:extLst>
          </p:cNvPr>
          <p:cNvSpPr>
            <a:spLocks noGrp="1"/>
          </p:cNvSpPr>
          <p:nvPr>
            <p:ph type="dt" sz="half" idx="10"/>
          </p:nvPr>
        </p:nvSpPr>
        <p:spPr/>
        <p:txBody>
          <a:bodyPr/>
          <a:lstStyle>
            <a:lvl1pPr>
              <a:defRPr/>
            </a:lvl1pPr>
          </a:lstStyle>
          <a:p>
            <a:pPr>
              <a:defRPr/>
            </a:pPr>
            <a:fld id="{2E0347B1-2F49-4EFB-BA23-7971FE1CFD87}"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37270CC2-E369-2B09-A85F-BA2CF071E24F}"/>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521E88AC-1D62-70CE-E4CF-E026FF87096E}"/>
              </a:ext>
            </a:extLst>
          </p:cNvPr>
          <p:cNvSpPr>
            <a:spLocks noGrp="1"/>
          </p:cNvSpPr>
          <p:nvPr>
            <p:ph type="sldNum" sz="quarter" idx="12"/>
          </p:nvPr>
        </p:nvSpPr>
        <p:spPr/>
        <p:txBody>
          <a:bodyPr/>
          <a:lstStyle>
            <a:lvl1pPr>
              <a:defRPr/>
            </a:lvl1pPr>
          </a:lstStyle>
          <a:p>
            <a:pPr>
              <a:defRPr/>
            </a:pPr>
            <a:fld id="{D0F9818E-96D1-4AEF-8487-AC05F99136DD}" type="slidenum">
              <a:rPr lang="ko-KR" altLang="en-US"/>
              <a:pPr>
                <a:defRPr/>
              </a:pPr>
              <a:t>‹#›</a:t>
            </a:fld>
            <a:endParaRPr lang="ko-KR" altLang="en-US"/>
          </a:p>
        </p:txBody>
      </p:sp>
    </p:spTree>
    <p:extLst>
      <p:ext uri="{BB962C8B-B14F-4D97-AF65-F5344CB8AC3E}">
        <p14:creationId xmlns:p14="http://schemas.microsoft.com/office/powerpoint/2010/main" val="169427907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682625" y="365125"/>
            <a:ext cx="8543925" cy="1325563"/>
          </a:xfrm>
        </p:spPr>
        <p:txBody>
          <a:bodyPr/>
          <a:lstStyle/>
          <a:p>
            <a:r>
              <a:rPr lang="ko-KR" altLang="en-US"/>
              <a:t>마스터 제목 스타일 편집</a:t>
            </a:r>
          </a:p>
        </p:txBody>
      </p:sp>
      <p:sp>
        <p:nvSpPr>
          <p:cNvPr id="3" name="텍스트 개체 틀 2"/>
          <p:cNvSpPr>
            <a:spLocks noGrp="1"/>
          </p:cNvSpPr>
          <p:nvPr>
            <p:ph type="body" idx="1"/>
          </p:nvPr>
        </p:nvSpPr>
        <p:spPr>
          <a:xfrm>
            <a:off x="682625" y="1681163"/>
            <a:ext cx="419100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4" name="내용 개체 틀 3"/>
          <p:cNvSpPr>
            <a:spLocks noGrp="1"/>
          </p:cNvSpPr>
          <p:nvPr>
            <p:ph sz="half" idx="2"/>
          </p:nvPr>
        </p:nvSpPr>
        <p:spPr>
          <a:xfrm>
            <a:off x="682625" y="2505075"/>
            <a:ext cx="4191000"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5014913" y="1681163"/>
            <a:ext cx="42116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6" name="내용 개체 틀 5"/>
          <p:cNvSpPr>
            <a:spLocks noGrp="1"/>
          </p:cNvSpPr>
          <p:nvPr>
            <p:ph sz="quarter" idx="4"/>
          </p:nvPr>
        </p:nvSpPr>
        <p:spPr>
          <a:xfrm>
            <a:off x="5014913" y="2505075"/>
            <a:ext cx="4211637"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3">
            <a:extLst>
              <a:ext uri="{FF2B5EF4-FFF2-40B4-BE49-F238E27FC236}">
                <a16:creationId xmlns:a16="http://schemas.microsoft.com/office/drawing/2014/main" id="{D3339C63-A9E1-40DC-1A13-84613A28CD04}"/>
              </a:ext>
            </a:extLst>
          </p:cNvPr>
          <p:cNvSpPr>
            <a:spLocks noGrp="1"/>
          </p:cNvSpPr>
          <p:nvPr>
            <p:ph type="dt" sz="half" idx="10"/>
          </p:nvPr>
        </p:nvSpPr>
        <p:spPr/>
        <p:txBody>
          <a:bodyPr/>
          <a:lstStyle>
            <a:lvl1pPr>
              <a:defRPr/>
            </a:lvl1pPr>
          </a:lstStyle>
          <a:p>
            <a:pPr>
              <a:defRPr/>
            </a:pPr>
            <a:fld id="{6BBEF85D-8350-469A-B3F4-D3108142754F}" type="datetimeFigureOut">
              <a:rPr lang="ko-KR" altLang="en-US"/>
              <a:pPr>
                <a:defRPr/>
              </a:pPr>
              <a:t>2026-10-10</a:t>
            </a:fld>
            <a:endParaRPr lang="ko-KR" altLang="en-US" dirty="0"/>
          </a:p>
        </p:txBody>
      </p:sp>
      <p:sp>
        <p:nvSpPr>
          <p:cNvPr id="8" name="바닥글 개체 틀 4">
            <a:extLst>
              <a:ext uri="{FF2B5EF4-FFF2-40B4-BE49-F238E27FC236}">
                <a16:creationId xmlns:a16="http://schemas.microsoft.com/office/drawing/2014/main" id="{B0199914-317A-BF4F-CF73-BC0408BC85BD}"/>
              </a:ext>
            </a:extLst>
          </p:cNvPr>
          <p:cNvSpPr>
            <a:spLocks noGrp="1"/>
          </p:cNvSpPr>
          <p:nvPr>
            <p:ph type="ftr" sz="quarter" idx="11"/>
          </p:nvPr>
        </p:nvSpPr>
        <p:spPr/>
        <p:txBody>
          <a:bodyPr/>
          <a:lstStyle>
            <a:lvl1pPr>
              <a:defRPr/>
            </a:lvl1pPr>
          </a:lstStyle>
          <a:p>
            <a:pPr>
              <a:defRPr/>
            </a:pPr>
            <a:endParaRPr lang="ko-KR" altLang="en-US"/>
          </a:p>
        </p:txBody>
      </p:sp>
      <p:sp>
        <p:nvSpPr>
          <p:cNvPr id="9" name="슬라이드 번호 개체 틀 5">
            <a:extLst>
              <a:ext uri="{FF2B5EF4-FFF2-40B4-BE49-F238E27FC236}">
                <a16:creationId xmlns:a16="http://schemas.microsoft.com/office/drawing/2014/main" id="{D76B5DB6-32AF-F16E-3716-825FF193BF05}"/>
              </a:ext>
            </a:extLst>
          </p:cNvPr>
          <p:cNvSpPr>
            <a:spLocks noGrp="1"/>
          </p:cNvSpPr>
          <p:nvPr>
            <p:ph type="sldNum" sz="quarter" idx="12"/>
          </p:nvPr>
        </p:nvSpPr>
        <p:spPr/>
        <p:txBody>
          <a:bodyPr/>
          <a:lstStyle>
            <a:lvl1pPr>
              <a:defRPr/>
            </a:lvl1pPr>
          </a:lstStyle>
          <a:p>
            <a:pPr>
              <a:defRPr/>
            </a:pPr>
            <a:fld id="{601F3755-5BC6-44A6-B139-3D5536BA310E}" type="slidenum">
              <a:rPr lang="ko-KR" altLang="en-US"/>
              <a:pPr>
                <a:defRPr/>
              </a:pPr>
              <a:t>‹#›</a:t>
            </a:fld>
            <a:endParaRPr lang="ko-KR" altLang="en-US"/>
          </a:p>
        </p:txBody>
      </p:sp>
    </p:spTree>
    <p:extLst>
      <p:ext uri="{BB962C8B-B14F-4D97-AF65-F5344CB8AC3E}">
        <p14:creationId xmlns:p14="http://schemas.microsoft.com/office/powerpoint/2010/main" val="169183209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3">
            <a:extLst>
              <a:ext uri="{FF2B5EF4-FFF2-40B4-BE49-F238E27FC236}">
                <a16:creationId xmlns:a16="http://schemas.microsoft.com/office/drawing/2014/main" id="{27E20B1F-5814-EC71-A8C4-E930B4210406}"/>
              </a:ext>
            </a:extLst>
          </p:cNvPr>
          <p:cNvSpPr>
            <a:spLocks noGrp="1"/>
          </p:cNvSpPr>
          <p:nvPr>
            <p:ph type="dt" sz="half" idx="10"/>
          </p:nvPr>
        </p:nvSpPr>
        <p:spPr/>
        <p:txBody>
          <a:bodyPr/>
          <a:lstStyle>
            <a:lvl1pPr>
              <a:defRPr/>
            </a:lvl1pPr>
          </a:lstStyle>
          <a:p>
            <a:pPr>
              <a:defRPr/>
            </a:pPr>
            <a:fld id="{E594BBB2-EF8F-4731-801E-4DE946720913}" type="datetimeFigureOut">
              <a:rPr lang="ko-KR" altLang="en-US"/>
              <a:pPr>
                <a:defRPr/>
              </a:pPr>
              <a:t>2026-10-10</a:t>
            </a:fld>
            <a:endParaRPr lang="ko-KR" altLang="en-US" dirty="0"/>
          </a:p>
        </p:txBody>
      </p:sp>
      <p:sp>
        <p:nvSpPr>
          <p:cNvPr id="4" name="바닥글 개체 틀 4">
            <a:extLst>
              <a:ext uri="{FF2B5EF4-FFF2-40B4-BE49-F238E27FC236}">
                <a16:creationId xmlns:a16="http://schemas.microsoft.com/office/drawing/2014/main" id="{961D96C6-DF7B-20FA-6A4B-A528A3B5CB06}"/>
              </a:ext>
            </a:extLst>
          </p:cNvPr>
          <p:cNvSpPr>
            <a:spLocks noGrp="1"/>
          </p:cNvSpPr>
          <p:nvPr>
            <p:ph type="ftr" sz="quarter" idx="11"/>
          </p:nvPr>
        </p:nvSpPr>
        <p:spPr/>
        <p:txBody>
          <a:bodyPr/>
          <a:lstStyle>
            <a:lvl1pPr>
              <a:defRPr/>
            </a:lvl1pPr>
          </a:lstStyle>
          <a:p>
            <a:pPr>
              <a:defRPr/>
            </a:pPr>
            <a:endParaRPr lang="ko-KR" altLang="en-US"/>
          </a:p>
        </p:txBody>
      </p:sp>
      <p:sp>
        <p:nvSpPr>
          <p:cNvPr id="5" name="슬라이드 번호 개체 틀 5">
            <a:extLst>
              <a:ext uri="{FF2B5EF4-FFF2-40B4-BE49-F238E27FC236}">
                <a16:creationId xmlns:a16="http://schemas.microsoft.com/office/drawing/2014/main" id="{F8049F12-30F3-47E9-176A-272DCE3F7543}"/>
              </a:ext>
            </a:extLst>
          </p:cNvPr>
          <p:cNvSpPr>
            <a:spLocks noGrp="1"/>
          </p:cNvSpPr>
          <p:nvPr>
            <p:ph type="sldNum" sz="quarter" idx="12"/>
          </p:nvPr>
        </p:nvSpPr>
        <p:spPr/>
        <p:txBody>
          <a:bodyPr/>
          <a:lstStyle>
            <a:lvl1pPr>
              <a:defRPr/>
            </a:lvl1pPr>
          </a:lstStyle>
          <a:p>
            <a:pPr>
              <a:defRPr/>
            </a:pPr>
            <a:fld id="{C30E302A-E3FA-446D-9CDA-0A76C75C3BEC}" type="slidenum">
              <a:rPr lang="ko-KR" altLang="en-US"/>
              <a:pPr>
                <a:defRPr/>
              </a:pPr>
              <a:t>‹#›</a:t>
            </a:fld>
            <a:endParaRPr lang="ko-KR" altLang="en-US"/>
          </a:p>
        </p:txBody>
      </p:sp>
    </p:spTree>
    <p:extLst>
      <p:ext uri="{BB962C8B-B14F-4D97-AF65-F5344CB8AC3E}">
        <p14:creationId xmlns:p14="http://schemas.microsoft.com/office/powerpoint/2010/main" val="160084583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3">
            <a:extLst>
              <a:ext uri="{FF2B5EF4-FFF2-40B4-BE49-F238E27FC236}">
                <a16:creationId xmlns:a16="http://schemas.microsoft.com/office/drawing/2014/main" id="{E6DD792F-D773-28C2-60A4-9B9C3270CF0B}"/>
              </a:ext>
            </a:extLst>
          </p:cNvPr>
          <p:cNvSpPr>
            <a:spLocks noGrp="1"/>
          </p:cNvSpPr>
          <p:nvPr>
            <p:ph type="dt" sz="half" idx="10"/>
          </p:nvPr>
        </p:nvSpPr>
        <p:spPr/>
        <p:txBody>
          <a:bodyPr/>
          <a:lstStyle>
            <a:lvl1pPr>
              <a:defRPr/>
            </a:lvl1pPr>
          </a:lstStyle>
          <a:p>
            <a:pPr>
              <a:defRPr/>
            </a:pPr>
            <a:fld id="{FF442C89-4B18-4115-977D-1FB7D06FF9D0}" type="datetimeFigureOut">
              <a:rPr lang="ko-KR" altLang="en-US"/>
              <a:pPr>
                <a:defRPr/>
              </a:pPr>
              <a:t>2026-10-10</a:t>
            </a:fld>
            <a:endParaRPr lang="ko-KR" altLang="en-US" dirty="0"/>
          </a:p>
        </p:txBody>
      </p:sp>
      <p:sp>
        <p:nvSpPr>
          <p:cNvPr id="3" name="바닥글 개체 틀 4">
            <a:extLst>
              <a:ext uri="{FF2B5EF4-FFF2-40B4-BE49-F238E27FC236}">
                <a16:creationId xmlns:a16="http://schemas.microsoft.com/office/drawing/2014/main" id="{DF840F95-E04A-BF65-1B9D-A4D79AD845EA}"/>
              </a:ext>
            </a:extLst>
          </p:cNvPr>
          <p:cNvSpPr>
            <a:spLocks noGrp="1"/>
          </p:cNvSpPr>
          <p:nvPr>
            <p:ph type="ftr" sz="quarter" idx="11"/>
          </p:nvPr>
        </p:nvSpPr>
        <p:spPr/>
        <p:txBody>
          <a:bodyPr/>
          <a:lstStyle>
            <a:lvl1pPr>
              <a:defRPr/>
            </a:lvl1pPr>
          </a:lstStyle>
          <a:p>
            <a:pPr>
              <a:defRPr/>
            </a:pPr>
            <a:endParaRPr lang="ko-KR" altLang="en-US"/>
          </a:p>
        </p:txBody>
      </p:sp>
      <p:sp>
        <p:nvSpPr>
          <p:cNvPr id="4" name="슬라이드 번호 개체 틀 5">
            <a:extLst>
              <a:ext uri="{FF2B5EF4-FFF2-40B4-BE49-F238E27FC236}">
                <a16:creationId xmlns:a16="http://schemas.microsoft.com/office/drawing/2014/main" id="{F09840DA-9281-4D17-0EF0-03E8DD6B8B65}"/>
              </a:ext>
            </a:extLst>
          </p:cNvPr>
          <p:cNvSpPr>
            <a:spLocks noGrp="1"/>
          </p:cNvSpPr>
          <p:nvPr>
            <p:ph type="sldNum" sz="quarter" idx="12"/>
          </p:nvPr>
        </p:nvSpPr>
        <p:spPr/>
        <p:txBody>
          <a:bodyPr/>
          <a:lstStyle>
            <a:lvl1pPr>
              <a:defRPr/>
            </a:lvl1pPr>
          </a:lstStyle>
          <a:p>
            <a:pPr>
              <a:defRPr/>
            </a:pPr>
            <a:fld id="{AE13E71D-0206-4782-8F29-F29D35157C35}" type="slidenum">
              <a:rPr lang="ko-KR" altLang="en-US"/>
              <a:pPr>
                <a:defRPr/>
              </a:pPr>
              <a:t>‹#›</a:t>
            </a:fld>
            <a:endParaRPr lang="ko-KR" altLang="en-US"/>
          </a:p>
        </p:txBody>
      </p:sp>
    </p:spTree>
    <p:extLst>
      <p:ext uri="{BB962C8B-B14F-4D97-AF65-F5344CB8AC3E}">
        <p14:creationId xmlns:p14="http://schemas.microsoft.com/office/powerpoint/2010/main" val="181082334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내용 개체 틀 2"/>
          <p:cNvSpPr>
            <a:spLocks noGrp="1"/>
          </p:cNvSpPr>
          <p:nvPr>
            <p:ph idx="1"/>
          </p:nvPr>
        </p:nvSpPr>
        <p:spPr>
          <a:xfrm>
            <a:off x="4211638" y="987425"/>
            <a:ext cx="5014912"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133C0F78-8901-6C65-EA0A-3260CBB76530}"/>
              </a:ext>
            </a:extLst>
          </p:cNvPr>
          <p:cNvSpPr>
            <a:spLocks noGrp="1"/>
          </p:cNvSpPr>
          <p:nvPr>
            <p:ph type="dt" sz="half" idx="10"/>
          </p:nvPr>
        </p:nvSpPr>
        <p:spPr/>
        <p:txBody>
          <a:bodyPr/>
          <a:lstStyle>
            <a:lvl1pPr>
              <a:defRPr/>
            </a:lvl1pPr>
          </a:lstStyle>
          <a:p>
            <a:pPr>
              <a:defRPr/>
            </a:pPr>
            <a:fld id="{7ADB48A6-17B1-485B-9015-7A57052B0695}"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851512AE-0396-1344-FFF3-78C835C10576}"/>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499A277C-A2AD-844B-3A6A-57E013C04868}"/>
              </a:ext>
            </a:extLst>
          </p:cNvPr>
          <p:cNvSpPr>
            <a:spLocks noGrp="1"/>
          </p:cNvSpPr>
          <p:nvPr>
            <p:ph type="sldNum" sz="quarter" idx="12"/>
          </p:nvPr>
        </p:nvSpPr>
        <p:spPr/>
        <p:txBody>
          <a:bodyPr/>
          <a:lstStyle>
            <a:lvl1pPr>
              <a:defRPr/>
            </a:lvl1pPr>
          </a:lstStyle>
          <a:p>
            <a:pPr>
              <a:defRPr/>
            </a:pPr>
            <a:fld id="{B08E9A74-A105-45A9-98EE-19B2EB9B63E7}" type="slidenum">
              <a:rPr lang="ko-KR" altLang="en-US"/>
              <a:pPr>
                <a:defRPr/>
              </a:pPr>
              <a:t>‹#›</a:t>
            </a:fld>
            <a:endParaRPr lang="ko-KR" altLang="en-US"/>
          </a:p>
        </p:txBody>
      </p:sp>
    </p:spTree>
    <p:extLst>
      <p:ext uri="{BB962C8B-B14F-4D97-AF65-F5344CB8AC3E}">
        <p14:creationId xmlns:p14="http://schemas.microsoft.com/office/powerpoint/2010/main" val="295083126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그림 개체 틀 2"/>
          <p:cNvSpPr>
            <a:spLocks noGrp="1"/>
          </p:cNvSpPr>
          <p:nvPr>
            <p:ph type="pic" idx="1"/>
          </p:nvPr>
        </p:nvSpPr>
        <p:spPr>
          <a:xfrm>
            <a:off x="4211638" y="987425"/>
            <a:ext cx="5014912" cy="487362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ko-KR" altLang="en-US" noProof="0" dirty="0"/>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F22CB43C-5EE5-16BD-4AAB-082CA67871B7}"/>
              </a:ext>
            </a:extLst>
          </p:cNvPr>
          <p:cNvSpPr>
            <a:spLocks noGrp="1"/>
          </p:cNvSpPr>
          <p:nvPr>
            <p:ph type="dt" sz="half" idx="10"/>
          </p:nvPr>
        </p:nvSpPr>
        <p:spPr/>
        <p:txBody>
          <a:bodyPr/>
          <a:lstStyle>
            <a:lvl1pPr>
              <a:defRPr/>
            </a:lvl1pPr>
          </a:lstStyle>
          <a:p>
            <a:pPr>
              <a:defRPr/>
            </a:pPr>
            <a:fld id="{4A410BF5-9867-4ED9-B713-00D4E0D8FEB8}"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46FA9D9F-1BB3-C024-7F31-351286D436DF}"/>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40CA2E09-98DF-92F3-1F48-0265863A880B}"/>
              </a:ext>
            </a:extLst>
          </p:cNvPr>
          <p:cNvSpPr>
            <a:spLocks noGrp="1"/>
          </p:cNvSpPr>
          <p:nvPr>
            <p:ph type="sldNum" sz="quarter" idx="12"/>
          </p:nvPr>
        </p:nvSpPr>
        <p:spPr/>
        <p:txBody>
          <a:bodyPr/>
          <a:lstStyle>
            <a:lvl1pPr>
              <a:defRPr/>
            </a:lvl1pPr>
          </a:lstStyle>
          <a:p>
            <a:pPr>
              <a:defRPr/>
            </a:pPr>
            <a:fld id="{46D9F4FD-2630-43B4-A5A6-0A037D1E26D5}" type="slidenum">
              <a:rPr lang="ko-KR" altLang="en-US"/>
              <a:pPr>
                <a:defRPr/>
              </a:pPr>
              <a:t>‹#›</a:t>
            </a:fld>
            <a:endParaRPr lang="ko-KR" altLang="en-US"/>
          </a:p>
        </p:txBody>
      </p:sp>
    </p:spTree>
    <p:extLst>
      <p:ext uri="{BB962C8B-B14F-4D97-AF65-F5344CB8AC3E}">
        <p14:creationId xmlns:p14="http://schemas.microsoft.com/office/powerpoint/2010/main" val="61483127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4886A4D8-6C2D-D399-287C-B13A0662CA13}"/>
              </a:ext>
            </a:extLst>
          </p:cNvPr>
          <p:cNvSpPr>
            <a:spLocks noGrp="1"/>
          </p:cNvSpPr>
          <p:nvPr>
            <p:ph type="dt" sz="half" idx="10"/>
          </p:nvPr>
        </p:nvSpPr>
        <p:spPr/>
        <p:txBody>
          <a:bodyPr/>
          <a:lstStyle>
            <a:lvl1pPr>
              <a:defRPr/>
            </a:lvl1pPr>
          </a:lstStyle>
          <a:p>
            <a:pPr>
              <a:defRPr/>
            </a:pPr>
            <a:fld id="{6846E6BE-2AF4-4A6A-ADBC-59C052D4E681}"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CA4A50A9-9016-5AFB-8D5C-52E0A1AAF88A}"/>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49343254-4127-AAF5-F039-94B09F437303}"/>
              </a:ext>
            </a:extLst>
          </p:cNvPr>
          <p:cNvSpPr>
            <a:spLocks noGrp="1"/>
          </p:cNvSpPr>
          <p:nvPr>
            <p:ph type="sldNum" sz="quarter" idx="12"/>
          </p:nvPr>
        </p:nvSpPr>
        <p:spPr/>
        <p:txBody>
          <a:bodyPr/>
          <a:lstStyle>
            <a:lvl1pPr>
              <a:defRPr/>
            </a:lvl1pPr>
          </a:lstStyle>
          <a:p>
            <a:pPr>
              <a:defRPr/>
            </a:pPr>
            <a:fld id="{727546DE-9EFE-44E1-9C3C-0E0F47E086BF}" type="slidenum">
              <a:rPr lang="ko-KR" altLang="en-US"/>
              <a:pPr>
                <a:defRPr/>
              </a:pPr>
              <a:t>‹#›</a:t>
            </a:fld>
            <a:endParaRPr lang="ko-KR" altLang="en-US"/>
          </a:p>
        </p:txBody>
      </p:sp>
    </p:spTree>
    <p:extLst>
      <p:ext uri="{BB962C8B-B14F-4D97-AF65-F5344CB8AC3E}">
        <p14:creationId xmlns:p14="http://schemas.microsoft.com/office/powerpoint/2010/main" val="139917165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7089775" y="365125"/>
            <a:ext cx="2135188" cy="5811838"/>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681038" y="365125"/>
            <a:ext cx="6256337" cy="5811838"/>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1955A7B6-F98A-1C68-581D-D5608909EA8D}"/>
              </a:ext>
            </a:extLst>
          </p:cNvPr>
          <p:cNvSpPr>
            <a:spLocks noGrp="1"/>
          </p:cNvSpPr>
          <p:nvPr>
            <p:ph type="dt" sz="half" idx="10"/>
          </p:nvPr>
        </p:nvSpPr>
        <p:spPr/>
        <p:txBody>
          <a:bodyPr/>
          <a:lstStyle>
            <a:lvl1pPr>
              <a:defRPr/>
            </a:lvl1pPr>
          </a:lstStyle>
          <a:p>
            <a:pPr>
              <a:defRPr/>
            </a:pPr>
            <a:fld id="{69CF5C60-9925-457E-AD2D-A4E51DC9EB87}"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1AF6B82D-909C-6C46-B7AD-62582B525236}"/>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B157577A-193D-D0F8-3202-FA9274A3AED0}"/>
              </a:ext>
            </a:extLst>
          </p:cNvPr>
          <p:cNvSpPr>
            <a:spLocks noGrp="1"/>
          </p:cNvSpPr>
          <p:nvPr>
            <p:ph type="sldNum" sz="quarter" idx="12"/>
          </p:nvPr>
        </p:nvSpPr>
        <p:spPr/>
        <p:txBody>
          <a:bodyPr/>
          <a:lstStyle>
            <a:lvl1pPr>
              <a:defRPr/>
            </a:lvl1pPr>
          </a:lstStyle>
          <a:p>
            <a:pPr>
              <a:defRPr/>
            </a:pPr>
            <a:fld id="{D4AA4BBC-0DF4-4C0B-A2D4-4B68C6BB9937}" type="slidenum">
              <a:rPr lang="ko-KR" altLang="en-US"/>
              <a:pPr>
                <a:defRPr/>
              </a:pPr>
              <a:t>‹#›</a:t>
            </a:fld>
            <a:endParaRPr lang="ko-KR" altLang="en-US"/>
          </a:p>
        </p:txBody>
      </p:sp>
    </p:spTree>
    <p:extLst>
      <p:ext uri="{BB962C8B-B14F-4D97-AF65-F5344CB8AC3E}">
        <p14:creationId xmlns:p14="http://schemas.microsoft.com/office/powerpoint/2010/main" val="207758241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1238250" y="1122363"/>
            <a:ext cx="7429500" cy="2387600"/>
          </a:xfrm>
        </p:spPr>
        <p:txBody>
          <a:bodyPr anchor="b"/>
          <a:lstStyle>
            <a:lvl1pPr algn="ctr">
              <a:defRPr sz="6000"/>
            </a:lvl1pPr>
          </a:lstStyle>
          <a:p>
            <a:r>
              <a:rPr lang="ko-KR" altLang="en-US"/>
              <a:t>마스터 제목 스타일 편집</a:t>
            </a:r>
          </a:p>
        </p:txBody>
      </p:sp>
      <p:sp>
        <p:nvSpPr>
          <p:cNvPr id="3" name="부제목 2"/>
          <p:cNvSpPr>
            <a:spLocks noGrp="1"/>
          </p:cNvSpPr>
          <p:nvPr>
            <p:ph type="subTitle" idx="1"/>
          </p:nvPr>
        </p:nvSpPr>
        <p:spPr>
          <a:xfrm>
            <a:off x="1238250" y="3602038"/>
            <a:ext cx="74295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마스터 부제목 스타일 편집</a:t>
            </a:r>
          </a:p>
        </p:txBody>
      </p:sp>
      <p:sp>
        <p:nvSpPr>
          <p:cNvPr id="4" name="날짜 개체 틀 3">
            <a:extLst>
              <a:ext uri="{FF2B5EF4-FFF2-40B4-BE49-F238E27FC236}">
                <a16:creationId xmlns:a16="http://schemas.microsoft.com/office/drawing/2014/main" id="{5D8E959E-6E18-2E53-CC24-3FD814010446}"/>
              </a:ext>
            </a:extLst>
          </p:cNvPr>
          <p:cNvSpPr>
            <a:spLocks noGrp="1"/>
          </p:cNvSpPr>
          <p:nvPr>
            <p:ph type="dt" sz="half" idx="10"/>
          </p:nvPr>
        </p:nvSpPr>
        <p:spPr/>
        <p:txBody>
          <a:bodyPr/>
          <a:lstStyle>
            <a:lvl1pPr>
              <a:defRPr/>
            </a:lvl1pPr>
          </a:lstStyle>
          <a:p>
            <a:pPr>
              <a:defRPr/>
            </a:pPr>
            <a:fld id="{5F5295D1-9684-4584-B40D-B68C564CD3A5}"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34298533-8747-B2D6-5898-3FA3AB7BB885}"/>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12D8761F-F352-5113-7607-3239DD73B7E3}"/>
              </a:ext>
            </a:extLst>
          </p:cNvPr>
          <p:cNvSpPr>
            <a:spLocks noGrp="1"/>
          </p:cNvSpPr>
          <p:nvPr>
            <p:ph type="sldNum" sz="quarter" idx="12"/>
          </p:nvPr>
        </p:nvSpPr>
        <p:spPr/>
        <p:txBody>
          <a:bodyPr/>
          <a:lstStyle>
            <a:lvl1pPr>
              <a:defRPr/>
            </a:lvl1pPr>
          </a:lstStyle>
          <a:p>
            <a:pPr>
              <a:defRPr/>
            </a:pPr>
            <a:fld id="{E385836D-FB05-471F-903C-6F74E8AD0E1B}" type="slidenum">
              <a:rPr lang="ko-KR" altLang="en-US"/>
              <a:pPr>
                <a:defRPr/>
              </a:pPr>
              <a:t>‹#›</a:t>
            </a:fld>
            <a:endParaRPr lang="ko-KR" altLang="en-US"/>
          </a:p>
        </p:txBody>
      </p:sp>
    </p:spTree>
    <p:extLst>
      <p:ext uri="{BB962C8B-B14F-4D97-AF65-F5344CB8AC3E}">
        <p14:creationId xmlns:p14="http://schemas.microsoft.com/office/powerpoint/2010/main" val="119126598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2B9607F7-DC36-4423-CEE4-C19A7BD00602}"/>
              </a:ext>
            </a:extLst>
          </p:cNvPr>
          <p:cNvSpPr>
            <a:spLocks noGrp="1"/>
          </p:cNvSpPr>
          <p:nvPr>
            <p:ph type="dt" sz="half" idx="10"/>
          </p:nvPr>
        </p:nvSpPr>
        <p:spPr/>
        <p:txBody>
          <a:bodyPr/>
          <a:lstStyle>
            <a:lvl1pPr>
              <a:defRPr/>
            </a:lvl1pPr>
          </a:lstStyle>
          <a:p>
            <a:pPr>
              <a:defRPr/>
            </a:pPr>
            <a:fld id="{246C9B85-87EC-4699-9D53-E8FDD4772764}"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DE8AFE85-B5F4-6D01-99AB-36EA847B1111}"/>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671F648B-AC70-C68C-5390-BE856EECF25E}"/>
              </a:ext>
            </a:extLst>
          </p:cNvPr>
          <p:cNvSpPr>
            <a:spLocks noGrp="1"/>
          </p:cNvSpPr>
          <p:nvPr>
            <p:ph type="sldNum" sz="quarter" idx="12"/>
          </p:nvPr>
        </p:nvSpPr>
        <p:spPr/>
        <p:txBody>
          <a:bodyPr/>
          <a:lstStyle>
            <a:lvl1pPr>
              <a:defRPr/>
            </a:lvl1pPr>
          </a:lstStyle>
          <a:p>
            <a:pPr>
              <a:defRPr/>
            </a:pPr>
            <a:fld id="{2056D483-79B0-462E-B13A-2D9D60549351}" type="slidenum">
              <a:rPr lang="ko-KR" altLang="en-US"/>
              <a:pPr>
                <a:defRPr/>
              </a:pPr>
              <a:t>‹#›</a:t>
            </a:fld>
            <a:endParaRPr lang="ko-KR" altLang="en-US"/>
          </a:p>
        </p:txBody>
      </p:sp>
    </p:spTree>
    <p:extLst>
      <p:ext uri="{BB962C8B-B14F-4D97-AF65-F5344CB8AC3E}">
        <p14:creationId xmlns:p14="http://schemas.microsoft.com/office/powerpoint/2010/main" val="357725258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676275" y="1709738"/>
            <a:ext cx="8543925" cy="2852737"/>
          </a:xfrm>
        </p:spPr>
        <p:txBody>
          <a:bodyPr anchor="b"/>
          <a:lstStyle>
            <a:lvl1pPr>
              <a:defRPr sz="6000"/>
            </a:lvl1pPr>
          </a:lstStyle>
          <a:p>
            <a:r>
              <a:rPr lang="ko-KR" altLang="en-US"/>
              <a:t>마스터 제목 스타일 편집</a:t>
            </a:r>
          </a:p>
        </p:txBody>
      </p:sp>
      <p:sp>
        <p:nvSpPr>
          <p:cNvPr id="3" name="텍스트 개체 틀 2"/>
          <p:cNvSpPr>
            <a:spLocks noGrp="1"/>
          </p:cNvSpPr>
          <p:nvPr>
            <p:ph type="body" idx="1"/>
          </p:nvPr>
        </p:nvSpPr>
        <p:spPr>
          <a:xfrm>
            <a:off x="676275" y="4589463"/>
            <a:ext cx="8543925"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편집합니다</a:t>
            </a:r>
          </a:p>
        </p:txBody>
      </p:sp>
      <p:sp>
        <p:nvSpPr>
          <p:cNvPr id="4" name="날짜 개체 틀 3">
            <a:extLst>
              <a:ext uri="{FF2B5EF4-FFF2-40B4-BE49-F238E27FC236}">
                <a16:creationId xmlns:a16="http://schemas.microsoft.com/office/drawing/2014/main" id="{562B1ACC-9E7B-AAE4-68F2-0AA0375D7245}"/>
              </a:ext>
            </a:extLst>
          </p:cNvPr>
          <p:cNvSpPr>
            <a:spLocks noGrp="1"/>
          </p:cNvSpPr>
          <p:nvPr>
            <p:ph type="dt" sz="half" idx="10"/>
          </p:nvPr>
        </p:nvSpPr>
        <p:spPr/>
        <p:txBody>
          <a:bodyPr/>
          <a:lstStyle>
            <a:lvl1pPr>
              <a:defRPr/>
            </a:lvl1pPr>
          </a:lstStyle>
          <a:p>
            <a:pPr>
              <a:defRPr/>
            </a:pPr>
            <a:fld id="{C3398D70-389E-4393-9042-34D36B94B03A}"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B4546962-675B-91A4-A697-B5AE8297CBFB}"/>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05387969-D7C7-9D50-8D18-C98571B91043}"/>
              </a:ext>
            </a:extLst>
          </p:cNvPr>
          <p:cNvSpPr>
            <a:spLocks noGrp="1"/>
          </p:cNvSpPr>
          <p:nvPr>
            <p:ph type="sldNum" sz="quarter" idx="12"/>
          </p:nvPr>
        </p:nvSpPr>
        <p:spPr/>
        <p:txBody>
          <a:bodyPr/>
          <a:lstStyle>
            <a:lvl1pPr>
              <a:defRPr/>
            </a:lvl1pPr>
          </a:lstStyle>
          <a:p>
            <a:pPr>
              <a:defRPr/>
            </a:pPr>
            <a:fld id="{43756365-F4EF-435E-B35F-8ABD20DA662C}" type="slidenum">
              <a:rPr lang="ko-KR" altLang="en-US"/>
              <a:pPr>
                <a:defRPr/>
              </a:pPr>
              <a:t>‹#›</a:t>
            </a:fld>
            <a:endParaRPr lang="ko-KR" altLang="en-US"/>
          </a:p>
        </p:txBody>
      </p:sp>
    </p:spTree>
    <p:extLst>
      <p:ext uri="{BB962C8B-B14F-4D97-AF65-F5344CB8AC3E}">
        <p14:creationId xmlns:p14="http://schemas.microsoft.com/office/powerpoint/2010/main" val="104083576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681038" y="1825625"/>
            <a:ext cx="4195762"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5029200" y="1825625"/>
            <a:ext cx="4195763"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3">
            <a:extLst>
              <a:ext uri="{FF2B5EF4-FFF2-40B4-BE49-F238E27FC236}">
                <a16:creationId xmlns:a16="http://schemas.microsoft.com/office/drawing/2014/main" id="{EF6F06A0-14D2-5F9A-D40E-2C184C068FC0}"/>
              </a:ext>
            </a:extLst>
          </p:cNvPr>
          <p:cNvSpPr>
            <a:spLocks noGrp="1"/>
          </p:cNvSpPr>
          <p:nvPr>
            <p:ph type="dt" sz="half" idx="10"/>
          </p:nvPr>
        </p:nvSpPr>
        <p:spPr/>
        <p:txBody>
          <a:bodyPr/>
          <a:lstStyle>
            <a:lvl1pPr>
              <a:defRPr/>
            </a:lvl1pPr>
          </a:lstStyle>
          <a:p>
            <a:pPr>
              <a:defRPr/>
            </a:pPr>
            <a:fld id="{22554B4D-7133-46E5-AAA7-F44F1D947C91}"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E68E4103-2C74-3DC4-D860-8F8792689B95}"/>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4FA25CE1-A510-67BF-A373-D6D695A35752}"/>
              </a:ext>
            </a:extLst>
          </p:cNvPr>
          <p:cNvSpPr>
            <a:spLocks noGrp="1"/>
          </p:cNvSpPr>
          <p:nvPr>
            <p:ph type="sldNum" sz="quarter" idx="12"/>
          </p:nvPr>
        </p:nvSpPr>
        <p:spPr/>
        <p:txBody>
          <a:bodyPr/>
          <a:lstStyle>
            <a:lvl1pPr>
              <a:defRPr/>
            </a:lvl1pPr>
          </a:lstStyle>
          <a:p>
            <a:pPr>
              <a:defRPr/>
            </a:pPr>
            <a:fld id="{5E9F391F-AA17-4AE5-929A-CAF2EF6FDB60}" type="slidenum">
              <a:rPr lang="ko-KR" altLang="en-US"/>
              <a:pPr>
                <a:defRPr/>
              </a:pPr>
              <a:t>‹#›</a:t>
            </a:fld>
            <a:endParaRPr lang="ko-KR" altLang="en-US"/>
          </a:p>
        </p:txBody>
      </p:sp>
    </p:spTree>
    <p:extLst>
      <p:ext uri="{BB962C8B-B14F-4D97-AF65-F5344CB8AC3E}">
        <p14:creationId xmlns:p14="http://schemas.microsoft.com/office/powerpoint/2010/main" val="103596932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682625" y="365125"/>
            <a:ext cx="8543925" cy="1325563"/>
          </a:xfrm>
        </p:spPr>
        <p:txBody>
          <a:bodyPr/>
          <a:lstStyle/>
          <a:p>
            <a:r>
              <a:rPr lang="ko-KR" altLang="en-US"/>
              <a:t>마스터 제목 스타일 편집</a:t>
            </a:r>
          </a:p>
        </p:txBody>
      </p:sp>
      <p:sp>
        <p:nvSpPr>
          <p:cNvPr id="3" name="텍스트 개체 틀 2"/>
          <p:cNvSpPr>
            <a:spLocks noGrp="1"/>
          </p:cNvSpPr>
          <p:nvPr>
            <p:ph type="body" idx="1"/>
          </p:nvPr>
        </p:nvSpPr>
        <p:spPr>
          <a:xfrm>
            <a:off x="682625" y="1681163"/>
            <a:ext cx="419100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4" name="내용 개체 틀 3"/>
          <p:cNvSpPr>
            <a:spLocks noGrp="1"/>
          </p:cNvSpPr>
          <p:nvPr>
            <p:ph sz="half" idx="2"/>
          </p:nvPr>
        </p:nvSpPr>
        <p:spPr>
          <a:xfrm>
            <a:off x="682625" y="2505075"/>
            <a:ext cx="4191000"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5014913" y="1681163"/>
            <a:ext cx="42116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6" name="내용 개체 틀 5"/>
          <p:cNvSpPr>
            <a:spLocks noGrp="1"/>
          </p:cNvSpPr>
          <p:nvPr>
            <p:ph sz="quarter" idx="4"/>
          </p:nvPr>
        </p:nvSpPr>
        <p:spPr>
          <a:xfrm>
            <a:off x="5014913" y="2505075"/>
            <a:ext cx="4211637"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3">
            <a:extLst>
              <a:ext uri="{FF2B5EF4-FFF2-40B4-BE49-F238E27FC236}">
                <a16:creationId xmlns:a16="http://schemas.microsoft.com/office/drawing/2014/main" id="{DF5ACA12-C880-B818-BA5D-E287A8FA3E35}"/>
              </a:ext>
            </a:extLst>
          </p:cNvPr>
          <p:cNvSpPr>
            <a:spLocks noGrp="1"/>
          </p:cNvSpPr>
          <p:nvPr>
            <p:ph type="dt" sz="half" idx="10"/>
          </p:nvPr>
        </p:nvSpPr>
        <p:spPr/>
        <p:txBody>
          <a:bodyPr/>
          <a:lstStyle>
            <a:lvl1pPr>
              <a:defRPr/>
            </a:lvl1pPr>
          </a:lstStyle>
          <a:p>
            <a:pPr>
              <a:defRPr/>
            </a:pPr>
            <a:fld id="{D4DFB974-54B6-4218-8B3B-B39205368890}" type="datetimeFigureOut">
              <a:rPr lang="ko-KR" altLang="en-US"/>
              <a:pPr>
                <a:defRPr/>
              </a:pPr>
              <a:t>2026-10-10</a:t>
            </a:fld>
            <a:endParaRPr lang="ko-KR" altLang="en-US" dirty="0"/>
          </a:p>
        </p:txBody>
      </p:sp>
      <p:sp>
        <p:nvSpPr>
          <p:cNvPr id="8" name="바닥글 개체 틀 4">
            <a:extLst>
              <a:ext uri="{FF2B5EF4-FFF2-40B4-BE49-F238E27FC236}">
                <a16:creationId xmlns:a16="http://schemas.microsoft.com/office/drawing/2014/main" id="{011C935D-E56A-5672-EF9F-EF546FA1262D}"/>
              </a:ext>
            </a:extLst>
          </p:cNvPr>
          <p:cNvSpPr>
            <a:spLocks noGrp="1"/>
          </p:cNvSpPr>
          <p:nvPr>
            <p:ph type="ftr" sz="quarter" idx="11"/>
          </p:nvPr>
        </p:nvSpPr>
        <p:spPr/>
        <p:txBody>
          <a:bodyPr/>
          <a:lstStyle>
            <a:lvl1pPr>
              <a:defRPr/>
            </a:lvl1pPr>
          </a:lstStyle>
          <a:p>
            <a:pPr>
              <a:defRPr/>
            </a:pPr>
            <a:endParaRPr lang="ko-KR" altLang="en-US"/>
          </a:p>
        </p:txBody>
      </p:sp>
      <p:sp>
        <p:nvSpPr>
          <p:cNvPr id="9" name="슬라이드 번호 개체 틀 5">
            <a:extLst>
              <a:ext uri="{FF2B5EF4-FFF2-40B4-BE49-F238E27FC236}">
                <a16:creationId xmlns:a16="http://schemas.microsoft.com/office/drawing/2014/main" id="{0F336A11-241B-9257-60BE-903E73D49AAC}"/>
              </a:ext>
            </a:extLst>
          </p:cNvPr>
          <p:cNvSpPr>
            <a:spLocks noGrp="1"/>
          </p:cNvSpPr>
          <p:nvPr>
            <p:ph type="sldNum" sz="quarter" idx="12"/>
          </p:nvPr>
        </p:nvSpPr>
        <p:spPr/>
        <p:txBody>
          <a:bodyPr/>
          <a:lstStyle>
            <a:lvl1pPr>
              <a:defRPr/>
            </a:lvl1pPr>
          </a:lstStyle>
          <a:p>
            <a:pPr>
              <a:defRPr/>
            </a:pPr>
            <a:fld id="{D46C665C-4CCB-4890-9C8F-A17EE913BD0D}" type="slidenum">
              <a:rPr lang="ko-KR" altLang="en-US"/>
              <a:pPr>
                <a:defRPr/>
              </a:pPr>
              <a:t>‹#›</a:t>
            </a:fld>
            <a:endParaRPr lang="ko-KR" altLang="en-US"/>
          </a:p>
        </p:txBody>
      </p:sp>
    </p:spTree>
    <p:extLst>
      <p:ext uri="{BB962C8B-B14F-4D97-AF65-F5344CB8AC3E}">
        <p14:creationId xmlns:p14="http://schemas.microsoft.com/office/powerpoint/2010/main" val="239427921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3">
            <a:extLst>
              <a:ext uri="{FF2B5EF4-FFF2-40B4-BE49-F238E27FC236}">
                <a16:creationId xmlns:a16="http://schemas.microsoft.com/office/drawing/2014/main" id="{FCD12FA0-D562-06D3-95F0-2B8D2B423276}"/>
              </a:ext>
            </a:extLst>
          </p:cNvPr>
          <p:cNvSpPr>
            <a:spLocks noGrp="1"/>
          </p:cNvSpPr>
          <p:nvPr>
            <p:ph type="dt" sz="half" idx="10"/>
          </p:nvPr>
        </p:nvSpPr>
        <p:spPr/>
        <p:txBody>
          <a:bodyPr/>
          <a:lstStyle>
            <a:lvl1pPr>
              <a:defRPr/>
            </a:lvl1pPr>
          </a:lstStyle>
          <a:p>
            <a:pPr>
              <a:defRPr/>
            </a:pPr>
            <a:fld id="{10F793AD-9CCE-4F64-B8AB-F7CAE3D8F98C}" type="datetimeFigureOut">
              <a:rPr lang="ko-KR" altLang="en-US"/>
              <a:pPr>
                <a:defRPr/>
              </a:pPr>
              <a:t>2026-10-10</a:t>
            </a:fld>
            <a:endParaRPr lang="ko-KR" altLang="en-US" dirty="0"/>
          </a:p>
        </p:txBody>
      </p:sp>
      <p:sp>
        <p:nvSpPr>
          <p:cNvPr id="4" name="바닥글 개체 틀 4">
            <a:extLst>
              <a:ext uri="{FF2B5EF4-FFF2-40B4-BE49-F238E27FC236}">
                <a16:creationId xmlns:a16="http://schemas.microsoft.com/office/drawing/2014/main" id="{C493398D-FF0B-79CB-BF67-D08C0818CCBB}"/>
              </a:ext>
            </a:extLst>
          </p:cNvPr>
          <p:cNvSpPr>
            <a:spLocks noGrp="1"/>
          </p:cNvSpPr>
          <p:nvPr>
            <p:ph type="ftr" sz="quarter" idx="11"/>
          </p:nvPr>
        </p:nvSpPr>
        <p:spPr/>
        <p:txBody>
          <a:bodyPr/>
          <a:lstStyle>
            <a:lvl1pPr>
              <a:defRPr/>
            </a:lvl1pPr>
          </a:lstStyle>
          <a:p>
            <a:pPr>
              <a:defRPr/>
            </a:pPr>
            <a:endParaRPr lang="ko-KR" altLang="en-US"/>
          </a:p>
        </p:txBody>
      </p:sp>
      <p:sp>
        <p:nvSpPr>
          <p:cNvPr id="5" name="슬라이드 번호 개체 틀 5">
            <a:extLst>
              <a:ext uri="{FF2B5EF4-FFF2-40B4-BE49-F238E27FC236}">
                <a16:creationId xmlns:a16="http://schemas.microsoft.com/office/drawing/2014/main" id="{BCF4A201-00BE-EBFB-B692-39D943854F76}"/>
              </a:ext>
            </a:extLst>
          </p:cNvPr>
          <p:cNvSpPr>
            <a:spLocks noGrp="1"/>
          </p:cNvSpPr>
          <p:nvPr>
            <p:ph type="sldNum" sz="quarter" idx="12"/>
          </p:nvPr>
        </p:nvSpPr>
        <p:spPr/>
        <p:txBody>
          <a:bodyPr/>
          <a:lstStyle>
            <a:lvl1pPr>
              <a:defRPr/>
            </a:lvl1pPr>
          </a:lstStyle>
          <a:p>
            <a:pPr>
              <a:defRPr/>
            </a:pPr>
            <a:fld id="{1A3D0C2B-F890-4804-BAF4-6593E4A84E3E}" type="slidenum">
              <a:rPr lang="ko-KR" altLang="en-US"/>
              <a:pPr>
                <a:defRPr/>
              </a:pPr>
              <a:t>‹#›</a:t>
            </a:fld>
            <a:endParaRPr lang="ko-KR" altLang="en-US"/>
          </a:p>
        </p:txBody>
      </p:sp>
    </p:spTree>
    <p:extLst>
      <p:ext uri="{BB962C8B-B14F-4D97-AF65-F5344CB8AC3E}">
        <p14:creationId xmlns:p14="http://schemas.microsoft.com/office/powerpoint/2010/main" val="353909006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3">
            <a:extLst>
              <a:ext uri="{FF2B5EF4-FFF2-40B4-BE49-F238E27FC236}">
                <a16:creationId xmlns:a16="http://schemas.microsoft.com/office/drawing/2014/main" id="{D6781DC8-97DE-4F82-5423-A4C1256A4EE8}"/>
              </a:ext>
            </a:extLst>
          </p:cNvPr>
          <p:cNvSpPr>
            <a:spLocks noGrp="1"/>
          </p:cNvSpPr>
          <p:nvPr>
            <p:ph type="dt" sz="half" idx="10"/>
          </p:nvPr>
        </p:nvSpPr>
        <p:spPr/>
        <p:txBody>
          <a:bodyPr/>
          <a:lstStyle>
            <a:lvl1pPr>
              <a:defRPr/>
            </a:lvl1pPr>
          </a:lstStyle>
          <a:p>
            <a:pPr>
              <a:defRPr/>
            </a:pPr>
            <a:fld id="{4530139E-4DC7-45AB-82DF-2AD7AB598EAE}" type="datetimeFigureOut">
              <a:rPr lang="ko-KR" altLang="en-US"/>
              <a:pPr>
                <a:defRPr/>
              </a:pPr>
              <a:t>2026-10-10</a:t>
            </a:fld>
            <a:endParaRPr lang="ko-KR" altLang="en-US" dirty="0"/>
          </a:p>
        </p:txBody>
      </p:sp>
      <p:sp>
        <p:nvSpPr>
          <p:cNvPr id="3" name="바닥글 개체 틀 4">
            <a:extLst>
              <a:ext uri="{FF2B5EF4-FFF2-40B4-BE49-F238E27FC236}">
                <a16:creationId xmlns:a16="http://schemas.microsoft.com/office/drawing/2014/main" id="{89E10452-D5BD-E118-23E6-D1166016C205}"/>
              </a:ext>
            </a:extLst>
          </p:cNvPr>
          <p:cNvSpPr>
            <a:spLocks noGrp="1"/>
          </p:cNvSpPr>
          <p:nvPr>
            <p:ph type="ftr" sz="quarter" idx="11"/>
          </p:nvPr>
        </p:nvSpPr>
        <p:spPr/>
        <p:txBody>
          <a:bodyPr/>
          <a:lstStyle>
            <a:lvl1pPr>
              <a:defRPr/>
            </a:lvl1pPr>
          </a:lstStyle>
          <a:p>
            <a:pPr>
              <a:defRPr/>
            </a:pPr>
            <a:endParaRPr lang="ko-KR" altLang="en-US"/>
          </a:p>
        </p:txBody>
      </p:sp>
      <p:sp>
        <p:nvSpPr>
          <p:cNvPr id="4" name="슬라이드 번호 개체 틀 5">
            <a:extLst>
              <a:ext uri="{FF2B5EF4-FFF2-40B4-BE49-F238E27FC236}">
                <a16:creationId xmlns:a16="http://schemas.microsoft.com/office/drawing/2014/main" id="{D7E8AEBA-9BD2-7FEE-C0FA-18A23AEBCFFF}"/>
              </a:ext>
            </a:extLst>
          </p:cNvPr>
          <p:cNvSpPr>
            <a:spLocks noGrp="1"/>
          </p:cNvSpPr>
          <p:nvPr>
            <p:ph type="sldNum" sz="quarter" idx="12"/>
          </p:nvPr>
        </p:nvSpPr>
        <p:spPr/>
        <p:txBody>
          <a:bodyPr/>
          <a:lstStyle>
            <a:lvl1pPr>
              <a:defRPr/>
            </a:lvl1pPr>
          </a:lstStyle>
          <a:p>
            <a:pPr>
              <a:defRPr/>
            </a:pPr>
            <a:fld id="{33269107-5889-4334-96E4-9E123F95B147}" type="slidenum">
              <a:rPr lang="ko-KR" altLang="en-US"/>
              <a:pPr>
                <a:defRPr/>
              </a:pPr>
              <a:t>‹#›</a:t>
            </a:fld>
            <a:endParaRPr lang="ko-KR" altLang="en-US"/>
          </a:p>
        </p:txBody>
      </p:sp>
    </p:spTree>
    <p:extLst>
      <p:ext uri="{BB962C8B-B14F-4D97-AF65-F5344CB8AC3E}">
        <p14:creationId xmlns:p14="http://schemas.microsoft.com/office/powerpoint/2010/main" val="4008953577"/>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내용 개체 틀 2"/>
          <p:cNvSpPr>
            <a:spLocks noGrp="1"/>
          </p:cNvSpPr>
          <p:nvPr>
            <p:ph idx="1"/>
          </p:nvPr>
        </p:nvSpPr>
        <p:spPr>
          <a:xfrm>
            <a:off x="4211638" y="987425"/>
            <a:ext cx="5014912"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373E4498-D6C6-F9EE-FF44-BE0924C5F257}"/>
              </a:ext>
            </a:extLst>
          </p:cNvPr>
          <p:cNvSpPr>
            <a:spLocks noGrp="1"/>
          </p:cNvSpPr>
          <p:nvPr>
            <p:ph type="dt" sz="half" idx="10"/>
          </p:nvPr>
        </p:nvSpPr>
        <p:spPr/>
        <p:txBody>
          <a:bodyPr/>
          <a:lstStyle>
            <a:lvl1pPr>
              <a:defRPr/>
            </a:lvl1pPr>
          </a:lstStyle>
          <a:p>
            <a:pPr>
              <a:defRPr/>
            </a:pPr>
            <a:fld id="{7C68AE8C-B98C-408B-82D2-C45506F4CA8C}"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97D2ECB4-707B-A0BA-FB96-F3E43ABA3672}"/>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4B35960A-E65B-8847-3E2F-297459ADD1D9}"/>
              </a:ext>
            </a:extLst>
          </p:cNvPr>
          <p:cNvSpPr>
            <a:spLocks noGrp="1"/>
          </p:cNvSpPr>
          <p:nvPr>
            <p:ph type="sldNum" sz="quarter" idx="12"/>
          </p:nvPr>
        </p:nvSpPr>
        <p:spPr/>
        <p:txBody>
          <a:bodyPr/>
          <a:lstStyle>
            <a:lvl1pPr>
              <a:defRPr/>
            </a:lvl1pPr>
          </a:lstStyle>
          <a:p>
            <a:pPr>
              <a:defRPr/>
            </a:pPr>
            <a:fld id="{CF0F290B-7A7E-4370-B310-E6AB763FDDE6}" type="slidenum">
              <a:rPr lang="ko-KR" altLang="en-US"/>
              <a:pPr>
                <a:defRPr/>
              </a:pPr>
              <a:t>‹#›</a:t>
            </a:fld>
            <a:endParaRPr lang="ko-KR" altLang="en-US"/>
          </a:p>
        </p:txBody>
      </p:sp>
    </p:spTree>
    <p:extLst>
      <p:ext uri="{BB962C8B-B14F-4D97-AF65-F5344CB8AC3E}">
        <p14:creationId xmlns:p14="http://schemas.microsoft.com/office/powerpoint/2010/main" val="423589052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그림 개체 틀 2"/>
          <p:cNvSpPr>
            <a:spLocks noGrp="1"/>
          </p:cNvSpPr>
          <p:nvPr>
            <p:ph type="pic" idx="1"/>
          </p:nvPr>
        </p:nvSpPr>
        <p:spPr>
          <a:xfrm>
            <a:off x="4211638" y="987425"/>
            <a:ext cx="5014912" cy="487362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ko-KR" altLang="en-US" noProof="0" dirty="0"/>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99543584-303E-6DBC-CBF5-B7E20766EEAE}"/>
              </a:ext>
            </a:extLst>
          </p:cNvPr>
          <p:cNvSpPr>
            <a:spLocks noGrp="1"/>
          </p:cNvSpPr>
          <p:nvPr>
            <p:ph type="dt" sz="half" idx="10"/>
          </p:nvPr>
        </p:nvSpPr>
        <p:spPr/>
        <p:txBody>
          <a:bodyPr/>
          <a:lstStyle>
            <a:lvl1pPr>
              <a:defRPr/>
            </a:lvl1pPr>
          </a:lstStyle>
          <a:p>
            <a:pPr>
              <a:defRPr/>
            </a:pPr>
            <a:fld id="{0DA44EE4-C6F6-46BF-A0AE-954FBF3D8735}"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640D4EAD-E2D2-C672-6C52-4D99D9D939ED}"/>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D7F8C871-04D3-1379-0F65-A7CBB39C93DB}"/>
              </a:ext>
            </a:extLst>
          </p:cNvPr>
          <p:cNvSpPr>
            <a:spLocks noGrp="1"/>
          </p:cNvSpPr>
          <p:nvPr>
            <p:ph type="sldNum" sz="quarter" idx="12"/>
          </p:nvPr>
        </p:nvSpPr>
        <p:spPr/>
        <p:txBody>
          <a:bodyPr/>
          <a:lstStyle>
            <a:lvl1pPr>
              <a:defRPr/>
            </a:lvl1pPr>
          </a:lstStyle>
          <a:p>
            <a:pPr>
              <a:defRPr/>
            </a:pPr>
            <a:fld id="{E3BD81D5-83AB-4B07-9092-3E0D15CB06A0}" type="slidenum">
              <a:rPr lang="ko-KR" altLang="en-US"/>
              <a:pPr>
                <a:defRPr/>
              </a:pPr>
              <a:t>‹#›</a:t>
            </a:fld>
            <a:endParaRPr lang="ko-KR" altLang="en-US"/>
          </a:p>
        </p:txBody>
      </p:sp>
    </p:spTree>
    <p:extLst>
      <p:ext uri="{BB962C8B-B14F-4D97-AF65-F5344CB8AC3E}">
        <p14:creationId xmlns:p14="http://schemas.microsoft.com/office/powerpoint/2010/main" val="169162224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4FFF202F-B01D-3426-E95C-F3B03EB57096}"/>
              </a:ext>
            </a:extLst>
          </p:cNvPr>
          <p:cNvSpPr>
            <a:spLocks noGrp="1"/>
          </p:cNvSpPr>
          <p:nvPr>
            <p:ph type="dt" sz="half" idx="10"/>
          </p:nvPr>
        </p:nvSpPr>
        <p:spPr/>
        <p:txBody>
          <a:bodyPr/>
          <a:lstStyle>
            <a:lvl1pPr>
              <a:defRPr/>
            </a:lvl1pPr>
          </a:lstStyle>
          <a:p>
            <a:pPr>
              <a:defRPr/>
            </a:pPr>
            <a:fld id="{5F6FF165-1955-4DAF-98E4-F31DF61C798A}"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0864F33F-B168-A0FC-D9ED-317F0AA9346A}"/>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8DD5C3BE-0FDB-2027-BB51-46C5B4CB21FD}"/>
              </a:ext>
            </a:extLst>
          </p:cNvPr>
          <p:cNvSpPr>
            <a:spLocks noGrp="1"/>
          </p:cNvSpPr>
          <p:nvPr>
            <p:ph type="sldNum" sz="quarter" idx="12"/>
          </p:nvPr>
        </p:nvSpPr>
        <p:spPr/>
        <p:txBody>
          <a:bodyPr/>
          <a:lstStyle>
            <a:lvl1pPr>
              <a:defRPr/>
            </a:lvl1pPr>
          </a:lstStyle>
          <a:p>
            <a:pPr>
              <a:defRPr/>
            </a:pPr>
            <a:fld id="{B8DD0C55-1452-4DD9-9045-38DB47C1ECE9}" type="slidenum">
              <a:rPr lang="ko-KR" altLang="en-US"/>
              <a:pPr>
                <a:defRPr/>
              </a:pPr>
              <a:t>‹#›</a:t>
            </a:fld>
            <a:endParaRPr lang="ko-KR" altLang="en-US"/>
          </a:p>
        </p:txBody>
      </p:sp>
    </p:spTree>
    <p:extLst>
      <p:ext uri="{BB962C8B-B14F-4D97-AF65-F5344CB8AC3E}">
        <p14:creationId xmlns:p14="http://schemas.microsoft.com/office/powerpoint/2010/main" val="1798614606"/>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7089775" y="365125"/>
            <a:ext cx="2135188" cy="5811838"/>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681038" y="365125"/>
            <a:ext cx="6256337" cy="5811838"/>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A64F4B7C-4B95-B9BB-BB5C-98F35C40E17D}"/>
              </a:ext>
            </a:extLst>
          </p:cNvPr>
          <p:cNvSpPr>
            <a:spLocks noGrp="1"/>
          </p:cNvSpPr>
          <p:nvPr>
            <p:ph type="dt" sz="half" idx="10"/>
          </p:nvPr>
        </p:nvSpPr>
        <p:spPr/>
        <p:txBody>
          <a:bodyPr/>
          <a:lstStyle>
            <a:lvl1pPr>
              <a:defRPr/>
            </a:lvl1pPr>
          </a:lstStyle>
          <a:p>
            <a:pPr>
              <a:defRPr/>
            </a:pPr>
            <a:fld id="{AB6556CF-C4BE-48E7-A43E-CD2DAE5F4DD6}"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287B939A-DD59-464F-9D69-4AFB35B0A203}"/>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8675D21E-5742-14B1-ACF8-442842E73BC9}"/>
              </a:ext>
            </a:extLst>
          </p:cNvPr>
          <p:cNvSpPr>
            <a:spLocks noGrp="1"/>
          </p:cNvSpPr>
          <p:nvPr>
            <p:ph type="sldNum" sz="quarter" idx="12"/>
          </p:nvPr>
        </p:nvSpPr>
        <p:spPr/>
        <p:txBody>
          <a:bodyPr/>
          <a:lstStyle>
            <a:lvl1pPr>
              <a:defRPr/>
            </a:lvl1pPr>
          </a:lstStyle>
          <a:p>
            <a:pPr>
              <a:defRPr/>
            </a:pPr>
            <a:fld id="{D01EDA0B-36DB-4A80-94FF-9E4354F0D541}" type="slidenum">
              <a:rPr lang="ko-KR" altLang="en-US"/>
              <a:pPr>
                <a:defRPr/>
              </a:pPr>
              <a:t>‹#›</a:t>
            </a:fld>
            <a:endParaRPr lang="ko-KR" altLang="en-US"/>
          </a:p>
        </p:txBody>
      </p:sp>
    </p:spTree>
    <p:extLst>
      <p:ext uri="{BB962C8B-B14F-4D97-AF65-F5344CB8AC3E}">
        <p14:creationId xmlns:p14="http://schemas.microsoft.com/office/powerpoint/2010/main" val="2535318907"/>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3808806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2" name="직사각형 1">
            <a:extLst>
              <a:ext uri="{FF2B5EF4-FFF2-40B4-BE49-F238E27FC236}">
                <a16:creationId xmlns:a16="http://schemas.microsoft.com/office/drawing/2014/main" id="{936F0AE2-7936-99D4-12EC-78DFBA875DEA}"/>
              </a:ext>
            </a:extLst>
          </p:cNvPr>
          <p:cNvSpPr/>
          <p:nvPr userDrawn="1"/>
        </p:nvSpPr>
        <p:spPr bwMode="auto">
          <a:xfrm>
            <a:off x="3175" y="1773238"/>
            <a:ext cx="9899650" cy="71437"/>
          </a:xfrm>
          <a:prstGeom prst="rect">
            <a:avLst/>
          </a:prstGeom>
          <a:solidFill>
            <a:schemeClr val="bg1">
              <a:lumMod val="85000"/>
            </a:schemeClr>
          </a:solidFill>
          <a:ln w="9525" cap="flat" cmpd="sng" algn="ctr">
            <a:noFill/>
            <a:prstDash val="solid"/>
            <a:round/>
            <a:headEnd type="none" w="med" len="med"/>
            <a:tailEnd type="none" w="med" len="med"/>
          </a:ln>
          <a:effectLst/>
        </p:spPr>
        <p:txBody>
          <a:bodyPr/>
          <a:lstStyle/>
          <a:p>
            <a:pPr>
              <a:defRPr/>
            </a:pPr>
            <a:endParaRPr lang="ko-KR" altLang="en-US" dirty="0">
              <a:ea typeface="굴림" panose="020B0600000101010101" pitchFamily="50" charset="-127"/>
              <a:cs typeface="Arial" charset="0"/>
            </a:endParaRPr>
          </a:p>
        </p:txBody>
      </p:sp>
      <p:sp>
        <p:nvSpPr>
          <p:cNvPr id="3" name="직사각형 2">
            <a:extLst>
              <a:ext uri="{FF2B5EF4-FFF2-40B4-BE49-F238E27FC236}">
                <a16:creationId xmlns:a16="http://schemas.microsoft.com/office/drawing/2014/main" id="{364129B5-B4FB-67A6-334F-0F8E42F0D51E}"/>
              </a:ext>
            </a:extLst>
          </p:cNvPr>
          <p:cNvSpPr/>
          <p:nvPr userDrawn="1"/>
        </p:nvSpPr>
        <p:spPr bwMode="auto">
          <a:xfrm>
            <a:off x="3175" y="1844675"/>
            <a:ext cx="9899650" cy="144463"/>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ko-KR" altLang="en-US" dirty="0">
              <a:ea typeface="굴림" panose="020B0600000101010101" pitchFamily="50" charset="-127"/>
              <a:cs typeface="Arial" charset="0"/>
            </a:endParaRPr>
          </a:p>
        </p:txBody>
      </p:sp>
      <p:pic>
        <p:nvPicPr>
          <p:cNvPr id="4" name="그림 3">
            <a:extLst>
              <a:ext uri="{FF2B5EF4-FFF2-40B4-BE49-F238E27FC236}">
                <a16:creationId xmlns:a16="http://schemas.microsoft.com/office/drawing/2014/main" id="{A45B5EDE-C345-2684-C050-3F2D3BDEC980}"/>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7977188" y="77788"/>
            <a:ext cx="18891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9" name="텍스트 개체 틀 18"/>
          <p:cNvSpPr>
            <a:spLocks noGrp="1"/>
          </p:cNvSpPr>
          <p:nvPr>
            <p:ph type="body" sz="quarter" idx="13"/>
          </p:nvPr>
        </p:nvSpPr>
        <p:spPr>
          <a:xfrm>
            <a:off x="0" y="1052736"/>
            <a:ext cx="9906000" cy="720155"/>
          </a:xfrm>
          <a:prstGeom prst="rect">
            <a:avLst/>
          </a:prstGeom>
        </p:spPr>
        <p:txBody>
          <a:bodyPr anchor="ctr" anchorCtr="0"/>
          <a:lstStyle>
            <a:lvl1pPr algn="ctr">
              <a:buNone/>
              <a:defRPr sz="2800" b="1"/>
            </a:lvl1pPr>
          </a:lstStyle>
          <a:p>
            <a:pPr lvl="0"/>
            <a:endParaRPr lang="ko-KR" altLang="en-US" dirty="0"/>
          </a:p>
        </p:txBody>
      </p:sp>
    </p:spTree>
    <p:extLst>
      <p:ext uri="{BB962C8B-B14F-4D97-AF65-F5344CB8AC3E}">
        <p14:creationId xmlns:p14="http://schemas.microsoft.com/office/powerpoint/2010/main" val="4177701342"/>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Blank / #">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A749317A-83DB-E9DC-7FB8-33617D1AF51C}"/>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5B93F331-A720-4D8F-B65D-EDA5840D8595}"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75171743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Blank / #">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631F1583-FDC3-94B7-00F5-8E9A4FAC4334}"/>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79A122AD-7E0F-4147-BBC7-EED74CD49E12}"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69440736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2.xml"/><Relationship Id="rId13" Type="http://schemas.openxmlformats.org/officeDocument/2006/relationships/slideLayout" Target="../slideLayouts/slideLayout17.xml"/><Relationship Id="rId3" Type="http://schemas.openxmlformats.org/officeDocument/2006/relationships/slideLayout" Target="../slideLayouts/slideLayout7.xml"/><Relationship Id="rId7" Type="http://schemas.openxmlformats.org/officeDocument/2006/relationships/slideLayout" Target="../slideLayouts/slideLayout11.xml"/><Relationship Id="rId12" Type="http://schemas.openxmlformats.org/officeDocument/2006/relationships/slideLayout" Target="../slideLayouts/slideLayout16.xml"/><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slideLayout" Target="../slideLayouts/slideLayout10.xml"/><Relationship Id="rId11" Type="http://schemas.openxmlformats.org/officeDocument/2006/relationships/slideLayout" Target="../slideLayouts/slideLayout15.xml"/><Relationship Id="rId5" Type="http://schemas.openxmlformats.org/officeDocument/2006/relationships/slideLayout" Target="../slideLayouts/slideLayout9.xml"/><Relationship Id="rId10" Type="http://schemas.openxmlformats.org/officeDocument/2006/relationships/slideLayout" Target="../slideLayouts/slideLayout14.xml"/><Relationship Id="rId4" Type="http://schemas.openxmlformats.org/officeDocument/2006/relationships/slideLayout" Target="../slideLayouts/slideLayout8.xml"/><Relationship Id="rId9" Type="http://schemas.openxmlformats.org/officeDocument/2006/relationships/slideLayout" Target="../slideLayouts/slideLayout13.xml"/><Relationship Id="rId1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5.xml"/><Relationship Id="rId3" Type="http://schemas.openxmlformats.org/officeDocument/2006/relationships/slideLayout" Target="../slideLayouts/slideLayout20.xml"/><Relationship Id="rId7" Type="http://schemas.openxmlformats.org/officeDocument/2006/relationships/slideLayout" Target="../slideLayouts/slideLayout24.xml"/><Relationship Id="rId12" Type="http://schemas.openxmlformats.org/officeDocument/2006/relationships/theme" Target="../theme/theme3.xml"/><Relationship Id="rId2" Type="http://schemas.openxmlformats.org/officeDocument/2006/relationships/slideLayout" Target="../slideLayouts/slideLayout19.xml"/><Relationship Id="rId1" Type="http://schemas.openxmlformats.org/officeDocument/2006/relationships/slideLayout" Target="../slideLayouts/slideLayout18.xml"/><Relationship Id="rId6" Type="http://schemas.openxmlformats.org/officeDocument/2006/relationships/slideLayout" Target="../slideLayouts/slideLayout23.xml"/><Relationship Id="rId11" Type="http://schemas.openxmlformats.org/officeDocument/2006/relationships/slideLayout" Target="../slideLayouts/slideLayout28.xml"/><Relationship Id="rId5" Type="http://schemas.openxmlformats.org/officeDocument/2006/relationships/slideLayout" Target="../slideLayouts/slideLayout22.xml"/><Relationship Id="rId10" Type="http://schemas.openxmlformats.org/officeDocument/2006/relationships/slideLayout" Target="../slideLayouts/slideLayout27.xml"/><Relationship Id="rId4" Type="http://schemas.openxmlformats.org/officeDocument/2006/relationships/slideLayout" Target="../slideLayouts/slideLayout21.xml"/><Relationship Id="rId9" Type="http://schemas.openxmlformats.org/officeDocument/2006/relationships/slideLayout" Target="../slideLayouts/slideLayout26.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36.xml"/><Relationship Id="rId3" Type="http://schemas.openxmlformats.org/officeDocument/2006/relationships/slideLayout" Target="../slideLayouts/slideLayout31.xml"/><Relationship Id="rId7" Type="http://schemas.openxmlformats.org/officeDocument/2006/relationships/slideLayout" Target="../slideLayouts/slideLayout35.xml"/><Relationship Id="rId12" Type="http://schemas.openxmlformats.org/officeDocument/2006/relationships/theme" Target="../theme/theme4.xml"/><Relationship Id="rId2" Type="http://schemas.openxmlformats.org/officeDocument/2006/relationships/slideLayout" Target="../slideLayouts/slideLayout30.xml"/><Relationship Id="rId1" Type="http://schemas.openxmlformats.org/officeDocument/2006/relationships/slideLayout" Target="../slideLayouts/slideLayout29.xml"/><Relationship Id="rId6" Type="http://schemas.openxmlformats.org/officeDocument/2006/relationships/slideLayout" Target="../slideLayouts/slideLayout34.xml"/><Relationship Id="rId11" Type="http://schemas.openxmlformats.org/officeDocument/2006/relationships/slideLayout" Target="../slideLayouts/slideLayout39.xml"/><Relationship Id="rId5" Type="http://schemas.openxmlformats.org/officeDocument/2006/relationships/slideLayout" Target="../slideLayouts/slideLayout33.xml"/><Relationship Id="rId10" Type="http://schemas.openxmlformats.org/officeDocument/2006/relationships/slideLayout" Target="../slideLayouts/slideLayout38.xml"/><Relationship Id="rId4" Type="http://schemas.openxmlformats.org/officeDocument/2006/relationships/slideLayout" Target="../slideLayouts/slideLayout32.xml"/><Relationship Id="rId9" Type="http://schemas.openxmlformats.org/officeDocument/2006/relationships/slideLayout" Target="../slideLayouts/slideLayout37.xml"/></Relationships>
</file>

<file path=ppt/slideMasters/_rels/slideMaster5.xml.rels><?xml version="1.0" encoding="UTF-8" standalone="yes"?>
<Relationships xmlns="http://schemas.openxmlformats.org/package/2006/relationships"><Relationship Id="rId3" Type="http://schemas.openxmlformats.org/officeDocument/2006/relationships/slideLayout" Target="../slideLayouts/slideLayout42.xml"/><Relationship Id="rId2" Type="http://schemas.openxmlformats.org/officeDocument/2006/relationships/slideLayout" Target="../slideLayouts/slideLayout41.xml"/><Relationship Id="rId1" Type="http://schemas.openxmlformats.org/officeDocument/2006/relationships/slideLayout" Target="../slideLayouts/slideLayout40.xml"/><Relationship Id="rId4" Type="http://schemas.openxmlformats.org/officeDocument/2006/relationships/theme" Target="../theme/theme5.xml"/></Relationships>
</file>

<file path=ppt/slideMasters/_rels/slideMaster6.xml.rels><?xml version="1.0" encoding="UTF-8" standalone="yes"?>
<Relationships xmlns="http://schemas.openxmlformats.org/package/2006/relationships"><Relationship Id="rId2" Type="http://schemas.openxmlformats.org/officeDocument/2006/relationships/theme" Target="../theme/theme6.xml"/><Relationship Id="rId1" Type="http://schemas.openxmlformats.org/officeDocument/2006/relationships/slideLayout" Target="../slideLayouts/slideLayout4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그림 6">
            <a:extLst>
              <a:ext uri="{FF2B5EF4-FFF2-40B4-BE49-F238E27FC236}">
                <a16:creationId xmlns:a16="http://schemas.microsoft.com/office/drawing/2014/main" id="{CBEC4FC3-23E9-9417-7CA8-DCF74D6EBEA7}"/>
              </a:ext>
            </a:extLst>
          </p:cNvPr>
          <p:cNvPicPr>
            <a:picLocks noChangeAspect="1" noChangeArrowheads="1"/>
          </p:cNvPicPr>
          <p:nvPr userDrawn="1"/>
        </p:nvPicPr>
        <p:blipFill>
          <a:blip r:embed="rId6">
            <a:extLst>
              <a:ext uri="{28A0092B-C50C-407E-A947-70E740481C1C}">
                <a14:useLocalDpi xmlns:a14="http://schemas.microsoft.com/office/drawing/2010/main" val="0"/>
              </a:ext>
            </a:extLst>
          </a:blip>
          <a:srcRect/>
          <a:stretch>
            <a:fillRect/>
          </a:stretch>
        </p:blipFill>
        <p:spPr bwMode="auto">
          <a:xfrm>
            <a:off x="7977188" y="77788"/>
            <a:ext cx="18891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28709" name="Line 5">
            <a:extLst>
              <a:ext uri="{FF2B5EF4-FFF2-40B4-BE49-F238E27FC236}">
                <a16:creationId xmlns:a16="http://schemas.microsoft.com/office/drawing/2014/main" id="{4CE13C33-5765-96B9-1742-57D21AC527A9}"/>
              </a:ext>
            </a:extLst>
          </p:cNvPr>
          <p:cNvSpPr>
            <a:spLocks noChangeShapeType="1"/>
          </p:cNvSpPr>
          <p:nvPr userDrawn="1"/>
        </p:nvSpPr>
        <p:spPr bwMode="auto">
          <a:xfrm>
            <a:off x="3175" y="625475"/>
            <a:ext cx="9899650" cy="0"/>
          </a:xfrm>
          <a:prstGeom prst="line">
            <a:avLst/>
          </a:prstGeom>
          <a:noFill/>
          <a:ln w="9525">
            <a:solidFill>
              <a:schemeClr val="tx1">
                <a:lumMod val="75000"/>
                <a:lumOff val="25000"/>
              </a:schemeClr>
            </a:solidFill>
            <a:round/>
            <a:headEnd/>
            <a:tailEnd/>
          </a:ln>
          <a:effectLst/>
        </p:spPr>
        <p:txBody>
          <a:bodyPr/>
          <a:lstStyle/>
          <a:p>
            <a:pPr>
              <a:defRPr/>
            </a:pPr>
            <a:endParaRPr lang="ko-KR" altLang="en-US" dirty="0">
              <a:ea typeface="굴림" panose="020B0600000101010101" pitchFamily="50" charset="-127"/>
              <a:cs typeface="Arial" charset="0"/>
            </a:endParaRPr>
          </a:p>
        </p:txBody>
      </p:sp>
      <p:sp>
        <p:nvSpPr>
          <p:cNvPr id="328710" name="Line 6">
            <a:extLst>
              <a:ext uri="{FF2B5EF4-FFF2-40B4-BE49-F238E27FC236}">
                <a16:creationId xmlns:a16="http://schemas.microsoft.com/office/drawing/2014/main" id="{B4F8A461-441B-9B96-3A93-B41C1F199924}"/>
              </a:ext>
            </a:extLst>
          </p:cNvPr>
          <p:cNvSpPr>
            <a:spLocks noChangeShapeType="1"/>
          </p:cNvSpPr>
          <p:nvPr userDrawn="1"/>
        </p:nvSpPr>
        <p:spPr bwMode="auto">
          <a:xfrm>
            <a:off x="3175" y="6332538"/>
            <a:ext cx="9899650" cy="0"/>
          </a:xfrm>
          <a:prstGeom prst="line">
            <a:avLst/>
          </a:prstGeom>
          <a:noFill/>
          <a:ln w="9525">
            <a:solidFill>
              <a:schemeClr val="tx1">
                <a:lumMod val="75000"/>
                <a:lumOff val="25000"/>
              </a:schemeClr>
            </a:solidFill>
            <a:round/>
            <a:headEnd/>
            <a:tailEnd/>
          </a:ln>
          <a:effectLst/>
        </p:spPr>
        <p:txBody>
          <a:bodyPr/>
          <a:lstStyle/>
          <a:p>
            <a:pPr>
              <a:defRPr/>
            </a:pPr>
            <a:endParaRPr lang="ko-KR" altLang="en-US" dirty="0">
              <a:ea typeface="굴림" panose="020B0600000101010101" pitchFamily="50" charset="-127"/>
              <a:cs typeface="Arial" charset="0"/>
            </a:endParaRPr>
          </a:p>
        </p:txBody>
      </p:sp>
      <p:sp>
        <p:nvSpPr>
          <p:cNvPr id="10" name="Line 5">
            <a:extLst>
              <a:ext uri="{FF2B5EF4-FFF2-40B4-BE49-F238E27FC236}">
                <a16:creationId xmlns:a16="http://schemas.microsoft.com/office/drawing/2014/main" id="{0A27AB26-5188-CEFC-B7BC-1B7F675439F6}"/>
              </a:ext>
            </a:extLst>
          </p:cNvPr>
          <p:cNvSpPr>
            <a:spLocks noChangeShapeType="1"/>
          </p:cNvSpPr>
          <p:nvPr userDrawn="1"/>
        </p:nvSpPr>
        <p:spPr bwMode="auto">
          <a:xfrm>
            <a:off x="3175" y="612775"/>
            <a:ext cx="9899650" cy="0"/>
          </a:xfrm>
          <a:prstGeom prst="line">
            <a:avLst/>
          </a:prstGeom>
          <a:noFill/>
          <a:ln w="9525">
            <a:solidFill>
              <a:schemeClr val="bg1">
                <a:lumMod val="75000"/>
              </a:schemeClr>
            </a:solidFill>
            <a:round/>
            <a:headEnd/>
            <a:tailEnd/>
          </a:ln>
          <a:effectLst/>
        </p:spPr>
        <p:txBody>
          <a:bodyPr/>
          <a:lstStyle/>
          <a:p>
            <a:pPr>
              <a:defRPr/>
            </a:pPr>
            <a:endParaRPr lang="ko-KR" altLang="en-US" dirty="0">
              <a:ea typeface="굴림" panose="020B0600000101010101" pitchFamily="50" charset="-127"/>
              <a:cs typeface="Arial" charset="0"/>
            </a:endParaRPr>
          </a:p>
        </p:txBody>
      </p:sp>
      <p:sp>
        <p:nvSpPr>
          <p:cNvPr id="11" name="Line 6">
            <a:extLst>
              <a:ext uri="{FF2B5EF4-FFF2-40B4-BE49-F238E27FC236}">
                <a16:creationId xmlns:a16="http://schemas.microsoft.com/office/drawing/2014/main" id="{2B2401EB-75F6-EA3E-88E7-DD28F5550CF5}"/>
              </a:ext>
            </a:extLst>
          </p:cNvPr>
          <p:cNvSpPr>
            <a:spLocks noChangeShapeType="1"/>
          </p:cNvSpPr>
          <p:nvPr userDrawn="1"/>
        </p:nvSpPr>
        <p:spPr bwMode="auto">
          <a:xfrm>
            <a:off x="1588" y="6343650"/>
            <a:ext cx="9901237" cy="0"/>
          </a:xfrm>
          <a:prstGeom prst="line">
            <a:avLst/>
          </a:prstGeom>
          <a:noFill/>
          <a:ln w="9525">
            <a:solidFill>
              <a:schemeClr val="bg1">
                <a:lumMod val="75000"/>
              </a:schemeClr>
            </a:solidFill>
            <a:round/>
            <a:headEnd/>
            <a:tailEnd/>
          </a:ln>
          <a:effectLst/>
        </p:spPr>
        <p:txBody>
          <a:bodyPr/>
          <a:lstStyle/>
          <a:p>
            <a:pPr>
              <a:defRPr/>
            </a:pPr>
            <a:endParaRPr lang="ko-KR" altLang="en-US" dirty="0">
              <a:ea typeface="굴림" panose="020B0600000101010101" pitchFamily="50" charset="-127"/>
              <a:cs typeface="Arial" charset="0"/>
            </a:endParaRPr>
          </a:p>
        </p:txBody>
      </p:sp>
    </p:spTree>
  </p:cSld>
  <p:clrMap bg1="lt1" tx1="dk1" bg2="lt2" tx2="dk2" accent1="accent1" accent2="accent2" accent3="accent3" accent4="accent4" accent5="accent5" accent6="accent6" hlink="hlink" folHlink="folHlink"/>
  <p:sldLayoutIdLst>
    <p:sldLayoutId id="2147486406" r:id="rId1"/>
    <p:sldLayoutId id="2147486407" r:id="rId2"/>
    <p:sldLayoutId id="2147486408" r:id="rId3"/>
    <p:sldLayoutId id="2147486409" r:id="rId4"/>
  </p:sldLayoutIdLst>
  <p:hf hdr="0" ftr="0" dt="0"/>
  <p:txStyles>
    <p:titleStyle>
      <a:lvl1pPr algn="ctr" rtl="0" eaLnBrk="0" fontAlgn="base" latinLnBrk="1" hangingPunct="0">
        <a:spcBef>
          <a:spcPct val="0"/>
        </a:spcBef>
        <a:spcAft>
          <a:spcPct val="0"/>
        </a:spcAft>
        <a:defRPr kumimoji="1" sz="4400">
          <a:solidFill>
            <a:schemeClr val="tx2"/>
          </a:solidFill>
          <a:latin typeface="+mj-lt"/>
          <a:ea typeface="+mj-ea"/>
          <a:cs typeface="+mj-cs"/>
        </a:defRPr>
      </a:lvl1pPr>
      <a:lvl2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2pPr>
      <a:lvl3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3pPr>
      <a:lvl4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4pPr>
      <a:lvl5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5pPr>
      <a:lvl6pPr marL="457200" algn="ctr" rtl="0" fontAlgn="base" latinLnBrk="1">
        <a:spcBef>
          <a:spcPct val="0"/>
        </a:spcBef>
        <a:spcAft>
          <a:spcPct val="0"/>
        </a:spcAft>
        <a:defRPr kumimoji="1" sz="4400">
          <a:solidFill>
            <a:schemeClr val="tx2"/>
          </a:solidFill>
          <a:latin typeface="굴림" pitchFamily="50" charset="-127"/>
          <a:ea typeface="굴림" pitchFamily="50" charset="-127"/>
        </a:defRPr>
      </a:lvl6pPr>
      <a:lvl7pPr marL="914400" algn="ctr" rtl="0" fontAlgn="base" latinLnBrk="1">
        <a:spcBef>
          <a:spcPct val="0"/>
        </a:spcBef>
        <a:spcAft>
          <a:spcPct val="0"/>
        </a:spcAft>
        <a:defRPr kumimoji="1" sz="4400">
          <a:solidFill>
            <a:schemeClr val="tx2"/>
          </a:solidFill>
          <a:latin typeface="굴림" pitchFamily="50" charset="-127"/>
          <a:ea typeface="굴림" pitchFamily="50" charset="-127"/>
        </a:defRPr>
      </a:lvl7pPr>
      <a:lvl8pPr marL="1371600" algn="ctr" rtl="0" fontAlgn="base" latinLnBrk="1">
        <a:spcBef>
          <a:spcPct val="0"/>
        </a:spcBef>
        <a:spcAft>
          <a:spcPct val="0"/>
        </a:spcAft>
        <a:defRPr kumimoji="1" sz="4400">
          <a:solidFill>
            <a:schemeClr val="tx2"/>
          </a:solidFill>
          <a:latin typeface="굴림" pitchFamily="50" charset="-127"/>
          <a:ea typeface="굴림" pitchFamily="50" charset="-127"/>
        </a:defRPr>
      </a:lvl8pPr>
      <a:lvl9pPr marL="1828800" algn="ctr" rtl="0" fontAlgn="base" latinLnBrk="1">
        <a:spcBef>
          <a:spcPct val="0"/>
        </a:spcBef>
        <a:spcAft>
          <a:spcPct val="0"/>
        </a:spcAft>
        <a:defRPr kumimoji="1" sz="4400">
          <a:solidFill>
            <a:schemeClr val="tx2"/>
          </a:solidFill>
          <a:latin typeface="굴림" pitchFamily="50" charset="-127"/>
          <a:ea typeface="굴림" pitchFamily="50" charset="-127"/>
        </a:defRPr>
      </a:lvl9pPr>
    </p:titleStyle>
    <p:bodyStyle>
      <a:lvl1pPr marL="342900" indent="-342900" algn="l" rtl="0" eaLnBrk="0" fontAlgn="base" latinLnBrk="1" hangingPunct="0">
        <a:spcBef>
          <a:spcPct val="20000"/>
        </a:spcBef>
        <a:spcAft>
          <a:spcPct val="0"/>
        </a:spcAft>
        <a:buChar char="•"/>
        <a:defRPr kumimoji="1" sz="3200">
          <a:solidFill>
            <a:schemeClr val="tx1"/>
          </a:solidFill>
          <a:latin typeface="+mn-lt"/>
          <a:ea typeface="+mn-ea"/>
          <a:cs typeface="+mn-cs"/>
        </a:defRPr>
      </a:lvl1pPr>
      <a:lvl2pPr marL="742950" indent="-285750" algn="l" rtl="0" eaLnBrk="0" fontAlgn="base" latinLnBrk="1" hangingPunct="0">
        <a:spcBef>
          <a:spcPct val="20000"/>
        </a:spcBef>
        <a:spcAft>
          <a:spcPct val="0"/>
        </a:spcAft>
        <a:buChar char="–"/>
        <a:defRPr kumimoji="1" sz="2800">
          <a:solidFill>
            <a:schemeClr val="tx1"/>
          </a:solidFill>
          <a:latin typeface="+mn-lt"/>
          <a:ea typeface="+mn-ea"/>
        </a:defRPr>
      </a:lvl2pPr>
      <a:lvl3pPr marL="1143000" indent="-228600" algn="l" rtl="0" eaLnBrk="0" fontAlgn="base" latinLnBrk="1" hangingPunct="0">
        <a:spcBef>
          <a:spcPct val="20000"/>
        </a:spcBef>
        <a:spcAft>
          <a:spcPct val="0"/>
        </a:spcAft>
        <a:buChar char="•"/>
        <a:defRPr kumimoji="1" sz="2400">
          <a:solidFill>
            <a:schemeClr val="tx1"/>
          </a:solidFill>
          <a:latin typeface="+mn-lt"/>
          <a:ea typeface="+mn-ea"/>
        </a:defRPr>
      </a:lvl3pPr>
      <a:lvl4pPr marL="1600200" indent="-228600" algn="l" rtl="0" eaLnBrk="0" fontAlgn="base" latinLnBrk="1" hangingPunct="0">
        <a:spcBef>
          <a:spcPct val="20000"/>
        </a:spcBef>
        <a:spcAft>
          <a:spcPct val="0"/>
        </a:spcAft>
        <a:buChar char="–"/>
        <a:defRPr kumimoji="1" sz="2000">
          <a:solidFill>
            <a:schemeClr val="tx1"/>
          </a:solidFill>
          <a:latin typeface="+mn-lt"/>
          <a:ea typeface="+mn-ea"/>
        </a:defRPr>
      </a:lvl4pPr>
      <a:lvl5pPr marL="2057400" indent="-228600" algn="l" rtl="0" eaLnBrk="0" fontAlgn="base" latinLnBrk="1" hangingPunct="0">
        <a:spcBef>
          <a:spcPct val="20000"/>
        </a:spcBef>
        <a:spcAft>
          <a:spcPct val="0"/>
        </a:spcAft>
        <a:buChar char="»"/>
        <a:defRPr kumimoji="1" sz="2000">
          <a:solidFill>
            <a:schemeClr val="tx1"/>
          </a:solidFill>
          <a:latin typeface="+mn-lt"/>
          <a:ea typeface="+mn-ea"/>
        </a:defRPr>
      </a:lvl5pPr>
      <a:lvl6pPr marL="2514600" indent="-228600" algn="l" rtl="0" fontAlgn="base" latinLnBrk="1">
        <a:spcBef>
          <a:spcPct val="20000"/>
        </a:spcBef>
        <a:spcAft>
          <a:spcPct val="0"/>
        </a:spcAft>
        <a:buChar char="»"/>
        <a:defRPr kumimoji="1" sz="2000">
          <a:solidFill>
            <a:schemeClr val="tx1"/>
          </a:solidFill>
          <a:latin typeface="+mn-lt"/>
          <a:ea typeface="+mn-ea"/>
        </a:defRPr>
      </a:lvl6pPr>
      <a:lvl7pPr marL="2971800" indent="-228600" algn="l" rtl="0" fontAlgn="base" latinLnBrk="1">
        <a:spcBef>
          <a:spcPct val="20000"/>
        </a:spcBef>
        <a:spcAft>
          <a:spcPct val="0"/>
        </a:spcAft>
        <a:buChar char="»"/>
        <a:defRPr kumimoji="1" sz="2000">
          <a:solidFill>
            <a:schemeClr val="tx1"/>
          </a:solidFill>
          <a:latin typeface="+mn-lt"/>
          <a:ea typeface="+mn-ea"/>
        </a:defRPr>
      </a:lvl7pPr>
      <a:lvl8pPr marL="3429000" indent="-228600" algn="l" rtl="0" fontAlgn="base" latinLnBrk="1">
        <a:spcBef>
          <a:spcPct val="20000"/>
        </a:spcBef>
        <a:spcAft>
          <a:spcPct val="0"/>
        </a:spcAft>
        <a:buChar char="»"/>
        <a:defRPr kumimoji="1" sz="2000">
          <a:solidFill>
            <a:schemeClr val="tx1"/>
          </a:solidFill>
          <a:latin typeface="+mn-lt"/>
          <a:ea typeface="+mn-ea"/>
        </a:defRPr>
      </a:lvl8pPr>
      <a:lvl9pPr marL="3886200" indent="-228600" algn="l" rtl="0" fontAlgn="base" latinLnBrk="1">
        <a:spcBef>
          <a:spcPct val="20000"/>
        </a:spcBef>
        <a:spcAft>
          <a:spcPct val="0"/>
        </a:spcAft>
        <a:buChar char="»"/>
        <a:defRPr kumimoji="1" sz="2000">
          <a:solidFill>
            <a:schemeClr val="tx1"/>
          </a:solidFill>
          <a:latin typeface="+mn-lt"/>
          <a:ea typeface="+mn-ea"/>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050" name="제목 개체 틀 1">
            <a:extLst>
              <a:ext uri="{FF2B5EF4-FFF2-40B4-BE49-F238E27FC236}">
                <a16:creationId xmlns:a16="http://schemas.microsoft.com/office/drawing/2014/main" id="{CFD81C0C-8C9F-55AA-A80B-FF3C65C476E3}"/>
              </a:ext>
            </a:extLst>
          </p:cNvPr>
          <p:cNvSpPr>
            <a:spLocks noGrp="1"/>
          </p:cNvSpPr>
          <p:nvPr>
            <p:ph type="title"/>
          </p:nvPr>
        </p:nvSpPr>
        <p:spPr bwMode="auto">
          <a:xfrm>
            <a:off x="681038" y="365125"/>
            <a:ext cx="8543925"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ko-KR" altLang="en-US"/>
              <a:t>마스터 제목 스타일 편집</a:t>
            </a:r>
          </a:p>
        </p:txBody>
      </p:sp>
      <p:sp>
        <p:nvSpPr>
          <p:cNvPr id="2051" name="텍스트 개체 틀 2">
            <a:extLst>
              <a:ext uri="{FF2B5EF4-FFF2-40B4-BE49-F238E27FC236}">
                <a16:creationId xmlns:a16="http://schemas.microsoft.com/office/drawing/2014/main" id="{C46A3F9C-3CFF-9CC1-BFCE-C6F934AB9FB5}"/>
              </a:ext>
            </a:extLst>
          </p:cNvPr>
          <p:cNvSpPr>
            <a:spLocks noGrp="1"/>
          </p:cNvSpPr>
          <p:nvPr>
            <p:ph type="body" idx="1"/>
          </p:nvPr>
        </p:nvSpPr>
        <p:spPr bwMode="auto">
          <a:xfrm>
            <a:off x="681038" y="1825625"/>
            <a:ext cx="8543925"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3B006B5F-B8DC-30C1-8915-9678647B94DA}"/>
              </a:ext>
            </a:extLst>
          </p:cNvPr>
          <p:cNvSpPr>
            <a:spLocks noGrp="1"/>
          </p:cNvSpPr>
          <p:nvPr>
            <p:ph type="dt" sz="half" idx="2"/>
          </p:nvPr>
        </p:nvSpPr>
        <p:spPr>
          <a:xfrm>
            <a:off x="681038" y="6356350"/>
            <a:ext cx="2228850" cy="365125"/>
          </a:xfrm>
          <a:prstGeom prst="rect">
            <a:avLst/>
          </a:prstGeom>
        </p:spPr>
        <p:txBody>
          <a:bodyPr vert="horz" lIns="91440" tIns="45720" rIns="91440" bIns="45720" rtlCol="0" anchor="ctr"/>
          <a:lstStyle>
            <a:lvl1pPr algn="l">
              <a:defRPr sz="1200">
                <a:solidFill>
                  <a:schemeClr val="tx1">
                    <a:tint val="75000"/>
                  </a:schemeClr>
                </a:solidFill>
                <a:ea typeface="굴림" panose="020B0600000101010101" pitchFamily="50" charset="-127"/>
              </a:defRPr>
            </a:lvl1pPr>
          </a:lstStyle>
          <a:p>
            <a:pPr>
              <a:defRPr/>
            </a:pPr>
            <a:fld id="{3A68E7D6-3939-42E5-B06C-6588DF06E40F}"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8C7B80CC-0D07-99BB-20E3-75BFC7143995}"/>
              </a:ext>
            </a:extLst>
          </p:cNvPr>
          <p:cNvSpPr>
            <a:spLocks noGrp="1"/>
          </p:cNvSpPr>
          <p:nvPr>
            <p:ph type="ftr" sz="quarter" idx="3"/>
          </p:nvPr>
        </p:nvSpPr>
        <p:spPr>
          <a:xfrm>
            <a:off x="3281363" y="6356350"/>
            <a:ext cx="3343275" cy="365125"/>
          </a:xfrm>
          <a:prstGeom prst="rect">
            <a:avLst/>
          </a:prstGeom>
        </p:spPr>
        <p:txBody>
          <a:bodyPr vert="horz" lIns="91440" tIns="45720" rIns="91440" bIns="45720" rtlCol="0" anchor="ctr"/>
          <a:lstStyle>
            <a:lvl1pPr algn="ctr">
              <a:defRPr sz="1200">
                <a:solidFill>
                  <a:schemeClr val="tx1">
                    <a:tint val="75000"/>
                  </a:schemeClr>
                </a:solidFill>
                <a:ea typeface="굴림" panose="020B0600000101010101" pitchFamily="50" charset="-127"/>
              </a:defRPr>
            </a:lvl1pPr>
          </a:lstStyle>
          <a:p>
            <a:pPr>
              <a:defRPr/>
            </a:pPr>
            <a:endParaRPr lang="ko-KR" altLang="en-US"/>
          </a:p>
        </p:txBody>
      </p:sp>
      <p:sp>
        <p:nvSpPr>
          <p:cNvPr id="6" name="슬라이드 번호 개체 틀 5">
            <a:extLst>
              <a:ext uri="{FF2B5EF4-FFF2-40B4-BE49-F238E27FC236}">
                <a16:creationId xmlns:a16="http://schemas.microsoft.com/office/drawing/2014/main" id="{BA80598F-3563-A89A-9FFE-DD68157DBDEB}"/>
              </a:ext>
            </a:extLst>
          </p:cNvPr>
          <p:cNvSpPr>
            <a:spLocks noGrp="1"/>
          </p:cNvSpPr>
          <p:nvPr>
            <p:ph type="sldNum" sz="quarter" idx="4"/>
          </p:nvPr>
        </p:nvSpPr>
        <p:spPr>
          <a:xfrm>
            <a:off x="6996113" y="6356350"/>
            <a:ext cx="222885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ea typeface="굴림" panose="020B0600000101010101" pitchFamily="50" charset="-127"/>
              </a:defRPr>
            </a:lvl1pPr>
          </a:lstStyle>
          <a:p>
            <a:pPr>
              <a:defRPr/>
            </a:pPr>
            <a:fld id="{859586E6-A539-44E1-A91D-9001265CF8F3}" type="slidenum">
              <a:rPr lang="ko-KR" altLang="en-US"/>
              <a:pPr>
                <a:defRPr/>
              </a:pPr>
              <a:t>‹#›</a:t>
            </a:fld>
            <a:endParaRPr lang="ko-KR" altLang="en-US"/>
          </a:p>
        </p:txBody>
      </p:sp>
    </p:spTree>
  </p:cSld>
  <p:clrMap bg1="lt1" tx1="dk1" bg2="lt2" tx2="dk2" accent1="accent1" accent2="accent2" accent3="accent3" accent4="accent4" accent5="accent5" accent6="accent6" hlink="hlink" folHlink="folHlink"/>
  <p:sldLayoutIdLst>
    <p:sldLayoutId id="2147486370" r:id="rId1"/>
    <p:sldLayoutId id="2147486371" r:id="rId2"/>
    <p:sldLayoutId id="2147486372" r:id="rId3"/>
    <p:sldLayoutId id="2147486373" r:id="rId4"/>
    <p:sldLayoutId id="2147486374" r:id="rId5"/>
    <p:sldLayoutId id="2147486375" r:id="rId6"/>
    <p:sldLayoutId id="2147486376" r:id="rId7"/>
    <p:sldLayoutId id="2147486377" r:id="rId8"/>
    <p:sldLayoutId id="2147486378" r:id="rId9"/>
    <p:sldLayoutId id="2147486379" r:id="rId10"/>
    <p:sldLayoutId id="2147486380" r:id="rId11"/>
    <p:sldLayoutId id="2147486381" r:id="rId12"/>
    <p:sldLayoutId id="2147486382" r:id="rId13"/>
  </p:sldLayoutIdLst>
  <p:txStyles>
    <p:titleStyle>
      <a:lvl1pPr algn="l" rtl="0" eaLnBrk="0" fontAlgn="base" latinLnBrk="1" hangingPunct="0">
        <a:lnSpc>
          <a:spcPct val="90000"/>
        </a:lnSpc>
        <a:spcBef>
          <a:spcPct val="0"/>
        </a:spcBef>
        <a:spcAft>
          <a:spcPct val="0"/>
        </a:spcAft>
        <a:defRPr sz="4400" kern="1200">
          <a:solidFill>
            <a:schemeClr val="tx1"/>
          </a:solidFill>
          <a:latin typeface="+mj-lt"/>
          <a:ea typeface="+mj-ea"/>
          <a:cs typeface="+mj-cs"/>
        </a:defRPr>
      </a:lvl1pPr>
      <a:lvl2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2pPr>
      <a:lvl3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3pPr>
      <a:lvl4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4pPr>
      <a:lvl5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5pPr>
      <a:lvl6pPr marL="4572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6pPr>
      <a:lvl7pPr marL="9144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7pPr>
      <a:lvl8pPr marL="13716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8pPr>
      <a:lvl9pPr marL="18288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9pPr>
    </p:titleStyle>
    <p:bodyStyle>
      <a:lvl1pPr marL="228600" indent="-228600" algn="l" rtl="0" eaLnBrk="0" fontAlgn="base" latinLnBrk="1" hangingPunct="0">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eaLnBrk="0" fontAlgn="base" latinLnBrk="1" hangingPunct="0">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eaLnBrk="0" fontAlgn="base" latinLnBrk="1" hangingPunct="0">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074" name="제목 개체 틀 1">
            <a:extLst>
              <a:ext uri="{FF2B5EF4-FFF2-40B4-BE49-F238E27FC236}">
                <a16:creationId xmlns:a16="http://schemas.microsoft.com/office/drawing/2014/main" id="{9B3DDC22-547A-C5AB-2DB3-E913C471DD55}"/>
              </a:ext>
            </a:extLst>
          </p:cNvPr>
          <p:cNvSpPr>
            <a:spLocks noGrp="1"/>
          </p:cNvSpPr>
          <p:nvPr>
            <p:ph type="title"/>
          </p:nvPr>
        </p:nvSpPr>
        <p:spPr bwMode="auto">
          <a:xfrm>
            <a:off x="681038" y="365125"/>
            <a:ext cx="8543925"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ko-KR" altLang="en-US"/>
              <a:t>마스터 제목 스타일 편집</a:t>
            </a:r>
          </a:p>
        </p:txBody>
      </p:sp>
      <p:sp>
        <p:nvSpPr>
          <p:cNvPr id="3075" name="텍스트 개체 틀 2">
            <a:extLst>
              <a:ext uri="{FF2B5EF4-FFF2-40B4-BE49-F238E27FC236}">
                <a16:creationId xmlns:a16="http://schemas.microsoft.com/office/drawing/2014/main" id="{2BA87F8F-4638-54BB-4B2E-FD0EA4436C68}"/>
              </a:ext>
            </a:extLst>
          </p:cNvPr>
          <p:cNvSpPr>
            <a:spLocks noGrp="1"/>
          </p:cNvSpPr>
          <p:nvPr>
            <p:ph type="body" idx="1"/>
          </p:nvPr>
        </p:nvSpPr>
        <p:spPr bwMode="auto">
          <a:xfrm>
            <a:off x="681038" y="1825625"/>
            <a:ext cx="8543925"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9B8E355D-CA16-6A9E-1525-C80C539C510E}"/>
              </a:ext>
            </a:extLst>
          </p:cNvPr>
          <p:cNvSpPr>
            <a:spLocks noGrp="1"/>
          </p:cNvSpPr>
          <p:nvPr>
            <p:ph type="dt" sz="half" idx="2"/>
          </p:nvPr>
        </p:nvSpPr>
        <p:spPr>
          <a:xfrm>
            <a:off x="681038" y="6356350"/>
            <a:ext cx="2228850" cy="365125"/>
          </a:xfrm>
          <a:prstGeom prst="rect">
            <a:avLst/>
          </a:prstGeom>
        </p:spPr>
        <p:txBody>
          <a:bodyPr vert="horz" lIns="91440" tIns="45720" rIns="91440" bIns="45720" rtlCol="0" anchor="ctr"/>
          <a:lstStyle>
            <a:lvl1pPr algn="l">
              <a:defRPr sz="1200">
                <a:solidFill>
                  <a:schemeClr val="tx1">
                    <a:tint val="75000"/>
                  </a:schemeClr>
                </a:solidFill>
                <a:ea typeface="굴림" panose="020B0600000101010101" pitchFamily="50" charset="-127"/>
              </a:defRPr>
            </a:lvl1pPr>
          </a:lstStyle>
          <a:p>
            <a:pPr>
              <a:defRPr/>
            </a:pPr>
            <a:fld id="{236EBF28-820A-4E8F-BCEE-69986AA48B22}"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8D6B2404-3E8D-53BE-7FC8-506C92890B0A}"/>
              </a:ext>
            </a:extLst>
          </p:cNvPr>
          <p:cNvSpPr>
            <a:spLocks noGrp="1"/>
          </p:cNvSpPr>
          <p:nvPr>
            <p:ph type="ftr" sz="quarter" idx="3"/>
          </p:nvPr>
        </p:nvSpPr>
        <p:spPr>
          <a:xfrm>
            <a:off x="3281363" y="6356350"/>
            <a:ext cx="3343275" cy="365125"/>
          </a:xfrm>
          <a:prstGeom prst="rect">
            <a:avLst/>
          </a:prstGeom>
        </p:spPr>
        <p:txBody>
          <a:bodyPr vert="horz" lIns="91440" tIns="45720" rIns="91440" bIns="45720" rtlCol="0" anchor="ctr"/>
          <a:lstStyle>
            <a:lvl1pPr algn="ctr">
              <a:defRPr sz="1200">
                <a:solidFill>
                  <a:schemeClr val="tx1">
                    <a:tint val="75000"/>
                  </a:schemeClr>
                </a:solidFill>
                <a:ea typeface="굴림" panose="020B0600000101010101" pitchFamily="50" charset="-127"/>
              </a:defRPr>
            </a:lvl1pPr>
          </a:lstStyle>
          <a:p>
            <a:pPr>
              <a:defRPr/>
            </a:pPr>
            <a:endParaRPr lang="ko-KR" altLang="en-US"/>
          </a:p>
        </p:txBody>
      </p:sp>
      <p:sp>
        <p:nvSpPr>
          <p:cNvPr id="6" name="슬라이드 번호 개체 틀 5">
            <a:extLst>
              <a:ext uri="{FF2B5EF4-FFF2-40B4-BE49-F238E27FC236}">
                <a16:creationId xmlns:a16="http://schemas.microsoft.com/office/drawing/2014/main" id="{57B12861-B4B4-768A-DE4A-8FC61BC58619}"/>
              </a:ext>
            </a:extLst>
          </p:cNvPr>
          <p:cNvSpPr>
            <a:spLocks noGrp="1"/>
          </p:cNvSpPr>
          <p:nvPr>
            <p:ph type="sldNum" sz="quarter" idx="4"/>
          </p:nvPr>
        </p:nvSpPr>
        <p:spPr>
          <a:xfrm>
            <a:off x="6996113" y="6356350"/>
            <a:ext cx="222885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ea typeface="굴림" panose="020B0600000101010101" pitchFamily="50" charset="-127"/>
              </a:defRPr>
            </a:lvl1pPr>
          </a:lstStyle>
          <a:p>
            <a:pPr>
              <a:defRPr/>
            </a:pPr>
            <a:fld id="{364D6C31-E467-4980-A39D-3D55A79B5A90}" type="slidenum">
              <a:rPr lang="ko-KR" altLang="en-US"/>
              <a:pPr>
                <a:defRPr/>
              </a:pPr>
              <a:t>‹#›</a:t>
            </a:fld>
            <a:endParaRPr lang="ko-KR" altLang="en-US"/>
          </a:p>
        </p:txBody>
      </p:sp>
    </p:spTree>
  </p:cSld>
  <p:clrMap bg1="lt1" tx1="dk1" bg2="lt2" tx2="dk2" accent1="accent1" accent2="accent2" accent3="accent3" accent4="accent4" accent5="accent5" accent6="accent6" hlink="hlink" folHlink="folHlink"/>
  <p:sldLayoutIdLst>
    <p:sldLayoutId id="2147486383" r:id="rId1"/>
    <p:sldLayoutId id="2147486384" r:id="rId2"/>
    <p:sldLayoutId id="2147486385" r:id="rId3"/>
    <p:sldLayoutId id="2147486386" r:id="rId4"/>
    <p:sldLayoutId id="2147486387" r:id="rId5"/>
    <p:sldLayoutId id="2147486388" r:id="rId6"/>
    <p:sldLayoutId id="2147486389" r:id="rId7"/>
    <p:sldLayoutId id="2147486390" r:id="rId8"/>
    <p:sldLayoutId id="2147486391" r:id="rId9"/>
    <p:sldLayoutId id="2147486392" r:id="rId10"/>
    <p:sldLayoutId id="2147486393" r:id="rId11"/>
  </p:sldLayoutIdLst>
  <p:txStyles>
    <p:titleStyle>
      <a:lvl1pPr algn="l" rtl="0" eaLnBrk="0" fontAlgn="base" latinLnBrk="1" hangingPunct="0">
        <a:lnSpc>
          <a:spcPct val="90000"/>
        </a:lnSpc>
        <a:spcBef>
          <a:spcPct val="0"/>
        </a:spcBef>
        <a:spcAft>
          <a:spcPct val="0"/>
        </a:spcAft>
        <a:defRPr sz="4400" kern="1200">
          <a:solidFill>
            <a:schemeClr val="tx1"/>
          </a:solidFill>
          <a:latin typeface="+mj-lt"/>
          <a:ea typeface="+mj-ea"/>
          <a:cs typeface="+mj-cs"/>
        </a:defRPr>
      </a:lvl1pPr>
      <a:lvl2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2pPr>
      <a:lvl3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3pPr>
      <a:lvl4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4pPr>
      <a:lvl5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5pPr>
      <a:lvl6pPr marL="4572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6pPr>
      <a:lvl7pPr marL="9144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7pPr>
      <a:lvl8pPr marL="13716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8pPr>
      <a:lvl9pPr marL="18288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9pPr>
    </p:titleStyle>
    <p:bodyStyle>
      <a:lvl1pPr marL="228600" indent="-228600" algn="l" rtl="0" eaLnBrk="0" fontAlgn="base" latinLnBrk="1" hangingPunct="0">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eaLnBrk="0" fontAlgn="base" latinLnBrk="1" hangingPunct="0">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eaLnBrk="0" fontAlgn="base" latinLnBrk="1" hangingPunct="0">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098" name="제목 개체 틀 1">
            <a:extLst>
              <a:ext uri="{FF2B5EF4-FFF2-40B4-BE49-F238E27FC236}">
                <a16:creationId xmlns:a16="http://schemas.microsoft.com/office/drawing/2014/main" id="{D279C583-B543-58B1-567F-B20EEBAC2FE6}"/>
              </a:ext>
            </a:extLst>
          </p:cNvPr>
          <p:cNvSpPr>
            <a:spLocks noGrp="1"/>
          </p:cNvSpPr>
          <p:nvPr>
            <p:ph type="title"/>
          </p:nvPr>
        </p:nvSpPr>
        <p:spPr bwMode="auto">
          <a:xfrm>
            <a:off x="681038" y="365125"/>
            <a:ext cx="8543925"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ko-KR" altLang="en-US"/>
              <a:t>마스터 제목 스타일 편집</a:t>
            </a:r>
          </a:p>
        </p:txBody>
      </p:sp>
      <p:sp>
        <p:nvSpPr>
          <p:cNvPr id="4099" name="텍스트 개체 틀 2">
            <a:extLst>
              <a:ext uri="{FF2B5EF4-FFF2-40B4-BE49-F238E27FC236}">
                <a16:creationId xmlns:a16="http://schemas.microsoft.com/office/drawing/2014/main" id="{EB4AD791-A374-CE5C-F7DC-9D39464C9A21}"/>
              </a:ext>
            </a:extLst>
          </p:cNvPr>
          <p:cNvSpPr>
            <a:spLocks noGrp="1"/>
          </p:cNvSpPr>
          <p:nvPr>
            <p:ph type="body" idx="1"/>
          </p:nvPr>
        </p:nvSpPr>
        <p:spPr bwMode="auto">
          <a:xfrm>
            <a:off x="681038" y="1825625"/>
            <a:ext cx="8543925"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4B59138D-4D3C-D3F2-B40E-8A9132E7834E}"/>
              </a:ext>
            </a:extLst>
          </p:cNvPr>
          <p:cNvSpPr>
            <a:spLocks noGrp="1"/>
          </p:cNvSpPr>
          <p:nvPr>
            <p:ph type="dt" sz="half" idx="2"/>
          </p:nvPr>
        </p:nvSpPr>
        <p:spPr>
          <a:xfrm>
            <a:off x="681038" y="6356350"/>
            <a:ext cx="2228850" cy="365125"/>
          </a:xfrm>
          <a:prstGeom prst="rect">
            <a:avLst/>
          </a:prstGeom>
        </p:spPr>
        <p:txBody>
          <a:bodyPr vert="horz" lIns="91440" tIns="45720" rIns="91440" bIns="45720" rtlCol="0" anchor="ctr"/>
          <a:lstStyle>
            <a:lvl1pPr algn="l">
              <a:defRPr sz="1200">
                <a:solidFill>
                  <a:schemeClr val="tx1">
                    <a:tint val="75000"/>
                  </a:schemeClr>
                </a:solidFill>
                <a:ea typeface="굴림" panose="020B0600000101010101" pitchFamily="50" charset="-127"/>
              </a:defRPr>
            </a:lvl1pPr>
          </a:lstStyle>
          <a:p>
            <a:pPr>
              <a:defRPr/>
            </a:pPr>
            <a:fld id="{F65AE902-43E8-4D85-A7B3-1C8FE2EF17D5}"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234C04C1-5AA2-18AB-5403-17C7B4349671}"/>
              </a:ext>
            </a:extLst>
          </p:cNvPr>
          <p:cNvSpPr>
            <a:spLocks noGrp="1"/>
          </p:cNvSpPr>
          <p:nvPr>
            <p:ph type="ftr" sz="quarter" idx="3"/>
          </p:nvPr>
        </p:nvSpPr>
        <p:spPr>
          <a:xfrm>
            <a:off x="3281363" y="6356350"/>
            <a:ext cx="3343275" cy="365125"/>
          </a:xfrm>
          <a:prstGeom prst="rect">
            <a:avLst/>
          </a:prstGeom>
        </p:spPr>
        <p:txBody>
          <a:bodyPr vert="horz" lIns="91440" tIns="45720" rIns="91440" bIns="45720" rtlCol="0" anchor="ctr"/>
          <a:lstStyle>
            <a:lvl1pPr algn="ctr">
              <a:defRPr sz="1200">
                <a:solidFill>
                  <a:schemeClr val="tx1">
                    <a:tint val="75000"/>
                  </a:schemeClr>
                </a:solidFill>
                <a:ea typeface="굴림" panose="020B0600000101010101" pitchFamily="50" charset="-127"/>
              </a:defRPr>
            </a:lvl1pPr>
          </a:lstStyle>
          <a:p>
            <a:pPr>
              <a:defRPr/>
            </a:pPr>
            <a:endParaRPr lang="ko-KR" altLang="en-US"/>
          </a:p>
        </p:txBody>
      </p:sp>
      <p:sp>
        <p:nvSpPr>
          <p:cNvPr id="6" name="슬라이드 번호 개체 틀 5">
            <a:extLst>
              <a:ext uri="{FF2B5EF4-FFF2-40B4-BE49-F238E27FC236}">
                <a16:creationId xmlns:a16="http://schemas.microsoft.com/office/drawing/2014/main" id="{41080CA8-A8FD-C78F-7F11-0AAFAE5FCB61}"/>
              </a:ext>
            </a:extLst>
          </p:cNvPr>
          <p:cNvSpPr>
            <a:spLocks noGrp="1"/>
          </p:cNvSpPr>
          <p:nvPr>
            <p:ph type="sldNum" sz="quarter" idx="4"/>
          </p:nvPr>
        </p:nvSpPr>
        <p:spPr>
          <a:xfrm>
            <a:off x="6996113" y="6356350"/>
            <a:ext cx="222885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ea typeface="굴림" panose="020B0600000101010101" pitchFamily="50" charset="-127"/>
              </a:defRPr>
            </a:lvl1pPr>
          </a:lstStyle>
          <a:p>
            <a:pPr>
              <a:defRPr/>
            </a:pPr>
            <a:fld id="{3DC002C2-99AD-4C9C-95A5-2F276D6AADB0}" type="slidenum">
              <a:rPr lang="ko-KR" altLang="en-US"/>
              <a:pPr>
                <a:defRPr/>
              </a:pPr>
              <a:t>‹#›</a:t>
            </a:fld>
            <a:endParaRPr lang="ko-KR" altLang="en-US"/>
          </a:p>
        </p:txBody>
      </p:sp>
    </p:spTree>
  </p:cSld>
  <p:clrMap bg1="lt1" tx1="dk1" bg2="lt2" tx2="dk2" accent1="accent1" accent2="accent2" accent3="accent3" accent4="accent4" accent5="accent5" accent6="accent6" hlink="hlink" folHlink="folHlink"/>
  <p:sldLayoutIdLst>
    <p:sldLayoutId id="2147486394" r:id="rId1"/>
    <p:sldLayoutId id="2147486395" r:id="rId2"/>
    <p:sldLayoutId id="2147486396" r:id="rId3"/>
    <p:sldLayoutId id="2147486397" r:id="rId4"/>
    <p:sldLayoutId id="2147486398" r:id="rId5"/>
    <p:sldLayoutId id="2147486399" r:id="rId6"/>
    <p:sldLayoutId id="2147486400" r:id="rId7"/>
    <p:sldLayoutId id="2147486401" r:id="rId8"/>
    <p:sldLayoutId id="2147486402" r:id="rId9"/>
    <p:sldLayoutId id="2147486403" r:id="rId10"/>
    <p:sldLayoutId id="2147486404" r:id="rId11"/>
  </p:sldLayoutIdLst>
  <p:txStyles>
    <p:titleStyle>
      <a:lvl1pPr algn="l" rtl="0" eaLnBrk="0" fontAlgn="base" latinLnBrk="1" hangingPunct="0">
        <a:lnSpc>
          <a:spcPct val="90000"/>
        </a:lnSpc>
        <a:spcBef>
          <a:spcPct val="0"/>
        </a:spcBef>
        <a:spcAft>
          <a:spcPct val="0"/>
        </a:spcAft>
        <a:defRPr sz="4400" kern="1200">
          <a:solidFill>
            <a:schemeClr val="tx1"/>
          </a:solidFill>
          <a:latin typeface="+mj-lt"/>
          <a:ea typeface="+mj-ea"/>
          <a:cs typeface="+mj-cs"/>
        </a:defRPr>
      </a:lvl1pPr>
      <a:lvl2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2pPr>
      <a:lvl3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3pPr>
      <a:lvl4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4pPr>
      <a:lvl5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5pPr>
      <a:lvl6pPr marL="4572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6pPr>
      <a:lvl7pPr marL="9144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7pPr>
      <a:lvl8pPr marL="13716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8pPr>
      <a:lvl9pPr marL="18288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9pPr>
    </p:titleStyle>
    <p:bodyStyle>
      <a:lvl1pPr marL="228600" indent="-228600" algn="l" rtl="0" eaLnBrk="0" fontAlgn="base" latinLnBrk="1" hangingPunct="0">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eaLnBrk="0" fontAlgn="base" latinLnBrk="1" hangingPunct="0">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eaLnBrk="0" fontAlgn="base" latinLnBrk="1" hangingPunct="0">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6405" r:id="rId1"/>
    <p:sldLayoutId id="2147486410" r:id="rId2"/>
    <p:sldLayoutId id="2147486411" r:id="rId3"/>
  </p:sldLayoutIdLst>
  <p:hf hdr="0" ftr="0" dt="0"/>
  <p:txStyles>
    <p:titleStyle>
      <a:lvl1pPr algn="ctr" rtl="0" eaLnBrk="0" fontAlgn="base" latinLnBrk="1" hangingPunct="0">
        <a:spcBef>
          <a:spcPct val="0"/>
        </a:spcBef>
        <a:spcAft>
          <a:spcPct val="0"/>
        </a:spcAft>
        <a:defRPr kumimoji="1" sz="4400">
          <a:solidFill>
            <a:schemeClr val="tx2"/>
          </a:solidFill>
          <a:latin typeface="+mj-lt"/>
          <a:ea typeface="+mj-ea"/>
          <a:cs typeface="+mj-cs"/>
        </a:defRPr>
      </a:lvl1pPr>
      <a:lvl2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2pPr>
      <a:lvl3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3pPr>
      <a:lvl4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4pPr>
      <a:lvl5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5pPr>
      <a:lvl6pPr marL="457200" algn="ctr" rtl="0" fontAlgn="base" latinLnBrk="1">
        <a:spcBef>
          <a:spcPct val="0"/>
        </a:spcBef>
        <a:spcAft>
          <a:spcPct val="0"/>
        </a:spcAft>
        <a:defRPr kumimoji="1" sz="4400">
          <a:solidFill>
            <a:schemeClr val="tx2"/>
          </a:solidFill>
          <a:latin typeface="굴림" pitchFamily="50" charset="-127"/>
          <a:ea typeface="굴림" pitchFamily="50" charset="-127"/>
        </a:defRPr>
      </a:lvl6pPr>
      <a:lvl7pPr marL="914400" algn="ctr" rtl="0" fontAlgn="base" latinLnBrk="1">
        <a:spcBef>
          <a:spcPct val="0"/>
        </a:spcBef>
        <a:spcAft>
          <a:spcPct val="0"/>
        </a:spcAft>
        <a:defRPr kumimoji="1" sz="4400">
          <a:solidFill>
            <a:schemeClr val="tx2"/>
          </a:solidFill>
          <a:latin typeface="굴림" pitchFamily="50" charset="-127"/>
          <a:ea typeface="굴림" pitchFamily="50" charset="-127"/>
        </a:defRPr>
      </a:lvl7pPr>
      <a:lvl8pPr marL="1371600" algn="ctr" rtl="0" fontAlgn="base" latinLnBrk="1">
        <a:spcBef>
          <a:spcPct val="0"/>
        </a:spcBef>
        <a:spcAft>
          <a:spcPct val="0"/>
        </a:spcAft>
        <a:defRPr kumimoji="1" sz="4400">
          <a:solidFill>
            <a:schemeClr val="tx2"/>
          </a:solidFill>
          <a:latin typeface="굴림" pitchFamily="50" charset="-127"/>
          <a:ea typeface="굴림" pitchFamily="50" charset="-127"/>
        </a:defRPr>
      </a:lvl8pPr>
      <a:lvl9pPr marL="1828800" algn="ctr" rtl="0" fontAlgn="base" latinLnBrk="1">
        <a:spcBef>
          <a:spcPct val="0"/>
        </a:spcBef>
        <a:spcAft>
          <a:spcPct val="0"/>
        </a:spcAft>
        <a:defRPr kumimoji="1" sz="4400">
          <a:solidFill>
            <a:schemeClr val="tx2"/>
          </a:solidFill>
          <a:latin typeface="굴림" pitchFamily="50" charset="-127"/>
          <a:ea typeface="굴림" pitchFamily="50" charset="-127"/>
        </a:defRPr>
      </a:lvl9pPr>
    </p:titleStyle>
    <p:bodyStyle>
      <a:lvl1pPr marL="342900" indent="-342900" algn="l" rtl="0" eaLnBrk="0" fontAlgn="base" latinLnBrk="1" hangingPunct="0">
        <a:spcBef>
          <a:spcPct val="20000"/>
        </a:spcBef>
        <a:spcAft>
          <a:spcPct val="0"/>
        </a:spcAft>
        <a:buChar char="•"/>
        <a:defRPr kumimoji="1" sz="3200">
          <a:solidFill>
            <a:schemeClr val="tx1"/>
          </a:solidFill>
          <a:latin typeface="+mn-lt"/>
          <a:ea typeface="+mn-ea"/>
          <a:cs typeface="+mn-cs"/>
        </a:defRPr>
      </a:lvl1pPr>
      <a:lvl2pPr marL="742950" indent="-285750" algn="l" rtl="0" eaLnBrk="0" fontAlgn="base" latinLnBrk="1" hangingPunct="0">
        <a:spcBef>
          <a:spcPct val="20000"/>
        </a:spcBef>
        <a:spcAft>
          <a:spcPct val="0"/>
        </a:spcAft>
        <a:buChar char="–"/>
        <a:defRPr kumimoji="1" sz="2800">
          <a:solidFill>
            <a:schemeClr val="tx1"/>
          </a:solidFill>
          <a:latin typeface="+mn-lt"/>
          <a:ea typeface="+mn-ea"/>
        </a:defRPr>
      </a:lvl2pPr>
      <a:lvl3pPr marL="1143000" indent="-228600" algn="l" rtl="0" eaLnBrk="0" fontAlgn="base" latinLnBrk="1" hangingPunct="0">
        <a:spcBef>
          <a:spcPct val="20000"/>
        </a:spcBef>
        <a:spcAft>
          <a:spcPct val="0"/>
        </a:spcAft>
        <a:buChar char="•"/>
        <a:defRPr kumimoji="1" sz="2400">
          <a:solidFill>
            <a:schemeClr val="tx1"/>
          </a:solidFill>
          <a:latin typeface="+mn-lt"/>
          <a:ea typeface="+mn-ea"/>
        </a:defRPr>
      </a:lvl3pPr>
      <a:lvl4pPr marL="1600200" indent="-228600" algn="l" rtl="0" eaLnBrk="0" fontAlgn="base" latinLnBrk="1" hangingPunct="0">
        <a:spcBef>
          <a:spcPct val="20000"/>
        </a:spcBef>
        <a:spcAft>
          <a:spcPct val="0"/>
        </a:spcAft>
        <a:buChar char="–"/>
        <a:defRPr kumimoji="1" sz="2000">
          <a:solidFill>
            <a:schemeClr val="tx1"/>
          </a:solidFill>
          <a:latin typeface="+mn-lt"/>
          <a:ea typeface="+mn-ea"/>
        </a:defRPr>
      </a:lvl4pPr>
      <a:lvl5pPr marL="2057400" indent="-228600" algn="l" rtl="0" eaLnBrk="0" fontAlgn="base" latinLnBrk="1" hangingPunct="0">
        <a:spcBef>
          <a:spcPct val="20000"/>
        </a:spcBef>
        <a:spcAft>
          <a:spcPct val="0"/>
        </a:spcAft>
        <a:buChar char="»"/>
        <a:defRPr kumimoji="1" sz="2000">
          <a:solidFill>
            <a:schemeClr val="tx1"/>
          </a:solidFill>
          <a:latin typeface="+mn-lt"/>
          <a:ea typeface="+mn-ea"/>
        </a:defRPr>
      </a:lvl5pPr>
      <a:lvl6pPr marL="2514600" indent="-228600" algn="l" rtl="0" fontAlgn="base" latinLnBrk="1">
        <a:spcBef>
          <a:spcPct val="20000"/>
        </a:spcBef>
        <a:spcAft>
          <a:spcPct val="0"/>
        </a:spcAft>
        <a:buChar char="»"/>
        <a:defRPr kumimoji="1" sz="2000">
          <a:solidFill>
            <a:schemeClr val="tx1"/>
          </a:solidFill>
          <a:latin typeface="+mn-lt"/>
          <a:ea typeface="+mn-ea"/>
        </a:defRPr>
      </a:lvl6pPr>
      <a:lvl7pPr marL="2971800" indent="-228600" algn="l" rtl="0" fontAlgn="base" latinLnBrk="1">
        <a:spcBef>
          <a:spcPct val="20000"/>
        </a:spcBef>
        <a:spcAft>
          <a:spcPct val="0"/>
        </a:spcAft>
        <a:buChar char="»"/>
        <a:defRPr kumimoji="1" sz="2000">
          <a:solidFill>
            <a:schemeClr val="tx1"/>
          </a:solidFill>
          <a:latin typeface="+mn-lt"/>
          <a:ea typeface="+mn-ea"/>
        </a:defRPr>
      </a:lvl7pPr>
      <a:lvl8pPr marL="3429000" indent="-228600" algn="l" rtl="0" fontAlgn="base" latinLnBrk="1">
        <a:spcBef>
          <a:spcPct val="20000"/>
        </a:spcBef>
        <a:spcAft>
          <a:spcPct val="0"/>
        </a:spcAft>
        <a:buChar char="»"/>
        <a:defRPr kumimoji="1" sz="2000">
          <a:solidFill>
            <a:schemeClr val="tx1"/>
          </a:solidFill>
          <a:latin typeface="+mn-lt"/>
          <a:ea typeface="+mn-ea"/>
        </a:defRPr>
      </a:lvl8pPr>
      <a:lvl9pPr marL="3886200" indent="-228600" algn="l" rtl="0" fontAlgn="base" latinLnBrk="1">
        <a:spcBef>
          <a:spcPct val="20000"/>
        </a:spcBef>
        <a:spcAft>
          <a:spcPct val="0"/>
        </a:spcAft>
        <a:buChar char="»"/>
        <a:defRPr kumimoji="1" sz="2000">
          <a:solidFill>
            <a:schemeClr val="tx1"/>
          </a:solidFill>
          <a:latin typeface="+mn-lt"/>
          <a:ea typeface="+mn-ea"/>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6412" r:id="rId1"/>
  </p:sldLayoutIdLst>
  <p:hf hdr="0" ftr="0" dt="0"/>
  <p:txStyles>
    <p:titleStyle>
      <a:lvl1pPr algn="ctr" rtl="0" eaLnBrk="0" fontAlgn="base" latinLnBrk="1" hangingPunct="0">
        <a:spcBef>
          <a:spcPct val="0"/>
        </a:spcBef>
        <a:spcAft>
          <a:spcPct val="0"/>
        </a:spcAft>
        <a:defRPr kumimoji="1" sz="4400">
          <a:solidFill>
            <a:schemeClr val="tx2"/>
          </a:solidFill>
          <a:latin typeface="+mj-lt"/>
          <a:ea typeface="+mj-ea"/>
          <a:cs typeface="+mj-cs"/>
        </a:defRPr>
      </a:lvl1pPr>
      <a:lvl2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2pPr>
      <a:lvl3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3pPr>
      <a:lvl4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4pPr>
      <a:lvl5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5pPr>
      <a:lvl6pPr marL="457200" algn="ctr" rtl="0" fontAlgn="base" latinLnBrk="1">
        <a:spcBef>
          <a:spcPct val="0"/>
        </a:spcBef>
        <a:spcAft>
          <a:spcPct val="0"/>
        </a:spcAft>
        <a:defRPr kumimoji="1" sz="4400">
          <a:solidFill>
            <a:schemeClr val="tx2"/>
          </a:solidFill>
          <a:latin typeface="굴림" pitchFamily="50" charset="-127"/>
          <a:ea typeface="굴림" pitchFamily="50" charset="-127"/>
        </a:defRPr>
      </a:lvl6pPr>
      <a:lvl7pPr marL="914400" algn="ctr" rtl="0" fontAlgn="base" latinLnBrk="1">
        <a:spcBef>
          <a:spcPct val="0"/>
        </a:spcBef>
        <a:spcAft>
          <a:spcPct val="0"/>
        </a:spcAft>
        <a:defRPr kumimoji="1" sz="4400">
          <a:solidFill>
            <a:schemeClr val="tx2"/>
          </a:solidFill>
          <a:latin typeface="굴림" pitchFamily="50" charset="-127"/>
          <a:ea typeface="굴림" pitchFamily="50" charset="-127"/>
        </a:defRPr>
      </a:lvl7pPr>
      <a:lvl8pPr marL="1371600" algn="ctr" rtl="0" fontAlgn="base" latinLnBrk="1">
        <a:spcBef>
          <a:spcPct val="0"/>
        </a:spcBef>
        <a:spcAft>
          <a:spcPct val="0"/>
        </a:spcAft>
        <a:defRPr kumimoji="1" sz="4400">
          <a:solidFill>
            <a:schemeClr val="tx2"/>
          </a:solidFill>
          <a:latin typeface="굴림" pitchFamily="50" charset="-127"/>
          <a:ea typeface="굴림" pitchFamily="50" charset="-127"/>
        </a:defRPr>
      </a:lvl8pPr>
      <a:lvl9pPr marL="1828800" algn="ctr" rtl="0" fontAlgn="base" latinLnBrk="1">
        <a:spcBef>
          <a:spcPct val="0"/>
        </a:spcBef>
        <a:spcAft>
          <a:spcPct val="0"/>
        </a:spcAft>
        <a:defRPr kumimoji="1" sz="4400">
          <a:solidFill>
            <a:schemeClr val="tx2"/>
          </a:solidFill>
          <a:latin typeface="굴림" pitchFamily="50" charset="-127"/>
          <a:ea typeface="굴림" pitchFamily="50" charset="-127"/>
        </a:defRPr>
      </a:lvl9pPr>
    </p:titleStyle>
    <p:bodyStyle>
      <a:lvl1pPr marL="342900" indent="-342900" algn="l" rtl="0" eaLnBrk="0" fontAlgn="base" latinLnBrk="1" hangingPunct="0">
        <a:spcBef>
          <a:spcPct val="20000"/>
        </a:spcBef>
        <a:spcAft>
          <a:spcPct val="0"/>
        </a:spcAft>
        <a:buChar char="•"/>
        <a:defRPr kumimoji="1" sz="3200">
          <a:solidFill>
            <a:schemeClr val="tx1"/>
          </a:solidFill>
          <a:latin typeface="+mn-lt"/>
          <a:ea typeface="+mn-ea"/>
          <a:cs typeface="+mn-cs"/>
        </a:defRPr>
      </a:lvl1pPr>
      <a:lvl2pPr marL="742950" indent="-285750" algn="l" rtl="0" eaLnBrk="0" fontAlgn="base" latinLnBrk="1" hangingPunct="0">
        <a:spcBef>
          <a:spcPct val="20000"/>
        </a:spcBef>
        <a:spcAft>
          <a:spcPct val="0"/>
        </a:spcAft>
        <a:buChar char="–"/>
        <a:defRPr kumimoji="1" sz="2800">
          <a:solidFill>
            <a:schemeClr val="tx1"/>
          </a:solidFill>
          <a:latin typeface="+mn-lt"/>
          <a:ea typeface="+mn-ea"/>
        </a:defRPr>
      </a:lvl2pPr>
      <a:lvl3pPr marL="1143000" indent="-228600" algn="l" rtl="0" eaLnBrk="0" fontAlgn="base" latinLnBrk="1" hangingPunct="0">
        <a:spcBef>
          <a:spcPct val="20000"/>
        </a:spcBef>
        <a:spcAft>
          <a:spcPct val="0"/>
        </a:spcAft>
        <a:buChar char="•"/>
        <a:defRPr kumimoji="1" sz="2400">
          <a:solidFill>
            <a:schemeClr val="tx1"/>
          </a:solidFill>
          <a:latin typeface="+mn-lt"/>
          <a:ea typeface="+mn-ea"/>
        </a:defRPr>
      </a:lvl3pPr>
      <a:lvl4pPr marL="1600200" indent="-228600" algn="l" rtl="0" eaLnBrk="0" fontAlgn="base" latinLnBrk="1" hangingPunct="0">
        <a:spcBef>
          <a:spcPct val="20000"/>
        </a:spcBef>
        <a:spcAft>
          <a:spcPct val="0"/>
        </a:spcAft>
        <a:buChar char="–"/>
        <a:defRPr kumimoji="1" sz="2000">
          <a:solidFill>
            <a:schemeClr val="tx1"/>
          </a:solidFill>
          <a:latin typeface="+mn-lt"/>
          <a:ea typeface="+mn-ea"/>
        </a:defRPr>
      </a:lvl4pPr>
      <a:lvl5pPr marL="2057400" indent="-228600" algn="l" rtl="0" eaLnBrk="0" fontAlgn="base" latinLnBrk="1" hangingPunct="0">
        <a:spcBef>
          <a:spcPct val="20000"/>
        </a:spcBef>
        <a:spcAft>
          <a:spcPct val="0"/>
        </a:spcAft>
        <a:buChar char="»"/>
        <a:defRPr kumimoji="1" sz="2000">
          <a:solidFill>
            <a:schemeClr val="tx1"/>
          </a:solidFill>
          <a:latin typeface="+mn-lt"/>
          <a:ea typeface="+mn-ea"/>
        </a:defRPr>
      </a:lvl5pPr>
      <a:lvl6pPr marL="2514600" indent="-228600" algn="l" rtl="0" fontAlgn="base" latinLnBrk="1">
        <a:spcBef>
          <a:spcPct val="20000"/>
        </a:spcBef>
        <a:spcAft>
          <a:spcPct val="0"/>
        </a:spcAft>
        <a:buChar char="»"/>
        <a:defRPr kumimoji="1" sz="2000">
          <a:solidFill>
            <a:schemeClr val="tx1"/>
          </a:solidFill>
          <a:latin typeface="+mn-lt"/>
          <a:ea typeface="+mn-ea"/>
        </a:defRPr>
      </a:lvl6pPr>
      <a:lvl7pPr marL="2971800" indent="-228600" algn="l" rtl="0" fontAlgn="base" latinLnBrk="1">
        <a:spcBef>
          <a:spcPct val="20000"/>
        </a:spcBef>
        <a:spcAft>
          <a:spcPct val="0"/>
        </a:spcAft>
        <a:buChar char="»"/>
        <a:defRPr kumimoji="1" sz="2000">
          <a:solidFill>
            <a:schemeClr val="tx1"/>
          </a:solidFill>
          <a:latin typeface="+mn-lt"/>
          <a:ea typeface="+mn-ea"/>
        </a:defRPr>
      </a:lvl7pPr>
      <a:lvl8pPr marL="3429000" indent="-228600" algn="l" rtl="0" fontAlgn="base" latinLnBrk="1">
        <a:spcBef>
          <a:spcPct val="20000"/>
        </a:spcBef>
        <a:spcAft>
          <a:spcPct val="0"/>
        </a:spcAft>
        <a:buChar char="»"/>
        <a:defRPr kumimoji="1" sz="2000">
          <a:solidFill>
            <a:schemeClr val="tx1"/>
          </a:solidFill>
          <a:latin typeface="+mn-lt"/>
          <a:ea typeface="+mn-ea"/>
        </a:defRPr>
      </a:lvl8pPr>
      <a:lvl9pPr marL="3886200" indent="-228600" algn="l" rtl="0" fontAlgn="base" latinLnBrk="1">
        <a:spcBef>
          <a:spcPct val="20000"/>
        </a:spcBef>
        <a:spcAft>
          <a:spcPct val="0"/>
        </a:spcAft>
        <a:buChar char="»"/>
        <a:defRPr kumimoji="1" sz="2000">
          <a:solidFill>
            <a:schemeClr val="tx1"/>
          </a:solidFill>
          <a:latin typeface="+mn-lt"/>
          <a:ea typeface="+mn-ea"/>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텍스트 개체 틀 10">
            <a:extLst>
              <a:ext uri="{FF2B5EF4-FFF2-40B4-BE49-F238E27FC236}">
                <a16:creationId xmlns:a16="http://schemas.microsoft.com/office/drawing/2014/main" id="{3740A9D8-EC08-F090-E4E6-07FB477C8573}"/>
              </a:ext>
            </a:extLst>
          </p:cNvPr>
          <p:cNvSpPr>
            <a:spLocks noGrp="1"/>
          </p:cNvSpPr>
          <p:nvPr>
            <p:ph type="body" sz="quarter" idx="13"/>
          </p:nvPr>
        </p:nvSpPr>
        <p:spPr bwMode="auto">
          <a:xfrm>
            <a:off x="0" y="1052513"/>
            <a:ext cx="9906000" cy="7207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compatLnSpc="1">
            <a:prstTxWarp prst="textNoShape">
              <a:avLst/>
            </a:prstTxWarp>
          </a:bodyPr>
          <a:lstStyle/>
          <a:p>
            <a:pPr latinLnBrk="0" marL="0" indent="0" eaLnBrk="1" hangingPunct="1">
              <a:spcBef>
                <a:spcPct val="0"/>
              </a:spcBef>
            </a:pPr>
            <a:r>
              <a:rPr lang="en-US" altLang="ko-KR">
                <a:solidFill>
                  <a:schemeClr val="tx2"/>
                </a:solidFill>
                <a:latin typeface="Arial" panose="020B0604020202020204" pitchFamily="34" charset="0"/>
                <a:ea typeface="맑은 고딕" panose="020B0503020000020004" pitchFamily="34" charset="-127"/>
                <a:cs typeface="Arial" panose="020B0604020202020204" pitchFamily="34" charset="0"/>
              </a:rPr>
              <a:t>Zaplist</a:t>
            </a:r>
            <a:endParaRPr lang="ko-KR" altLang="en-US">
              <a:solidFill>
                <a:schemeClr val="tx2"/>
              </a:solidFill>
              <a:latin typeface="Arial" panose="020B0604020202020204" pitchFamily="34" charset="0"/>
              <a:ea typeface="맑은 고딕" panose="020B0503020000020004" pitchFamily="34" charset="-127"/>
              <a:cs typeface="Arial" panose="020B0604020202020204" pitchFamily="34" charset="0"/>
            </a:endParaRPr>
          </a:p>
        </p:txBody>
      </p:sp>
      <p:sp>
        <p:nvSpPr>
          <p:cNvPr id="14339" name="텍스트 개체 틀 7">
            <a:extLst>
              <a:ext uri="{FF2B5EF4-FFF2-40B4-BE49-F238E27FC236}">
                <a16:creationId xmlns:a16="http://schemas.microsoft.com/office/drawing/2014/main" id="{38ACA158-5C4E-BD57-34C7-B311144D18F9}"/>
              </a:ext>
            </a:extLst>
          </p:cNvPr>
          <p:cNvSpPr txBox="1">
            <a:spLocks/>
          </p:cNvSpPr>
          <p:nvPr/>
        </p:nvSpPr>
        <p:spPr bwMode="auto">
          <a:xfrm>
            <a:off x="273050" y="188913"/>
            <a:ext cx="4464050" cy="287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36000" rIns="0" anchor="ctr"/>
          <a:lstStyle>
            <a:lvl1pPr marL="342900" indent="-342900">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spcBef>
                <a:spcPct val="20000"/>
              </a:spcBef>
            </a:pPr>
            <a:r>
              <a:rPr kumimoji="1" lang="en-US" altLang="ko-KR" sz="1500">
                <a:latin typeface="Arial" panose="020B0604020202020204" pitchFamily="34" charset="0"/>
                <a:ea typeface="맑은 고딕" panose="020B0503020000020004" pitchFamily="34" charset="-127"/>
                <a:cs typeface="Arial" panose="020B0604020202020204" pitchFamily="34" charset="0"/>
              </a:rPr>
              <a:t>UX Scenario Document File Version 4.3</a:t>
            </a:r>
            <a:endParaRPr kumimoji="1" lang="ko-KR" altLang="en-US" sz="1500">
              <a:latin typeface="Arial" panose="020B0604020202020204" pitchFamily="34" charset="0"/>
              <a:ea typeface="맑은 고딕" panose="020B0503020000020004" pitchFamily="34" charset="-127"/>
              <a:cs typeface="Arial" panose="020B0604020202020204" pitchFamily="34" charset="0"/>
            </a:endParaRPr>
          </a:p>
        </p:txBody>
      </p:sp>
      <p:graphicFrame>
        <p:nvGraphicFramePr>
          <p:cNvPr id="13" name="표 12">
            <a:extLst>
              <a:ext uri="{FF2B5EF4-FFF2-40B4-BE49-F238E27FC236}">
                <a16:creationId xmlns:a16="http://schemas.microsoft.com/office/drawing/2014/main" id="{147F7965-A487-1D19-28B2-6AAF9686B587}"/>
              </a:ext>
            </a:extLst>
          </p:cNvPr>
          <p:cNvGraphicFramePr>
            <a:graphicFrameLocks noGrp="1"/>
          </p:cNvGraphicFramePr>
          <p:nvPr>
            <p:extLst>
              <p:ext uri="{D42A27DB-BD31-4B8C-83A1-F6EECF244321}">
                <p14:modId xmlns:p14="http://schemas.microsoft.com/office/powerpoint/2010/main" val="690833095"/>
              </p:ext>
            </p:extLst>
          </p:nvPr>
        </p:nvGraphicFramePr>
        <p:xfrm>
          <a:off x="4521200" y="4797425"/>
          <a:ext cx="4932363" cy="1493838"/>
        </p:xfrm>
        <a:graphic>
          <a:graphicData uri="http://schemas.openxmlformats.org/drawingml/2006/table">
            <a:tbl>
              <a:tblPr firstRow="1" bandRow="1">
                <a:tableStyleId>{5C22544A-7EE6-4342-B048-85BDC9FD1C3A}</a:tableStyleId>
              </a:tblPr>
              <a:tblGrid>
                <a:gridCol w="1836135">
                  <a:extLst>
                    <a:ext uri="{9D8B030D-6E8A-4147-A177-3AD203B41FA5}">
                      <a16:colId xmlns:a16="http://schemas.microsoft.com/office/drawing/2014/main" val="20000"/>
                    </a:ext>
                  </a:extLst>
                </a:gridCol>
                <a:gridCol w="3096228">
                  <a:extLst>
                    <a:ext uri="{9D8B030D-6E8A-4147-A177-3AD203B41FA5}">
                      <a16:colId xmlns:a16="http://schemas.microsoft.com/office/drawing/2014/main" val="20001"/>
                    </a:ext>
                  </a:extLst>
                </a:gridCol>
              </a:tblGrid>
              <a:tr h="335351">
                <a:tc>
                  <a:txBody>
                    <a:bodyPr/>
                    <a:lstStyle/>
                    <a:p>
                      <a:pPr algn="r" latinLnBrk="0"/>
                      <a:r>
                        <a:rPr lang="en-US" altLang="ko-KR" sz="1600" b="1" dirty="0">
                          <a:solidFill>
                            <a:schemeClr val="tx1"/>
                          </a:solidFill>
                          <a:latin typeface="Arial" pitchFamily="34" charset="0"/>
                          <a:ea typeface="맑은 고딕" pitchFamily="50" charset="-127"/>
                          <a:cs typeface="Arial" pitchFamily="34" charset="0"/>
                        </a:rPr>
                        <a:t>Submission Date</a:t>
                      </a:r>
                      <a:endParaRPr lang="ko-KR" altLang="en-US" sz="1600" b="1" dirty="0">
                        <a:solidFill>
                          <a:schemeClr val="tx1"/>
                        </a:solidFill>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latinLnBrk="0"/>
                      <a:r>
                        <a:rPr lang="en-US" altLang="ko-KR" sz="1600" b="0" i="0">
                          <a:solidFill>
                            <a:schemeClr val="tx1"/>
                          </a:solidFill>
                          <a:latin typeface="Arial" pitchFamily="34" charset="0"/>
                          <a:cs typeface="Arial" pitchFamily="34" charset="0"/>
                        </a:rPr>
                        <a:t>2026 / 10 / 10</a:t>
                      </a:r>
                      <a:endParaRPr lang="ko-KR" altLang="en-US" sz="1600" b="0" i="0" dirty="0">
                        <a:solidFill>
                          <a:schemeClr val="tx1"/>
                        </a:solidFill>
                        <a:latin typeface="Arial" pitchFamily="34" charset="0"/>
                        <a:cs typeface="Arial" pitchFamily="34" charset="0"/>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0"/>
                  </a:ext>
                </a:extLst>
              </a:tr>
              <a:tr h="335351">
                <a:tc>
                  <a:txBody>
                    <a:bodyPr/>
                    <a:lstStyle/>
                    <a:p>
                      <a:pPr algn="r" latinLnBrk="0"/>
                      <a:r>
                        <a:rPr lang="en-US" altLang="ko-KR" sz="1600" b="1" dirty="0">
                          <a:solidFill>
                            <a:schemeClr val="tx1"/>
                          </a:solidFill>
                          <a:latin typeface="Arial" pitchFamily="34" charset="0"/>
                          <a:ea typeface="맑은 고딕" pitchFamily="50" charset="-127"/>
                          <a:cs typeface="Arial" pitchFamily="34" charset="0"/>
                        </a:rPr>
                        <a:t>App Ver.</a:t>
                      </a:r>
                      <a:endParaRPr lang="ko-KR" altLang="en-US" sz="1600" b="1" dirty="0">
                        <a:solidFill>
                          <a:schemeClr val="tx1"/>
                        </a:solidFill>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latinLnBrk="0"/>
                      <a:r>
                        <a:rPr lang="en-US" altLang="ko-KR" sz="1600" b="0" i="0">
                          <a:solidFill>
                            <a:schemeClr val="tx1"/>
                          </a:solidFill>
                          <a:latin typeface="Arial" pitchFamily="34" charset="0"/>
                          <a:cs typeface="Arial" pitchFamily="34" charset="0"/>
                        </a:rPr>
                        <a:t>1.0.0</a:t>
                      </a:r>
                      <a:endParaRPr lang="ko-KR" altLang="en-US" sz="1600" b="0" i="0" dirty="0">
                        <a:solidFill>
                          <a:schemeClr val="tx1"/>
                        </a:solidFill>
                        <a:latin typeface="Arial" pitchFamily="34" charset="0"/>
                        <a:cs typeface="Arial" pitchFamily="34" charset="0"/>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1"/>
                  </a:ext>
                </a:extLst>
              </a:tr>
              <a:tr h="823136">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altLang="ko-KR" sz="1600" b="1" dirty="0">
                          <a:solidFill>
                            <a:schemeClr val="tx1"/>
                          </a:solidFill>
                          <a:latin typeface="Arial" pitchFamily="34" charset="0"/>
                          <a:ea typeface="맑은 고딕" pitchFamily="50" charset="-127"/>
                          <a:cs typeface="Arial" pitchFamily="34" charset="0"/>
                        </a:rPr>
                        <a:t>App Developer</a:t>
                      </a:r>
                      <a:endParaRPr lang="ko-KR" altLang="en-US" sz="1600" b="1" dirty="0">
                        <a:solidFill>
                          <a:schemeClr val="tx1"/>
                        </a:solidFill>
                        <a:latin typeface="Arial" pitchFamily="34" charset="0"/>
                        <a:ea typeface="맑은 고딕" pitchFamily="50" charset="-127"/>
                        <a:cs typeface="Arial" pitchFamily="34" charset="0"/>
                      </a:endParaRPr>
                    </a:p>
                    <a:p>
                      <a:pPr algn="r" latinLnBrk="0"/>
                      <a:endParaRPr lang="ko-KR" altLang="en-US" sz="1600" b="1" dirty="0">
                        <a:solidFill>
                          <a:schemeClr val="tx1"/>
                        </a:solidFill>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latinLnBrk="0"/>
                      <a:r>
                        <a:rPr lang="en-US" altLang="ko-KR" sz="1600" b="0" i="0">
                          <a:latin typeface="Arial" pitchFamily="34" charset="0"/>
                          <a:cs typeface="Arial" pitchFamily="34" charset="0"/>
                        </a:rPr>
                        <a:t>Name: Zaplist</a:t>
                      </a:r>
                    </a:p>
                    <a:p>
                      <a:pPr latinLnBrk="0"/>
                      <a:r>
                        <a:rPr lang="en-US" altLang="ko-KR" sz="1600" b="0" i="0">
                          <a:latin typeface="Arial" pitchFamily="34" charset="0"/>
                          <a:cs typeface="Arial" pitchFamily="34" charset="0"/>
                        </a:rPr>
                        <a:t>E-mail address: nomoredazzling@gmail.com</a:t>
                      </a:r>
                      <a:endParaRPr lang="ko-KR" altLang="en-US" sz="1600" b="0" i="0" dirty="0">
                        <a:latin typeface="Arial" pitchFamily="34" charset="0"/>
                        <a:cs typeface="Arial" pitchFamily="34" charset="0"/>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39">
            <a:extLst>
              <a:ext uri="{FF2B5EF4-FFF2-40B4-BE49-F238E27FC236}">
                <a16:creationId xmlns:a16="http://schemas.microsoft.com/office/drawing/2014/main" id="{1EC09ABB-954C-AEA2-17D3-AA415571EC39}"/>
              </a:ext>
            </a:extLst>
          </p:cNvPr>
          <p:cNvSpPr>
            <a:spLocks noChangeArrowheads="1"/>
          </p:cNvSpPr>
          <p:nvPr/>
        </p:nvSpPr>
        <p:spPr bwMode="auto">
          <a:xfrm>
            <a:off x="2289175" y="2409825"/>
            <a:ext cx="4895850" cy="2879725"/>
          </a:xfrm>
          <a:prstGeom prst="rect">
            <a:avLst/>
          </a:prstGeom>
          <a:noFill/>
          <a:ln w="12700" algn="ctr">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endParaRPr lang="ko-KR" altLang="en-US">
              <a:latin typeface="Arial" panose="020B0604020202020204" pitchFamily="34" charset="0"/>
              <a:cs typeface="Arial" panose="020B0604020202020204" pitchFamily="34" charset="0"/>
            </a:endParaRPr>
          </a:p>
        </p:txBody>
      </p:sp>
      <p:sp>
        <p:nvSpPr>
          <p:cNvPr id="17" name="텍스트 개체 틀 16">
            <a:extLst>
              <a:ext uri="{FF2B5EF4-FFF2-40B4-BE49-F238E27FC236}">
                <a16:creationId xmlns:a16="http://schemas.microsoft.com/office/drawing/2014/main" id="{4098BE84-7E01-5476-3459-16C2B1308EE9}"/>
              </a:ext>
            </a:extLst>
          </p:cNvPr>
          <p:cNvSpPr>
            <a:spLocks noGrp="1"/>
          </p:cNvSpPr>
          <p:nvPr>
            <p:ph type="body" sz="quarter" idx="13"/>
          </p:nvPr>
        </p:nvSpPr>
        <p:spPr>
          <a:xfrm>
            <a:off x="3008313" y="1484313"/>
            <a:ext cx="4032250" cy="523875"/>
          </a:xfrm>
        </p:spPr>
        <p:txBody>
          <a:bodyPr/>
          <a:lstStyle/>
          <a:p>
            <a:pPr latinLnBrk="0">
              <a:defRPr/>
            </a:pPr>
            <a:r>
              <a:rPr lang="en-US" altLang="ko-KR" sz="2800">
                <a:latin typeface="Arial" pitchFamily="34" charset="0"/>
                <a:ea typeface="돋움" pitchFamily="50" charset="-127"/>
                <a:cs typeface="Arial" pitchFamily="34" charset="0"/>
              </a:rPr>
              <a:t>Table of Contents</a:t>
            </a:r>
            <a:endParaRPr sz="2800">
              <a:latin typeface="Arial" pitchFamily="34" charset="0"/>
              <a:cs typeface="Arial" pitchFamily="34" charset="0"/>
            </a:endParaRPr>
          </a:p>
        </p:txBody>
      </p:sp>
      <p:sp>
        <p:nvSpPr>
          <p:cNvPr id="16388" name="텍스트 개체 틀 16">
            <a:extLst>
              <a:ext uri="{FF2B5EF4-FFF2-40B4-BE49-F238E27FC236}">
                <a16:creationId xmlns:a16="http://schemas.microsoft.com/office/drawing/2014/main" id="{1050F4B7-223D-E9D2-1E2F-62CF302713F0}"/>
              </a:ext>
            </a:extLst>
          </p:cNvPr>
          <p:cNvSpPr txBox="1">
            <a:spLocks noChangeArrowheads="1"/>
          </p:cNvSpPr>
          <p:nvPr/>
        </p:nvSpPr>
        <p:spPr bwMode="auto">
          <a:xfrm>
            <a:off x="3584575" y="2563813"/>
            <a:ext cx="3816350" cy="25701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2900" indent="-342900">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1. Basic Information</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2. Document History</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3. Remote Control Keys</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4. Detailed Login Information</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5. Main Page Description</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6. Sub Page Description</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7. Paid Content (not applicable)</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8. In-App Ad (not applicable)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표 4">
            <a:extLst>
              <a:ext uri="{FF2B5EF4-FFF2-40B4-BE49-F238E27FC236}">
                <a16:creationId xmlns:a16="http://schemas.microsoft.com/office/drawing/2014/main" id="{4215D7B6-61D7-67B1-138F-23A8922074A1}"/>
              </a:ext>
            </a:extLst>
          </p:cNvPr>
          <p:cNvGraphicFramePr>
            <a:graphicFrameLocks noGrp="1"/>
          </p:cNvGraphicFramePr>
          <p:nvPr>
            <p:extLst>
              <p:ext uri="{D42A27DB-BD31-4B8C-83A1-F6EECF244321}">
                <p14:modId xmlns:p14="http://schemas.microsoft.com/office/powerpoint/2010/main" val="2130803649"/>
              </p:ext>
            </p:extLst>
          </p:nvPr>
        </p:nvGraphicFramePr>
        <p:xfrm>
          <a:off x="200025" y="668281"/>
          <a:ext cx="9577388" cy="5613040"/>
        </p:xfrm>
        <a:graphic>
          <a:graphicData uri="http://schemas.openxmlformats.org/drawingml/2006/table">
            <a:tbl>
              <a:tblPr firstRow="1" bandRow="1">
                <a:tableStyleId>{5C22544A-7EE6-4342-B048-85BDC9FD1C3A}</a:tableStyleId>
              </a:tblPr>
              <a:tblGrid>
                <a:gridCol w="1296188">
                  <a:extLst>
                    <a:ext uri="{9D8B030D-6E8A-4147-A177-3AD203B41FA5}">
                      <a16:colId xmlns:a16="http://schemas.microsoft.com/office/drawing/2014/main" val="20000"/>
                    </a:ext>
                  </a:extLst>
                </a:gridCol>
                <a:gridCol w="2232651">
                  <a:extLst>
                    <a:ext uri="{9D8B030D-6E8A-4147-A177-3AD203B41FA5}">
                      <a16:colId xmlns:a16="http://schemas.microsoft.com/office/drawing/2014/main" val="20001"/>
                    </a:ext>
                  </a:extLst>
                </a:gridCol>
                <a:gridCol w="2967170">
                  <a:extLst>
                    <a:ext uri="{9D8B030D-6E8A-4147-A177-3AD203B41FA5}">
                      <a16:colId xmlns:a16="http://schemas.microsoft.com/office/drawing/2014/main" val="20002"/>
                    </a:ext>
                  </a:extLst>
                </a:gridCol>
                <a:gridCol w="3081379">
                  <a:extLst>
                    <a:ext uri="{9D8B030D-6E8A-4147-A177-3AD203B41FA5}">
                      <a16:colId xmlns:a16="http://schemas.microsoft.com/office/drawing/2014/main" val="20003"/>
                    </a:ext>
                  </a:extLst>
                </a:gridCol>
              </a:tblGrid>
              <a:tr h="307695">
                <a:tc>
                  <a:txBody>
                    <a:bodyPr/>
                    <a:lstStyle/>
                    <a:p>
                      <a:pPr marL="228600" marR="0" indent="-228600" algn="ctr" defTabSz="914400" rtl="0" eaLnBrk="1" fontAlgn="auto" latinLnBrk="0" hangingPunct="1">
                        <a:lnSpc>
                          <a:spcPct val="100000"/>
                        </a:lnSpc>
                        <a:spcBef>
                          <a:spcPts val="0"/>
                        </a:spcBef>
                        <a:spcAft>
                          <a:spcPts val="0"/>
                        </a:spcAft>
                        <a:buClrTx/>
                        <a:buSzTx/>
                        <a:buFont typeface="+mj-lt"/>
                        <a:buNone/>
                        <a:tabLst/>
                        <a:defRPr/>
                      </a:pPr>
                      <a:r>
                        <a:rPr lang="en-US" altLang="ko-KR"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rPr>
                        <a:t>Category</a:t>
                      </a:r>
                      <a:endParaRPr lang="ko-KR" altLang="en-US"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endParaRPr>
                    </a:p>
                  </a:txBody>
                  <a:tcPr marL="91442" marR="91442" marT="45718" marB="45718"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ysDot"/>
                      <a:round/>
                      <a:headEnd type="none" w="med" len="med"/>
                      <a:tailEnd type="none" w="med" len="med"/>
                    </a:lnB>
                    <a:solidFill>
                      <a:schemeClr val="tx1">
                        <a:lumMod val="75000"/>
                        <a:lumOff val="25000"/>
                      </a:schemeClr>
                    </a:solidFill>
                  </a:tcPr>
                </a:tc>
                <a:tc>
                  <a:txBody>
                    <a:bodyPr/>
                    <a:lstStyle/>
                    <a:p>
                      <a:pPr marL="228600" marR="0" indent="-228600" algn="ctr" defTabSz="914400" rtl="0" eaLnBrk="1" fontAlgn="auto" latinLnBrk="0" hangingPunct="1">
                        <a:lnSpc>
                          <a:spcPct val="100000"/>
                        </a:lnSpc>
                        <a:spcBef>
                          <a:spcPts val="0"/>
                        </a:spcBef>
                        <a:spcAft>
                          <a:spcPts val="0"/>
                        </a:spcAft>
                        <a:buClrTx/>
                        <a:buSzTx/>
                        <a:buFont typeface="+mj-lt"/>
                        <a:buNone/>
                        <a:tabLst/>
                        <a:defRPr/>
                      </a:pPr>
                      <a:r>
                        <a:rPr lang="en-US" altLang="ko-KR"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rPr>
                        <a:t>Items</a:t>
                      </a:r>
                      <a:endParaRPr lang="ko-KR" altLang="en-US"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ysDot"/>
                      <a:round/>
                      <a:headEnd type="none" w="med" len="med"/>
                      <a:tailEnd type="none" w="med" len="med"/>
                    </a:lnB>
                    <a:solidFill>
                      <a:schemeClr val="tx1">
                        <a:lumMod val="75000"/>
                        <a:lumOff val="2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altLang="ko-KR" sz="1200" b="1" i="0" kern="1200" baseline="0"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rPr>
                        <a:t>Input (By Developer)</a:t>
                      </a:r>
                      <a:endParaRPr lang="ko-KR" altLang="en-US" sz="1200" b="1" i="0" kern="1200" baseline="0"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ysDot"/>
                      <a:round/>
                      <a:headEnd type="none" w="med" len="med"/>
                      <a:tailEnd type="none" w="med" len="med"/>
                    </a:lnB>
                    <a:solidFill>
                      <a:schemeClr val="tx1">
                        <a:lumMod val="75000"/>
                        <a:lumOff val="2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altLang="ko-KR"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rPr>
                        <a:t>Example</a:t>
                      </a:r>
                      <a:endParaRPr lang="ko-KR" altLang="en-US"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ysDot"/>
                      <a:round/>
                      <a:headEnd type="none" w="med" len="med"/>
                      <a:tailEnd type="none" w="med" len="med"/>
                    </a:lnB>
                    <a:solidFill>
                      <a:schemeClr val="tx1">
                        <a:lumMod val="75000"/>
                        <a:lumOff val="25000"/>
                      </a:schemeClr>
                    </a:solidFill>
                  </a:tcPr>
                </a:tc>
                <a:extLst>
                  <a:ext uri="{0D108BD9-81ED-4DB2-BD59-A6C34878D82A}">
                    <a16:rowId xmlns:a16="http://schemas.microsoft.com/office/drawing/2014/main" val="10000"/>
                  </a:ext>
                </a:extLst>
              </a:tr>
              <a:tr h="237905">
                <a:tc rowSpan="11">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r>
                        <a:rPr lang="en-US" altLang="ko-KR" sz="1000" b="1" dirty="0">
                          <a:solidFill>
                            <a:schemeClr val="tx1"/>
                          </a:solidFill>
                          <a:latin typeface="Arial" pitchFamily="34" charset="0"/>
                          <a:ea typeface="맑은 고딕" pitchFamily="50" charset="-127"/>
                          <a:cs typeface="Arial" pitchFamily="34" charset="0"/>
                        </a:rPr>
                        <a:t>App</a:t>
                      </a:r>
                      <a:r>
                        <a:rPr lang="en-US" altLang="ko-KR" sz="1000" b="1" baseline="0" dirty="0">
                          <a:solidFill>
                            <a:schemeClr val="tx1"/>
                          </a:solidFill>
                          <a:latin typeface="Arial" pitchFamily="34" charset="0"/>
                          <a:ea typeface="맑은 고딕" pitchFamily="50" charset="-127"/>
                          <a:cs typeface="Arial" pitchFamily="34" charset="0"/>
                        </a:rPr>
                        <a:t> </a:t>
                      </a:r>
                      <a:r>
                        <a:rPr lang="en-US" altLang="ko-KR" sz="1000" b="1" dirty="0">
                          <a:solidFill>
                            <a:schemeClr val="tx1"/>
                          </a:solidFill>
                          <a:latin typeface="Arial" pitchFamily="34" charset="0"/>
                          <a:ea typeface="맑은 고딕" pitchFamily="50" charset="-127"/>
                          <a:cs typeface="Arial" pitchFamily="34" charset="0"/>
                        </a:rPr>
                        <a:t>Information</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r>
                        <a:rPr lang="en-US" altLang="ko-KR" sz="1000" b="1" dirty="0">
                          <a:solidFill>
                            <a:schemeClr val="tx1"/>
                          </a:solidFill>
                          <a:latin typeface="Arial" pitchFamily="34" charset="0"/>
                          <a:ea typeface="맑은 고딕" pitchFamily="50" charset="-127"/>
                          <a:cs typeface="Arial" pitchFamily="34" charset="0"/>
                        </a:rPr>
                        <a:t>App Title</a:t>
                      </a:r>
                      <a:endParaRPr lang="ko-KR" altLang="en-US" sz="1000" b="1">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Zaplist</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1"/>
                  </a:ext>
                </a:extLst>
              </a:tr>
              <a:tr h="237905">
                <a:tc vMerge="1">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endParaRPr lang="ko-KR" altLang="en-US" sz="1000" b="1" dirty="0">
                        <a:solidFill>
                          <a:schemeClr val="tx1"/>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r>
                        <a:rPr lang="en-US" altLang="ko-KR" sz="1000" b="1" dirty="0">
                          <a:solidFill>
                            <a:schemeClr val="tx1"/>
                          </a:solidFill>
                          <a:latin typeface="Arial" pitchFamily="34" charset="0"/>
                          <a:ea typeface="맑은 고딕" pitchFamily="50" charset="-127"/>
                          <a:cs typeface="Arial" pitchFamily="34" charset="0"/>
                        </a:rPr>
                        <a:t>Category</a:t>
                      </a: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Entertainment</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Entertainment</a:t>
                      </a:r>
                      <a:r>
                        <a:rPr lang="en-US" altLang="ko-KR" sz="1000" b="0" baseline="0" dirty="0">
                          <a:solidFill>
                            <a:schemeClr val="tx1"/>
                          </a:solidFill>
                          <a:latin typeface="Arial" pitchFamily="34" charset="0"/>
                          <a:ea typeface="맑은 고딕" pitchFamily="50" charset="-127"/>
                          <a:cs typeface="Arial" pitchFamily="34" charset="0"/>
                        </a:rPr>
                        <a:t> / Game / Life</a:t>
                      </a:r>
                      <a:endParaRPr lang="ko-KR" altLang="en-US" sz="1000" b="0" i="1" u="sng">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2"/>
                  </a:ext>
                </a:extLst>
              </a:tr>
              <a:tr h="237905">
                <a:tc vMerge="1">
                  <a:txBody>
                    <a:bodyPr/>
                    <a:lstStyle/>
                    <a:p>
                      <a:pPr marL="228600" indent="-228600" algn="l" latinLnBrk="0">
                        <a:buFont typeface="+mj-lt"/>
                        <a:buNone/>
                      </a:pPr>
                      <a:endParaRPr lang="ko-KR" altLang="en-US" sz="1000" b="1" dirty="0">
                        <a:solidFill>
                          <a:srgbClr val="FF0000"/>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indent="-228600" algn="l" latinLnBrk="0">
                        <a:buFont typeface="+mj-lt"/>
                        <a:buNone/>
                      </a:pPr>
                      <a:r>
                        <a:rPr lang="en-US" altLang="ko-KR" sz="1000" b="1" dirty="0">
                          <a:solidFill>
                            <a:schemeClr val="tx1"/>
                          </a:solidFill>
                          <a:latin typeface="Arial" pitchFamily="34" charset="0"/>
                          <a:ea typeface="맑은 고딕" pitchFamily="50" charset="-127"/>
                          <a:cs typeface="Arial" pitchFamily="34" charset="0"/>
                        </a:rPr>
                        <a:t>File Type</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Web (packaged </a:t>
                      </a:r>
                      <a:r>
                        <a:rPr lang="en-US" altLang="ko-KR" sz="900" b="1" i="0" kern="1200" baseline="0">
                          <a:solidFill>
                            <a:schemeClr val="tx1"/>
                          </a:solidFill>
                          <a:latin typeface="Arial" pitchFamily="34" charset="0"/>
                          <a:ea typeface="맑은 고딕" pitchFamily="50" charset="-127"/>
                          <a:cs typeface="Arial" pitchFamily="34" charset="0"/>
                        </a:rPr>
                        <a:t>IPK)</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Web / Adobe Flash /</a:t>
                      </a:r>
                      <a:r>
                        <a:rPr lang="en-US" altLang="ko-KR" sz="1000" b="0" baseline="0" dirty="0">
                          <a:solidFill>
                            <a:schemeClr val="tx1"/>
                          </a:solidFill>
                          <a:latin typeface="Arial" pitchFamily="34" charset="0"/>
                          <a:ea typeface="맑은 고딕" pitchFamily="50" charset="-127"/>
                          <a:cs typeface="Arial" pitchFamily="34" charset="0"/>
                        </a:rPr>
                        <a:t> Native</a:t>
                      </a:r>
                      <a:r>
                        <a:rPr lang="en-US" altLang="ko-KR" sz="1000" b="0" kern="1200" baseline="0" dirty="0">
                          <a:solidFill>
                            <a:schemeClr val="tx1"/>
                          </a:solidFill>
                          <a:latin typeface="Arial" pitchFamily="34" charset="0"/>
                          <a:ea typeface="맑은 고딕" pitchFamily="50" charset="-127"/>
                          <a:cs typeface="Arial" pitchFamily="34" charset="0"/>
                        </a:rPr>
                        <a:t> App</a:t>
                      </a:r>
                      <a:endParaRPr lang="ko-KR" altLang="en-US" sz="1000" b="0" i="1" u="sng">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3"/>
                  </a:ext>
                </a:extLst>
              </a:tr>
              <a:tr h="237905">
                <a:tc vMerge="1">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endParaRPr lang="en-US" altLang="ko-KR" sz="1000" b="1" dirty="0">
                        <a:solidFill>
                          <a:srgbClr val="FF0000"/>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r>
                        <a:rPr lang="en-US" altLang="ko-KR" sz="1000" b="1" dirty="0">
                          <a:solidFill>
                            <a:schemeClr val="tx1"/>
                          </a:solidFill>
                          <a:latin typeface="Arial" pitchFamily="34" charset="0"/>
                          <a:ea typeface="맑은 고딕" pitchFamily="50" charset="-127"/>
                          <a:cs typeface="Arial" pitchFamily="34" charset="0"/>
                        </a:rPr>
                        <a:t>Optimized Resolution</a:t>
                      </a:r>
                      <a:endParaRPr lang="ko-KR" altLang="en-US" sz="1000" b="1">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1920*1080</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1280*720 / 1910*1080</a:t>
                      </a:r>
                      <a:endParaRPr lang="ko-KR" altLang="en-US" sz="1000" b="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4"/>
                  </a:ext>
                </a:extLst>
              </a:tr>
              <a:tr h="237905">
                <a:tc vMerge="1">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endParaRPr lang="en-US" altLang="ko-KR" sz="1000" b="1" dirty="0">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r>
                        <a:rPr lang="en-US" altLang="ko-KR" sz="1000" b="1" dirty="0">
                          <a:solidFill>
                            <a:schemeClr val="tx1"/>
                          </a:solidFill>
                          <a:latin typeface="Arial" pitchFamily="34" charset="0"/>
                          <a:ea typeface="맑은 고딕" pitchFamily="50" charset="-127"/>
                          <a:cs typeface="Arial" pitchFamily="34" charset="0"/>
                        </a:rPr>
                        <a:t>Service</a:t>
                      </a:r>
                      <a:r>
                        <a:rPr lang="en-US" altLang="ko-KR" sz="1000" b="1" baseline="0" dirty="0">
                          <a:solidFill>
                            <a:schemeClr val="tx1"/>
                          </a:solidFill>
                          <a:latin typeface="Arial" pitchFamily="34" charset="0"/>
                          <a:ea typeface="맑은 고딕" pitchFamily="50" charset="-127"/>
                          <a:cs typeface="Arial" pitchFamily="34" charset="0"/>
                        </a:rPr>
                        <a:t> Area Information</a:t>
                      </a:r>
                      <a:endParaRPr lang="en-US" altLang="ko-KR"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Global</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Global</a:t>
                      </a:r>
                      <a:r>
                        <a:rPr lang="en-US" altLang="ko-KR" sz="1000" b="0" baseline="0" dirty="0">
                          <a:solidFill>
                            <a:schemeClr val="tx1"/>
                          </a:solidFill>
                          <a:latin typeface="Arial" pitchFamily="34" charset="0"/>
                          <a:ea typeface="맑은 고딕" pitchFamily="50" charset="-127"/>
                          <a:cs typeface="Arial" pitchFamily="34" charset="0"/>
                        </a:rPr>
                        <a:t> / </a:t>
                      </a:r>
                      <a:r>
                        <a:rPr lang="en-US" altLang="ko-KR" sz="1000" b="0" dirty="0">
                          <a:solidFill>
                            <a:schemeClr val="tx1"/>
                          </a:solidFill>
                          <a:latin typeface="Arial" pitchFamily="34" charset="0"/>
                          <a:ea typeface="맑은 고딕" pitchFamily="50" charset="-127"/>
                          <a:cs typeface="Arial" pitchFamily="34" charset="0"/>
                        </a:rPr>
                        <a:t>KR,</a:t>
                      </a:r>
                      <a:r>
                        <a:rPr lang="en-US" altLang="ko-KR" sz="1000" b="0" baseline="0" dirty="0">
                          <a:solidFill>
                            <a:schemeClr val="tx1"/>
                          </a:solidFill>
                          <a:latin typeface="Arial" pitchFamily="34" charset="0"/>
                          <a:ea typeface="맑은 고딕" pitchFamily="50" charset="-127"/>
                          <a:cs typeface="Arial" pitchFamily="34" charset="0"/>
                        </a:rPr>
                        <a:t> US</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5"/>
                  </a:ext>
                </a:extLst>
              </a:tr>
              <a:tr h="237905">
                <a:tc vMerge="1">
                  <a:txBody>
                    <a:bodyPr/>
                    <a:lstStyle/>
                    <a:p>
                      <a:pPr marL="228600" indent="-228600" algn="l" latinLnBrk="0">
                        <a:buFont typeface="+mj-lt"/>
                        <a:buNone/>
                      </a:pPr>
                      <a:endParaRPr lang="ko-KR" altLang="en-US" sz="1000" b="1" dirty="0">
                        <a:solidFill>
                          <a:schemeClr val="tx1"/>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indent="-228600" algn="l" latinLnBrk="0">
                        <a:buFont typeface="+mj-lt"/>
                        <a:buNone/>
                      </a:pPr>
                      <a:r>
                        <a:rPr lang="en-US" altLang="ko-KR" sz="1000" b="1" dirty="0">
                          <a:solidFill>
                            <a:schemeClr val="tx1"/>
                          </a:solidFill>
                          <a:latin typeface="Arial" pitchFamily="34" charset="0"/>
                          <a:ea typeface="맑은 고딕" pitchFamily="50" charset="-127"/>
                          <a:cs typeface="Arial" pitchFamily="34" charset="0"/>
                        </a:rPr>
                        <a:t>App Service Language</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English</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English,</a:t>
                      </a:r>
                      <a:r>
                        <a:rPr lang="en-US" altLang="ko-KR" sz="1000" b="0" baseline="0" dirty="0">
                          <a:solidFill>
                            <a:schemeClr val="tx1"/>
                          </a:solidFill>
                          <a:latin typeface="Arial" pitchFamily="34" charset="0"/>
                          <a:ea typeface="맑은 고딕" pitchFamily="50" charset="-127"/>
                          <a:cs typeface="Arial" pitchFamily="34" charset="0"/>
                        </a:rPr>
                        <a:t> Spanish</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6"/>
                  </a:ext>
                </a:extLst>
              </a:tr>
              <a:tr h="237905">
                <a:tc vMerge="1">
                  <a:txBody>
                    <a:bodyPr/>
                    <a:lstStyle/>
                    <a:p>
                      <a:pPr marL="228600" indent="-228600" algn="l" latinLnBrk="0">
                        <a:buFont typeface="+mj-lt"/>
                        <a:buNone/>
                      </a:pPr>
                      <a:endParaRPr lang="ko-KR" altLang="en-US" sz="1000" b="1" dirty="0">
                        <a:solidFill>
                          <a:srgbClr val="FF0000"/>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indent="-228600" algn="l" latinLnBrk="0">
                        <a:buFont typeface="+mj-lt"/>
                        <a:buNone/>
                      </a:pPr>
                      <a:r>
                        <a:rPr lang="en-US" altLang="ko-KR" sz="1000" b="1" kern="0" dirty="0">
                          <a:solidFill>
                            <a:schemeClr val="tx1"/>
                          </a:solidFill>
                          <a:latin typeface="Arial" pitchFamily="34" charset="0"/>
                          <a:ea typeface="+mn-ea"/>
                          <a:cs typeface="Arial" pitchFamily="34" charset="0"/>
                        </a:rPr>
                        <a:t>Geo-IP Block</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No</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Yes / No</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7"/>
                  </a:ext>
                </a:extLst>
              </a:tr>
              <a:tr h="237905">
                <a:tc vMerge="1">
                  <a:txBody>
                    <a:bodyPr/>
                    <a:lstStyle/>
                    <a:p>
                      <a:pPr marL="228600" indent="-228600" algn="l" latinLnBrk="0">
                        <a:buFont typeface="+mj-lt"/>
                        <a:buNone/>
                      </a:pPr>
                      <a:endParaRPr lang="ko-KR" altLang="en-US" sz="1000" b="1" i="1" u="sng" dirty="0">
                        <a:solidFill>
                          <a:srgbClr val="FF0000"/>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indent="-228600" algn="l" latinLnBrk="0">
                        <a:buFont typeface="+mj-lt"/>
                        <a:buNone/>
                      </a:pPr>
                      <a:r>
                        <a:rPr lang="en-US" altLang="ko-KR" sz="1000" b="1" i="0" u="none" dirty="0">
                          <a:solidFill>
                            <a:schemeClr val="tx1"/>
                          </a:solidFill>
                          <a:latin typeface="Arial" pitchFamily="34" charset="0"/>
                          <a:ea typeface="맑은 고딕" pitchFamily="50" charset="-127"/>
                          <a:cs typeface="Arial" pitchFamily="34" charset="0"/>
                        </a:rPr>
                        <a:t>SDK</a:t>
                      </a:r>
                      <a:r>
                        <a:rPr lang="en-US" altLang="ko-KR" sz="1000" b="1" i="0" u="none" baseline="0" dirty="0">
                          <a:solidFill>
                            <a:schemeClr val="tx1"/>
                          </a:solidFill>
                          <a:latin typeface="Arial" pitchFamily="34" charset="0"/>
                          <a:ea typeface="맑은 고딕" pitchFamily="50" charset="-127"/>
                          <a:cs typeface="Arial" pitchFamily="34" charset="0"/>
                        </a:rPr>
                        <a:t> Version</a:t>
                      </a:r>
                      <a:endParaRPr lang="ko-KR" altLang="en-US" sz="1000" b="1" i="0" u="none"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webOS (webOS TV 4.0 and </a:t>
                      </a:r>
                      <a:r>
                        <a:rPr lang="en-US" altLang="ko-KR" sz="900" b="1" i="0" kern="1200" baseline="0">
                          <a:solidFill>
                            <a:schemeClr val="tx1"/>
                          </a:solidFill>
                          <a:latin typeface="Arial" pitchFamily="34" charset="0"/>
                          <a:ea typeface="맑은 고딕" pitchFamily="50" charset="-127"/>
                          <a:cs typeface="Arial" pitchFamily="34" charset="0"/>
                        </a:rPr>
                        <a:t>later)</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NetCast (XX. XX. XXX)</a:t>
                      </a:r>
                      <a:r>
                        <a:rPr lang="en-US" altLang="ko-KR" sz="1000" b="0" baseline="0" dirty="0">
                          <a:solidFill>
                            <a:schemeClr val="tx1"/>
                          </a:solidFill>
                          <a:latin typeface="Arial" pitchFamily="34" charset="0"/>
                          <a:ea typeface="맑은 고딕" pitchFamily="50" charset="-127"/>
                          <a:cs typeface="Arial" pitchFamily="34" charset="0"/>
                        </a:rPr>
                        <a:t> / </a:t>
                      </a:r>
                      <a:r>
                        <a:rPr lang="en-US" altLang="ko-KR" sz="1000" b="0" baseline="0" dirty="0" err="1">
                          <a:solidFill>
                            <a:schemeClr val="tx1"/>
                          </a:solidFill>
                          <a:latin typeface="Arial" pitchFamily="34" charset="0"/>
                          <a:ea typeface="맑은 고딕" pitchFamily="50" charset="-127"/>
                          <a:cs typeface="Arial" pitchFamily="34" charset="0"/>
                        </a:rPr>
                        <a:t>webOS</a:t>
                      </a:r>
                      <a:r>
                        <a:rPr lang="en-US" altLang="ko-KR" sz="1000" b="0" baseline="0" dirty="0">
                          <a:solidFill>
                            <a:schemeClr val="tx1"/>
                          </a:solidFill>
                          <a:latin typeface="Arial" pitchFamily="34" charset="0"/>
                          <a:ea typeface="맑은 고딕" pitchFamily="50" charset="-127"/>
                          <a:cs typeface="Arial" pitchFamily="34" charset="0"/>
                        </a:rPr>
                        <a:t> (X. X. X)</a:t>
                      </a:r>
                      <a:endParaRPr lang="ko-KR" altLang="en-US" sz="1000" b="0" i="1" u="sng"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8"/>
                  </a:ext>
                </a:extLst>
              </a:tr>
              <a:tr h="237905">
                <a:tc vMerge="1">
                  <a:txBody>
                    <a:bodyPr/>
                    <a:lstStyle/>
                    <a:p>
                      <a:pPr algn="l" latinLnBrk="0"/>
                      <a:endParaRPr lang="ko-KR" altLang="en-US" sz="1000" b="0" dirty="0">
                        <a:solidFill>
                          <a:schemeClr val="tx1"/>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algn="l" latinLnBrk="0"/>
                      <a:r>
                        <a:rPr lang="en-US" altLang="ko-KR" sz="1000" b="1" baseline="0" dirty="0">
                          <a:solidFill>
                            <a:schemeClr val="tx1"/>
                          </a:solidFill>
                          <a:latin typeface="Arial" pitchFamily="34" charset="0"/>
                          <a:ea typeface="맑은 고딕" pitchFamily="50" charset="-127"/>
                          <a:cs typeface="Arial" pitchFamily="34" charset="0"/>
                        </a:rPr>
                        <a:t>In-App Ad</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Not Applicable</a:t>
                      </a: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latinLnBrk="0"/>
                      <a:r>
                        <a:rPr lang="en-US" altLang="ko-KR" sz="1000" b="0" dirty="0">
                          <a:solidFill>
                            <a:schemeClr val="tx1"/>
                          </a:solidFill>
                          <a:latin typeface="Arial" pitchFamily="34" charset="0"/>
                          <a:ea typeface="맑은 고딕" pitchFamily="50" charset="-127"/>
                          <a:cs typeface="Arial" pitchFamily="34" charset="0"/>
                        </a:rPr>
                        <a:t>Banner AD / AVOD / Not Applicable</a:t>
                      </a: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9"/>
                  </a:ext>
                </a:extLst>
              </a:tr>
              <a:tr h="237905">
                <a:tc vMerge="1">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endParaRPr lang="ko-KR" altLang="en-US" sz="1000" b="1" dirty="0">
                        <a:solidFill>
                          <a:schemeClr val="tx1"/>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algn="l" latinLnBrk="0"/>
                      <a:r>
                        <a:rPr lang="en-US" altLang="ko-KR" sz="1000" b="1" dirty="0">
                          <a:solidFill>
                            <a:schemeClr val="tx1"/>
                          </a:solidFill>
                          <a:latin typeface="Arial" pitchFamily="34" charset="0"/>
                          <a:ea typeface="맑은 고딕" pitchFamily="50" charset="-127"/>
                          <a:cs typeface="Arial" pitchFamily="34" charset="0"/>
                        </a:rPr>
                        <a:t>Paid Content</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latinLnBrk="0"/>
                      <a:r>
                        <a:rPr lang="en-US" altLang="ko-KR" sz="900">
                          <a:solidFill>
                            <a:schemeClr val="tx1"/>
                          </a:solidFill>
                        </a:rPr>
                        <a:t>Not Applicable</a:t>
                      </a:r>
                      <a:endParaRPr lang="en-US" altLang="ko-KR" sz="900" dirty="0">
                        <a:solidFill>
                          <a:schemeClr val="tx1"/>
                        </a:solidFill>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Transaction / Subscription / Not Applicable</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10"/>
                  </a:ext>
                </a:extLst>
              </a:tr>
              <a:tr h="237905">
                <a:tc vMerge="1">
                  <a:txBody>
                    <a:bodyPr/>
                    <a:lstStyle/>
                    <a:p>
                      <a:pPr latinLnBrk="0"/>
                      <a:endParaRPr lang="ko-KR" altLang="en-US"/>
                    </a:p>
                  </a:txBody>
                  <a:tcPr/>
                </a:tc>
                <a:tc>
                  <a:txBody>
                    <a:bodyPr/>
                    <a:lstStyle/>
                    <a:p>
                      <a:pPr marL="228600" indent="-228600" algn="l" latinLnBrk="0">
                        <a:buFont typeface="+mj-lt"/>
                        <a:buNone/>
                      </a:pPr>
                      <a:r>
                        <a:rPr lang="en-US" altLang="ko-KR" sz="1000" b="1" dirty="0">
                          <a:solidFill>
                            <a:schemeClr val="tx1"/>
                          </a:solidFill>
                          <a:latin typeface="Arial" pitchFamily="34" charset="0"/>
                          <a:ea typeface="맑은 고딕" pitchFamily="50" charset="-127"/>
                          <a:cs typeface="Arial" pitchFamily="34" charset="0"/>
                        </a:rPr>
                        <a:t>Sound </a:t>
                      </a:r>
                      <a:r>
                        <a:rPr lang="en-US" altLang="ko-KR" sz="1000" b="0" dirty="0">
                          <a:solidFill>
                            <a:schemeClr val="tx1"/>
                          </a:solidFill>
                          <a:latin typeface="Arial" pitchFamily="34" charset="0"/>
                          <a:ea typeface="맑은 고딕" pitchFamily="50" charset="-127"/>
                          <a:cs typeface="Arial" pitchFamily="34" charset="0"/>
                        </a:rPr>
                        <a:t>(For</a:t>
                      </a:r>
                      <a:r>
                        <a:rPr lang="en-US" altLang="ko-KR" sz="1000" b="0" baseline="0" dirty="0">
                          <a:solidFill>
                            <a:schemeClr val="tx1"/>
                          </a:solidFill>
                          <a:latin typeface="Arial" pitchFamily="34" charset="0"/>
                          <a:ea typeface="맑은 고딕" pitchFamily="50" charset="-127"/>
                          <a:cs typeface="Arial" pitchFamily="34" charset="0"/>
                        </a:rPr>
                        <a:t> Game Type)</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Not applicable (not a game; no BGM or sound </a:t>
                      </a:r>
                      <a:r>
                        <a:rPr lang="en-US" altLang="ko-KR" sz="900" b="1" i="0" kern="1200" baseline="0">
                          <a:solidFill>
                            <a:schemeClr val="tx1"/>
                          </a:solidFill>
                          <a:latin typeface="Arial" pitchFamily="34" charset="0"/>
                          <a:ea typeface="맑은 고딕" pitchFamily="50" charset="-127"/>
                          <a:cs typeface="Arial" pitchFamily="34" charset="0"/>
                        </a:rPr>
                        <a:t>effects)</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BGM (Yes / No), Sound Effect (Yes / No)</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11"/>
                  </a:ext>
                </a:extLst>
              </a:tr>
              <a:tr h="237905">
                <a:tc rowSpan="3">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1" dirty="0">
                          <a:solidFill>
                            <a:schemeClr val="tx1"/>
                          </a:solidFill>
                          <a:latin typeface="Arial" pitchFamily="34" charset="0"/>
                          <a:ea typeface="맑은 고딕" pitchFamily="50" charset="-127"/>
                          <a:cs typeface="Arial" pitchFamily="34" charset="0"/>
                        </a:rPr>
                        <a:t>Test</a:t>
                      </a:r>
                      <a:r>
                        <a:rPr lang="en-US" altLang="ko-KR" sz="1000" b="1" baseline="0" dirty="0">
                          <a:solidFill>
                            <a:schemeClr val="tx1"/>
                          </a:solidFill>
                          <a:latin typeface="Arial" pitchFamily="34" charset="0"/>
                          <a:ea typeface="맑은 고딕" pitchFamily="50" charset="-127"/>
                          <a:cs typeface="Arial" pitchFamily="34" charset="0"/>
                        </a:rPr>
                        <a:t> Information</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algn="l" latinLnBrk="0"/>
                      <a:r>
                        <a:rPr lang="en-US" altLang="ko-KR" sz="1000" b="1" dirty="0">
                          <a:solidFill>
                            <a:schemeClr val="tx1"/>
                          </a:solidFill>
                          <a:latin typeface="Arial" pitchFamily="34" charset="0"/>
                          <a:ea typeface="맑은 고딕" pitchFamily="50" charset="-127"/>
                          <a:cs typeface="Arial" pitchFamily="34" charset="0"/>
                        </a:rPr>
                        <a:t>Service URL</a:t>
                      </a:r>
                      <a:r>
                        <a:rPr lang="en-US" altLang="ko-KR" sz="1000" b="1" baseline="0" dirty="0">
                          <a:solidFill>
                            <a:schemeClr val="tx1"/>
                          </a:solidFill>
                          <a:latin typeface="Arial" pitchFamily="34" charset="0"/>
                          <a:ea typeface="맑은 고딕" pitchFamily="50" charset="-127"/>
                          <a:cs typeface="Arial" pitchFamily="34" charset="0"/>
                        </a:rPr>
                        <a:t> </a:t>
                      </a:r>
                      <a:r>
                        <a:rPr lang="en-US" altLang="ko-KR" sz="1000" b="0" dirty="0">
                          <a:solidFill>
                            <a:schemeClr val="tx1"/>
                          </a:solidFill>
                          <a:latin typeface="Arial" pitchFamily="34" charset="0"/>
                          <a:ea typeface="맑은 고딕" pitchFamily="50" charset="-127"/>
                          <a:cs typeface="Arial" pitchFamily="34" charset="0"/>
                        </a:rPr>
                        <a:t>(For Web</a:t>
                      </a:r>
                      <a:r>
                        <a:rPr lang="en-US" altLang="ko-KR" sz="1000" b="0" baseline="0" dirty="0">
                          <a:solidFill>
                            <a:schemeClr val="tx1"/>
                          </a:solidFill>
                          <a:latin typeface="Arial" pitchFamily="34" charset="0"/>
                          <a:ea typeface="맑은 고딕" pitchFamily="50" charset="-127"/>
                          <a:cs typeface="Arial" pitchFamily="34" charset="0"/>
                        </a:rPr>
                        <a:t> Type)</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Not applicable (packaged app)</a:t>
                      </a: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latinLnBrk="0"/>
                      <a:r>
                        <a:rPr lang="en-US" altLang="ko-KR" sz="1000" b="0" baseline="0" dirty="0">
                          <a:solidFill>
                            <a:schemeClr val="tx1"/>
                          </a:solidFill>
                          <a:latin typeface="Arial" pitchFamily="34" charset="0"/>
                          <a:ea typeface="맑은 고딕" pitchFamily="50" charset="-127"/>
                          <a:cs typeface="Arial" pitchFamily="34" charset="0"/>
                        </a:rPr>
                        <a:t>URL for LG Smart World/</a:t>
                      </a:r>
                      <a:r>
                        <a:rPr lang="en-US" altLang="ko-KR" sz="1000" b="0" dirty="0">
                          <a:solidFill>
                            <a:schemeClr val="tx1"/>
                          </a:solidFill>
                          <a:latin typeface="Arial" pitchFamily="34" charset="0"/>
                          <a:ea typeface="맑은 고딕" pitchFamily="50" charset="-127"/>
                          <a:cs typeface="Arial" pitchFamily="34" charset="0"/>
                        </a:rPr>
                        <a:t>LG</a:t>
                      </a:r>
                      <a:r>
                        <a:rPr lang="en-US" altLang="ko-KR" sz="1000" b="0" baseline="0" dirty="0">
                          <a:solidFill>
                            <a:schemeClr val="tx1"/>
                          </a:solidFill>
                          <a:latin typeface="Arial" pitchFamily="34" charset="0"/>
                          <a:ea typeface="맑은 고딕" pitchFamily="50" charset="-127"/>
                          <a:cs typeface="Arial" pitchFamily="34" charset="0"/>
                        </a:rPr>
                        <a:t> Content Store</a:t>
                      </a:r>
                      <a:endParaRPr lang="en-US" altLang="ko-KR"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12"/>
                  </a:ext>
                </a:extLst>
              </a:tr>
              <a:tr h="535281">
                <a:tc vMerge="1">
                  <a:txBody>
                    <a:bodyPr/>
                    <a:lstStyle/>
                    <a:p>
                      <a:pPr algn="l" latinLnBrk="0"/>
                      <a:endParaRPr lang="ko-KR" altLang="en-US" sz="1000" b="0" dirty="0">
                        <a:solidFill>
                          <a:srgbClr val="FF0000"/>
                        </a:solidFill>
                        <a:latin typeface="Arial" pitchFamily="34" charset="0"/>
                        <a:ea typeface="맑은 고딕" pitchFamily="50" charset="-127"/>
                        <a:cs typeface="Arial" pitchFamily="34" charset="0"/>
                      </a:endParaRPr>
                    </a:p>
                  </a:txBody>
                  <a:tcPr marL="91439" marR="91439" marT="45717" marB="45717"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algn="l" latinLnBrk="0"/>
                      <a:r>
                        <a:rPr lang="en-US" altLang="ko-KR" sz="1000" b="1" dirty="0">
                          <a:solidFill>
                            <a:schemeClr val="tx1"/>
                          </a:solidFill>
                          <a:latin typeface="Arial" pitchFamily="34" charset="0"/>
                          <a:ea typeface="맑은 고딕" pitchFamily="50" charset="-127"/>
                          <a:cs typeface="Arial" pitchFamily="34" charset="0"/>
                        </a:rPr>
                        <a:t>Test URL </a:t>
                      </a:r>
                      <a:r>
                        <a:rPr lang="en-US" altLang="ko-KR" sz="1000" b="0" dirty="0">
                          <a:solidFill>
                            <a:schemeClr val="tx1"/>
                          </a:solidFill>
                          <a:latin typeface="Arial" pitchFamily="34" charset="0"/>
                          <a:ea typeface="맑은 고딕" pitchFamily="50" charset="-127"/>
                          <a:cs typeface="Arial" pitchFamily="34" charset="0"/>
                        </a:rPr>
                        <a:t>(For Web</a:t>
                      </a:r>
                      <a:r>
                        <a:rPr lang="en-US" altLang="ko-KR" sz="1000" b="0" baseline="0" dirty="0">
                          <a:solidFill>
                            <a:schemeClr val="tx1"/>
                          </a:solidFill>
                          <a:latin typeface="Arial" pitchFamily="34" charset="0"/>
                          <a:ea typeface="맑은 고딕" pitchFamily="50" charset="-127"/>
                          <a:cs typeface="Arial" pitchFamily="34" charset="0"/>
                        </a:rPr>
                        <a:t> Type)</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Not applicable (the IPK is attached)</a:t>
                      </a: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latinLnBrk="0"/>
                      <a:r>
                        <a:rPr lang="en-US" altLang="ko-KR" sz="1000" b="0" baseline="0" dirty="0">
                          <a:solidFill>
                            <a:schemeClr val="tx1"/>
                          </a:solidFill>
                          <a:latin typeface="Arial" pitchFamily="34" charset="0"/>
                          <a:ea typeface="맑은 고딕" pitchFamily="50" charset="-127"/>
                          <a:cs typeface="Arial" pitchFamily="34" charset="0"/>
                        </a:rPr>
                        <a:t>URL only for QA</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ko-KR" sz="900" b="0" baseline="0" dirty="0">
                          <a:solidFill>
                            <a:schemeClr val="tx1"/>
                          </a:solidFill>
                          <a:latin typeface="Arial" pitchFamily="34" charset="0"/>
                          <a:ea typeface="맑은 고딕" pitchFamily="50" charset="-127"/>
                          <a:cs typeface="Arial" pitchFamily="34" charset="0"/>
                        </a:rPr>
                        <a:t>(If necessary, please attach </a:t>
                      </a:r>
                      <a:r>
                        <a:rPr lang="en-US" altLang="ko-KR" sz="900" b="1" baseline="0" dirty="0">
                          <a:solidFill>
                            <a:schemeClr val="tx1"/>
                          </a:solidFill>
                          <a:latin typeface="Arial" pitchFamily="34" charset="0"/>
                          <a:ea typeface="맑은 고딕" pitchFamily="50" charset="-127"/>
                          <a:cs typeface="Arial" pitchFamily="34" charset="0"/>
                        </a:rPr>
                        <a:t>a test .</a:t>
                      </a:r>
                      <a:r>
                        <a:rPr lang="en-US" altLang="ko-KR" sz="900" b="1" baseline="0" dirty="0" err="1">
                          <a:solidFill>
                            <a:schemeClr val="tx1"/>
                          </a:solidFill>
                          <a:latin typeface="Arial" pitchFamily="34" charset="0"/>
                          <a:ea typeface="맑은 고딕" pitchFamily="50" charset="-127"/>
                          <a:cs typeface="Arial" pitchFamily="34" charset="0"/>
                        </a:rPr>
                        <a:t>ipk</a:t>
                      </a:r>
                      <a:r>
                        <a:rPr lang="en-US" altLang="ko-KR" sz="900" b="1" baseline="0" dirty="0">
                          <a:solidFill>
                            <a:schemeClr val="tx1"/>
                          </a:solidFill>
                          <a:latin typeface="Arial" pitchFamily="34" charset="0"/>
                          <a:ea typeface="맑은 고딕" pitchFamily="50" charset="-127"/>
                          <a:cs typeface="Arial" pitchFamily="34" charset="0"/>
                        </a:rPr>
                        <a:t> file </a:t>
                      </a:r>
                      <a:r>
                        <a:rPr lang="en-US" altLang="ko-KR" sz="900" b="0" baseline="0" dirty="0">
                          <a:solidFill>
                            <a:schemeClr val="tx1"/>
                          </a:solidFill>
                          <a:latin typeface="Arial" pitchFamily="34" charset="0"/>
                          <a:ea typeface="맑은 고딕" pitchFamily="50" charset="-127"/>
                          <a:cs typeface="Arial" pitchFamily="34" charset="0"/>
                        </a:rPr>
                        <a:t>to </a:t>
                      </a:r>
                      <a:r>
                        <a:rPr lang="en-US" altLang="ko-KR" sz="900" b="1" i="1" baseline="0" dirty="0">
                          <a:solidFill>
                            <a:srgbClr val="FF0000"/>
                          </a:solidFill>
                          <a:latin typeface="Arial" pitchFamily="34" charset="0"/>
                          <a:ea typeface="맑은 고딕" pitchFamily="50" charset="-127"/>
                          <a:cs typeface="Arial" pitchFamily="34" charset="0"/>
                        </a:rPr>
                        <a:t>Test IPK File or Test URL </a:t>
                      </a:r>
                      <a:r>
                        <a:rPr lang="en-US" altLang="ko-KR" sz="900" b="0" baseline="0" dirty="0">
                          <a:solidFill>
                            <a:schemeClr val="tx1"/>
                          </a:solidFill>
                          <a:latin typeface="Arial" pitchFamily="34" charset="0"/>
                          <a:ea typeface="맑은 고딕" pitchFamily="50" charset="-127"/>
                          <a:cs typeface="Arial" pitchFamily="34" charset="0"/>
                        </a:rPr>
                        <a:t>section at LG </a:t>
                      </a:r>
                      <a:r>
                        <a:rPr lang="en-US" altLang="ko-KR" sz="900" b="0" i="0" baseline="0" dirty="0">
                          <a:solidFill>
                            <a:schemeClr val="tx1"/>
                          </a:solidFill>
                          <a:latin typeface="Arial" pitchFamily="34" charset="0"/>
                          <a:ea typeface="맑은 고딕" pitchFamily="50" charset="-127"/>
                          <a:cs typeface="Arial" pitchFamily="34" charset="0"/>
                        </a:rPr>
                        <a:t>Seller Lounge</a:t>
                      </a:r>
                      <a:r>
                        <a:rPr lang="en-US" altLang="ko-KR" sz="900" b="0" baseline="0" dirty="0">
                          <a:solidFill>
                            <a:schemeClr val="tx1"/>
                          </a:solidFill>
                          <a:latin typeface="Arial" pitchFamily="34" charset="0"/>
                          <a:ea typeface="맑은 고딕" pitchFamily="50" charset="-127"/>
                          <a:cs typeface="Arial" pitchFamily="34" charset="0"/>
                        </a:rPr>
                        <a:t>)</a:t>
                      </a:r>
                      <a:endParaRPr lang="en-US" altLang="ko-KR" sz="9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13"/>
                  </a:ext>
                </a:extLst>
              </a:tr>
              <a:tr h="237905">
                <a:tc vMerge="1">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ko-KR" altLang="en-US" sz="1000" b="0" i="0" dirty="0">
                        <a:solidFill>
                          <a:srgbClr val="FF0000"/>
                        </a:solidFill>
                        <a:latin typeface="Arial" pitchFamily="34" charset="0"/>
                        <a:ea typeface="맑은 고딕" pitchFamily="50" charset="-127"/>
                        <a:cs typeface="Arial" pitchFamily="34" charset="0"/>
                      </a:endParaRPr>
                    </a:p>
                  </a:txBody>
                  <a:tcPr marL="91439" marR="91439" marT="45717" marB="45717"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1" i="0" baseline="0" dirty="0">
                          <a:solidFill>
                            <a:schemeClr val="tx1"/>
                          </a:solidFill>
                          <a:latin typeface="Arial" pitchFamily="34" charset="0"/>
                          <a:ea typeface="맑은 고딕" pitchFamily="50" charset="-127"/>
                          <a:cs typeface="Arial" pitchFamily="34" charset="0"/>
                        </a:rPr>
                        <a:t>Service Platform</a:t>
                      </a:r>
                      <a:endParaRPr lang="ko-KR" altLang="en-US" sz="1000" b="0" i="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webOS</a:t>
                      </a: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latinLnBrk="0"/>
                      <a:r>
                        <a:rPr lang="en-US" altLang="ko-KR" sz="1000" b="0" dirty="0">
                          <a:solidFill>
                            <a:schemeClr val="tx1"/>
                          </a:solidFill>
                          <a:latin typeface="Arial" pitchFamily="34" charset="0"/>
                          <a:ea typeface="맑은 고딕" pitchFamily="50" charset="-127"/>
                          <a:cs typeface="Arial" pitchFamily="34" charset="0"/>
                        </a:rPr>
                        <a:t>NetCast / webOS</a:t>
                      </a: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14"/>
                  </a:ext>
                </a:extLst>
              </a:tr>
              <a:tr h="1561276">
                <a:tc gridSpan="4">
                  <a:txBody>
                    <a:bodyPr/>
                    <a:lstStyle/>
                    <a:p>
                      <a:pPr latinLnBrk="0"/>
                      <a:r>
                        <a:rPr lang="en-US" altLang="ko-KR" sz="900" b="1" kern="1200" dirty="0">
                          <a:solidFill>
                            <a:schemeClr val="tx1"/>
                          </a:solidFill>
                          <a:latin typeface="Arial" pitchFamily="34" charset="0"/>
                          <a:ea typeface="돋움체" pitchFamily="49" charset="-127"/>
                          <a:cs typeface="Arial" pitchFamily="34" charset="0"/>
                        </a:rPr>
                        <a:t>Notes</a:t>
                      </a:r>
                    </a:p>
                    <a:p>
                      <a:pPr latinLnBrk="0"/>
                      <a:r>
                        <a:rPr lang="en-US" altLang="ko-KR" sz="900" kern="1200" dirty="0">
                          <a:solidFill>
                            <a:schemeClr val="tx1"/>
                          </a:solidFill>
                          <a:latin typeface="Arial" pitchFamily="34" charset="0"/>
                          <a:ea typeface="돋움체" pitchFamily="49" charset="-127"/>
                          <a:cs typeface="Arial" pitchFamily="34" charset="0"/>
                        </a:rPr>
                        <a:t>    1. Correct</a:t>
                      </a:r>
                      <a:r>
                        <a:rPr lang="en-US" altLang="ko-KR" sz="900" kern="1200" baseline="0" dirty="0">
                          <a:solidFill>
                            <a:schemeClr val="tx1"/>
                          </a:solidFill>
                          <a:latin typeface="Arial" pitchFamily="34" charset="0"/>
                          <a:ea typeface="돋움체" pitchFamily="49" charset="-127"/>
                          <a:cs typeface="Arial" pitchFamily="34" charset="0"/>
                        </a:rPr>
                        <a:t> and detailed </a:t>
                      </a:r>
                      <a:r>
                        <a:rPr lang="en-US" altLang="ko-KR" sz="900" kern="1200" dirty="0">
                          <a:solidFill>
                            <a:schemeClr val="tx1"/>
                          </a:solidFill>
                          <a:latin typeface="Arial" pitchFamily="34" charset="0"/>
                          <a:ea typeface="돋움체" pitchFamily="49" charset="-127"/>
                          <a:cs typeface="Arial" pitchFamily="34" charset="0"/>
                        </a:rPr>
                        <a:t>Basic</a:t>
                      </a:r>
                      <a:r>
                        <a:rPr lang="en-US" altLang="ko-KR" sz="900" kern="1200" baseline="0" dirty="0">
                          <a:solidFill>
                            <a:schemeClr val="tx1"/>
                          </a:solidFill>
                          <a:latin typeface="Arial" pitchFamily="34" charset="0"/>
                          <a:ea typeface="돋움체" pitchFamily="49" charset="-127"/>
                          <a:cs typeface="Arial" pitchFamily="34" charset="0"/>
                        </a:rPr>
                        <a:t> Information</a:t>
                      </a:r>
                      <a:r>
                        <a:rPr lang="ko-KR" altLang="en-US" sz="900" kern="1200" dirty="0">
                          <a:solidFill>
                            <a:schemeClr val="tx1"/>
                          </a:solidFill>
                          <a:latin typeface="Arial" pitchFamily="34" charset="0"/>
                          <a:ea typeface="돋움체" pitchFamily="49" charset="-127"/>
                          <a:cs typeface="Arial" pitchFamily="34" charset="0"/>
                        </a:rPr>
                        <a:t> </a:t>
                      </a:r>
                      <a:r>
                        <a:rPr lang="en-US" altLang="ko-KR" sz="900" kern="1200" dirty="0">
                          <a:solidFill>
                            <a:schemeClr val="tx1"/>
                          </a:solidFill>
                          <a:latin typeface="Arial" pitchFamily="34" charset="0"/>
                          <a:ea typeface="돋움체" pitchFamily="49" charset="-127"/>
                          <a:cs typeface="Arial" pitchFamily="34" charset="0"/>
                        </a:rPr>
                        <a:t>required for </a:t>
                      </a:r>
                      <a:r>
                        <a:rPr lang="en-US" altLang="ko-KR" sz="900" kern="1200" baseline="0" dirty="0">
                          <a:solidFill>
                            <a:schemeClr val="tx1"/>
                          </a:solidFill>
                          <a:latin typeface="Arial" pitchFamily="34" charset="0"/>
                          <a:ea typeface="돋움체" pitchFamily="49" charset="-127"/>
                          <a:cs typeface="Arial" pitchFamily="34" charset="0"/>
                        </a:rPr>
                        <a:t>App QA.</a:t>
                      </a:r>
                      <a:endParaRPr lang="en-US" altLang="ko-KR" sz="900" kern="1200" dirty="0">
                        <a:solidFill>
                          <a:schemeClr val="tx1"/>
                        </a:solidFill>
                        <a:latin typeface="Arial" pitchFamily="34" charset="0"/>
                        <a:ea typeface="돋움체" pitchFamily="49" charset="-127"/>
                        <a:cs typeface="Arial" pitchFamily="34" charset="0"/>
                      </a:endParaRPr>
                    </a:p>
                    <a:p>
                      <a:pPr latinLnBrk="0"/>
                      <a:r>
                        <a:rPr lang="en-US" altLang="ko-KR" sz="900" b="0" i="0" dirty="0">
                          <a:solidFill>
                            <a:schemeClr val="tx1"/>
                          </a:solidFill>
                          <a:latin typeface="Arial" pitchFamily="34" charset="0"/>
                          <a:ea typeface="맑은 고딕" pitchFamily="50" charset="-127"/>
                          <a:cs typeface="Arial" pitchFamily="34" charset="0"/>
                        </a:rPr>
                        <a:t>    2. </a:t>
                      </a:r>
                      <a:r>
                        <a:rPr lang="en-US" sz="900" kern="1200" dirty="0">
                          <a:solidFill>
                            <a:schemeClr val="tx1"/>
                          </a:solidFill>
                          <a:latin typeface="Arial" pitchFamily="34" charset="0"/>
                          <a:ea typeface="Arial Unicode MS" pitchFamily="50" charset="-127"/>
                          <a:cs typeface="Arial" pitchFamily="34" charset="0"/>
                        </a:rPr>
                        <a:t>If you indicate Geo-IP Blocking as “Yes” you must white list the range of IPs required by the QA Team for testing. </a:t>
                      </a:r>
                      <a:r>
                        <a:rPr lang="en-US" sz="900" i="0" kern="1200" dirty="0">
                          <a:solidFill>
                            <a:schemeClr val="tx1"/>
                          </a:solidFill>
                          <a:latin typeface="Arial" pitchFamily="34" charset="0"/>
                          <a:ea typeface="Arial Unicode MS" pitchFamily="50" charset="-127"/>
                          <a:cs typeface="Arial" pitchFamily="34" charset="0"/>
                        </a:rPr>
                        <a:t>Please request the range of IPs to white list through the </a:t>
                      </a:r>
                    </a:p>
                    <a:p>
                      <a:pPr marL="0" marR="0" indent="0" algn="l" defTabSz="914400" rtl="0" eaLnBrk="1" fontAlgn="auto" latinLnBrk="0" hangingPunct="1">
                        <a:lnSpc>
                          <a:spcPct val="100000"/>
                        </a:lnSpc>
                        <a:spcBef>
                          <a:spcPts val="0"/>
                        </a:spcBef>
                        <a:spcAft>
                          <a:spcPts val="0"/>
                        </a:spcAft>
                        <a:buClrTx/>
                        <a:buSzTx/>
                        <a:buFontTx/>
                        <a:buNone/>
                        <a:tabLst/>
                        <a:defRPr/>
                      </a:pPr>
                      <a:r>
                        <a:rPr lang="en-US" sz="900" i="0" kern="1200" dirty="0">
                          <a:solidFill>
                            <a:schemeClr val="tx1"/>
                          </a:solidFill>
                          <a:latin typeface="Arial" pitchFamily="34" charset="0"/>
                          <a:ea typeface="Arial Unicode MS" pitchFamily="50" charset="-127"/>
                          <a:cs typeface="Arial" pitchFamily="34" charset="0"/>
                        </a:rPr>
                        <a:t>        LG</a:t>
                      </a:r>
                      <a:r>
                        <a:rPr lang="ko-KR" altLang="en-US" sz="900" i="0" kern="1200" dirty="0">
                          <a:solidFill>
                            <a:schemeClr val="tx1"/>
                          </a:solidFill>
                          <a:latin typeface="Arial" pitchFamily="34" charset="0"/>
                          <a:ea typeface="Arial Unicode MS" pitchFamily="50" charset="-127"/>
                          <a:cs typeface="Arial" pitchFamily="34" charset="0"/>
                        </a:rPr>
                        <a:t> </a:t>
                      </a:r>
                      <a:r>
                        <a:rPr lang="en-US" sz="900" i="0" kern="1200" dirty="0">
                          <a:solidFill>
                            <a:schemeClr val="tx1"/>
                          </a:solidFill>
                          <a:latin typeface="Arial" pitchFamily="34" charset="0"/>
                          <a:ea typeface="Arial Unicode MS" pitchFamily="50" charset="-127"/>
                          <a:cs typeface="Arial" pitchFamily="34" charset="0"/>
                        </a:rPr>
                        <a:t>Seller Lounge 1:1 Inquiry.</a:t>
                      </a:r>
                    </a:p>
                    <a:p>
                      <a:pPr marL="0" marR="0" indent="0" algn="l" defTabSz="914400" rtl="0" eaLnBrk="1" fontAlgn="auto" latinLnBrk="0" hangingPunct="1">
                        <a:lnSpc>
                          <a:spcPct val="100000"/>
                        </a:lnSpc>
                        <a:spcBef>
                          <a:spcPts val="0"/>
                        </a:spcBef>
                        <a:spcAft>
                          <a:spcPts val="0"/>
                        </a:spcAft>
                        <a:buClrTx/>
                        <a:buSzTx/>
                        <a:buFontTx/>
                        <a:buNone/>
                        <a:tabLst/>
                        <a:defRPr/>
                      </a:pPr>
                      <a:r>
                        <a:rPr lang="en-US" sz="900" i="0" kern="1200" dirty="0">
                          <a:solidFill>
                            <a:schemeClr val="tx1"/>
                          </a:solidFill>
                          <a:latin typeface="Arial" pitchFamily="34" charset="0"/>
                          <a:ea typeface="Arial Unicode MS" pitchFamily="50" charset="-127"/>
                          <a:cs typeface="Arial" pitchFamily="34" charset="0"/>
                        </a:rPr>
                        <a:t>    3. You can use a 3rd party billing system for Paid Content. You shall be aware that you are liable for all claims arising from the use of a 3rd party billing system.</a:t>
                      </a:r>
                    </a:p>
                    <a:p>
                      <a:pPr marL="0" marR="0" indent="0" algn="l" defTabSz="914400" rtl="0" eaLnBrk="1" fontAlgn="auto" latinLnBrk="0" hangingPunct="1">
                        <a:lnSpc>
                          <a:spcPct val="100000"/>
                        </a:lnSpc>
                        <a:spcBef>
                          <a:spcPts val="0"/>
                        </a:spcBef>
                        <a:spcAft>
                          <a:spcPts val="0"/>
                        </a:spcAft>
                        <a:buClrTx/>
                        <a:buSzTx/>
                        <a:buFontTx/>
                        <a:buNone/>
                        <a:tabLst/>
                        <a:defRPr/>
                      </a:pPr>
                      <a:r>
                        <a:rPr lang="en-US" sz="900" i="0" kern="1200" dirty="0">
                          <a:solidFill>
                            <a:schemeClr val="tx1"/>
                          </a:solidFill>
                          <a:latin typeface="Arial" pitchFamily="34" charset="0"/>
                          <a:ea typeface="Arial Unicode MS" pitchFamily="50" charset="-127"/>
                          <a:cs typeface="Arial" pitchFamily="34" charset="0"/>
                        </a:rPr>
                        <a:t>    4. You can monetize your application with in-app advertising services with a 3rd party ad platform. </a:t>
                      </a:r>
                    </a:p>
                    <a:p>
                      <a:pPr marL="0" marR="0" indent="0" algn="l" defTabSz="914400" rtl="0" eaLnBrk="1" fontAlgn="auto" latinLnBrk="0" hangingPunct="1">
                        <a:lnSpc>
                          <a:spcPct val="100000"/>
                        </a:lnSpc>
                        <a:spcBef>
                          <a:spcPts val="0"/>
                        </a:spcBef>
                        <a:spcAft>
                          <a:spcPts val="0"/>
                        </a:spcAft>
                        <a:buClrTx/>
                        <a:buSzTx/>
                        <a:buFontTx/>
                        <a:buNone/>
                        <a:tabLst/>
                        <a:defRPr/>
                      </a:pPr>
                      <a:r>
                        <a:rPr lang="en-US" sz="900" i="0" kern="1200" baseline="0" dirty="0">
                          <a:solidFill>
                            <a:schemeClr val="tx1"/>
                          </a:solidFill>
                          <a:latin typeface="Arial" pitchFamily="34" charset="0"/>
                          <a:ea typeface="Arial Unicode MS" pitchFamily="50" charset="-127"/>
                          <a:cs typeface="Arial" pitchFamily="34" charset="0"/>
                        </a:rPr>
                        <a:t>        </a:t>
                      </a:r>
                      <a:r>
                        <a:rPr lang="en-US" sz="900" i="0" kern="1200" dirty="0">
                          <a:solidFill>
                            <a:schemeClr val="tx1"/>
                          </a:solidFill>
                          <a:latin typeface="Arial" pitchFamily="34" charset="0"/>
                          <a:ea typeface="Arial Unicode MS" pitchFamily="50" charset="-127"/>
                          <a:cs typeface="Arial" pitchFamily="34" charset="0"/>
                        </a:rPr>
                        <a:t>Seller shall not violate LG’s content guideline and will be solely responsible for any claims from violation of the content guideline.</a:t>
                      </a:r>
                    </a:p>
                    <a:p>
                      <a:pPr marL="0" marR="0" indent="0" algn="l" defTabSz="914400" rtl="0" eaLnBrk="1" fontAlgn="auto" latinLnBrk="0" hangingPunct="1">
                        <a:lnSpc>
                          <a:spcPct val="100000"/>
                        </a:lnSpc>
                        <a:spcBef>
                          <a:spcPts val="0"/>
                        </a:spcBef>
                        <a:spcAft>
                          <a:spcPts val="0"/>
                        </a:spcAft>
                        <a:buClrTx/>
                        <a:buSzTx/>
                        <a:buFontTx/>
                        <a:buNone/>
                        <a:tabLst/>
                        <a:defRPr/>
                      </a:pPr>
                      <a:r>
                        <a:rPr lang="en-US" sz="900" i="0" kern="1200" dirty="0">
                          <a:solidFill>
                            <a:schemeClr val="tx1"/>
                          </a:solidFill>
                          <a:latin typeface="Arial" pitchFamily="34" charset="0"/>
                          <a:ea typeface="Arial Unicode MS" pitchFamily="50" charset="-127"/>
                          <a:cs typeface="Arial" pitchFamily="34" charset="0"/>
                        </a:rPr>
                        <a:t>    5. </a:t>
                      </a:r>
                      <a:r>
                        <a:rPr lang="en-US" altLang="ko-KR" sz="900" i="0" kern="1200" dirty="0">
                          <a:solidFill>
                            <a:schemeClr val="tx1"/>
                          </a:solidFill>
                          <a:latin typeface="Arial" pitchFamily="34" charset="0"/>
                          <a:ea typeface="돋움체" pitchFamily="49" charset="-127"/>
                          <a:cs typeface="Arial" pitchFamily="34" charset="0"/>
                        </a:rPr>
                        <a:t>Game</a:t>
                      </a:r>
                      <a:r>
                        <a:rPr lang="en-US" altLang="ko-KR" sz="900" i="0" kern="1200" baseline="0" dirty="0">
                          <a:solidFill>
                            <a:schemeClr val="tx1"/>
                          </a:solidFill>
                          <a:latin typeface="Arial" pitchFamily="34" charset="0"/>
                          <a:ea typeface="돋움체" pitchFamily="49" charset="-127"/>
                          <a:cs typeface="Arial" pitchFamily="34" charset="0"/>
                        </a:rPr>
                        <a:t> apps: If there is sound, detailed description of the BGM / Sound Effects, etc. is required.</a:t>
                      </a:r>
                      <a:endParaRPr lang="en-US" altLang="ko-KR" sz="900" i="0" kern="1200" baseline="0" dirty="0">
                        <a:solidFill>
                          <a:schemeClr val="tx1"/>
                        </a:solidFill>
                        <a:latin typeface="Arial" pitchFamily="34" charset="0"/>
                        <a:ea typeface="Arial Unicode MS" pitchFamily="50" charset="-127"/>
                        <a:cs typeface="Arial" pitchFamily="34" charset="0"/>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i="0" kern="1200" baseline="0" dirty="0">
                          <a:solidFill>
                            <a:schemeClr val="tx1"/>
                          </a:solidFill>
                          <a:latin typeface="Arial" pitchFamily="34" charset="0"/>
                          <a:ea typeface="Arial Unicode MS" pitchFamily="50" charset="-127"/>
                          <a:cs typeface="Arial" pitchFamily="34" charset="0"/>
                        </a:rPr>
                        <a:t>    6. </a:t>
                      </a:r>
                      <a:r>
                        <a:rPr lang="en-US" altLang="ko-KR" sz="900" i="0" kern="1200" dirty="0">
                          <a:solidFill>
                            <a:schemeClr val="tx1"/>
                          </a:solidFill>
                          <a:latin typeface="Arial" pitchFamily="34" charset="0"/>
                          <a:ea typeface="Arial Unicode MS" pitchFamily="50" charset="-127"/>
                          <a:cs typeface="Arial" pitchFamily="34" charset="0"/>
                        </a:rPr>
                        <a:t>Even though there may be no payment process within the app itself, having any related payment process outside the app such as paying on the app’s website, converting to a paid account, etc., will categorize the app as having Paid Content. If this is the case for your app, add detailed guidelines regarding the app’s paid content on the UX Scenario document, and mark the Paid Content option as “Transaction” or “Subscription” on the LG Seller Lounge. You can also mark the both options together.</a:t>
                      </a:r>
                      <a:endParaRPr lang="ko-KR" altLang="ko-KR" sz="900" i="0" kern="1200" dirty="0">
                        <a:solidFill>
                          <a:schemeClr val="tx1"/>
                        </a:solidFill>
                        <a:highlight>
                          <a:srgbClr val="FFFF00"/>
                        </a:highlight>
                        <a:latin typeface="Arial" pitchFamily="34" charset="0"/>
                        <a:ea typeface="Arial Unicode MS" pitchFamily="50" charset="-127"/>
                        <a:cs typeface="Arial" pitchFamily="34" charset="0"/>
                      </a:endParaRPr>
                    </a:p>
                  </a:txBody>
                  <a:tcPr marL="91442" marR="91442" marT="45718" marB="45718" anchor="ctr">
                    <a:lnL w="12700" cap="flat" cmpd="sng" algn="ctr">
                      <a:noFill/>
                      <a:prstDash val="solid"/>
                      <a:round/>
                      <a:headEnd type="none" w="med" len="med"/>
                      <a:tailEnd type="none" w="med" len="med"/>
                    </a:lnL>
                    <a:lnR w="12700" cap="flat" cmpd="sng" algn="ctr">
                      <a:noFill/>
                      <a:prstDash val="sysDot"/>
                      <a:round/>
                      <a:headEnd type="none" w="med" len="med"/>
                      <a:tailEnd type="none" w="med" len="med"/>
                    </a:lnR>
                    <a:lnT w="12700" cap="flat" cmpd="sng" algn="ctr">
                      <a:solidFill>
                        <a:schemeClr val="tx1"/>
                      </a:solidFill>
                      <a:prstDash val="sysDot"/>
                      <a:round/>
                      <a:headEnd type="none" w="med" len="med"/>
                      <a:tailEnd type="none" w="med" len="med"/>
                    </a:lnT>
                    <a:lnB w="3175" cap="flat" cmpd="sng" algn="ctr">
                      <a:solidFill>
                        <a:schemeClr val="tx1"/>
                      </a:solidFill>
                      <a:prstDash val="solid"/>
                      <a:round/>
                      <a:headEnd type="none" w="med" len="med"/>
                      <a:tailEnd type="none" w="med" len="med"/>
                    </a:lnB>
                    <a:solidFill>
                      <a:schemeClr val="accent3">
                        <a:lumMod val="85000"/>
                      </a:schemeClr>
                    </a:solidFill>
                  </a:tcPr>
                </a:tc>
                <a:tc hMerge="1">
                  <a:txBody>
                    <a:bodyPr/>
                    <a:lstStyle/>
                    <a:p>
                      <a:pPr latinLnBrk="0"/>
                      <a:endParaRPr lang="ko-KR" altLang="en-US"/>
                    </a:p>
                  </a:txBody>
                  <a:tcPr/>
                </a:tc>
                <a:tc hMerge="1">
                  <a:txBody>
                    <a:bodyPr/>
                    <a:lstStyle/>
                    <a:p>
                      <a:pPr algn="l" latinLnBrk="0"/>
                      <a:endParaRPr lang="en-US" altLang="ko-KR" sz="1100" b="0" dirty="0">
                        <a:solidFill>
                          <a:schemeClr val="tx1"/>
                        </a:solidFill>
                        <a:latin typeface="맑은 고딕" pitchFamily="50" charset="-127"/>
                        <a:ea typeface="맑은 고딕" pitchFamily="50" charset="-127"/>
                      </a:endParaRPr>
                    </a:p>
                  </a:txBody>
                  <a:tcPr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hMerge="1">
                  <a:txBody>
                    <a:bodyPr/>
                    <a:lstStyle/>
                    <a:p>
                      <a:pPr latinLnBrk="0"/>
                      <a:endParaRPr lang="ko-KR" altLang="en-US"/>
                    </a:p>
                  </a:txBody>
                  <a:tcPr/>
                </a:tc>
                <a:extLst>
                  <a:ext uri="{0D108BD9-81ED-4DB2-BD59-A6C34878D82A}">
                    <a16:rowId xmlns:a16="http://schemas.microsoft.com/office/drawing/2014/main" val="10015"/>
                  </a:ext>
                </a:extLst>
              </a:tr>
            </a:tbl>
          </a:graphicData>
        </a:graphic>
      </p:graphicFrame>
      <p:sp>
        <p:nvSpPr>
          <p:cNvPr id="4" name="텍스트 개체 틀 3">
            <a:extLst>
              <a:ext uri="{FF2B5EF4-FFF2-40B4-BE49-F238E27FC236}">
                <a16:creationId xmlns:a16="http://schemas.microsoft.com/office/drawing/2014/main" id="{6FDD7742-8AA9-0BFC-8BBC-F045FE1C29B4}"/>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cs typeface="Arial" pitchFamily="34" charset="0"/>
              </a:rPr>
              <a:t>1. Basic Information</a:t>
            </a:r>
            <a:endParaRPr>
              <a:latin typeface="Arial" pitchFamily="34" charset="0"/>
              <a:cs typeface="Arial"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5361" name="Group 1">
            <a:extLst>
              <a:ext uri="{FF2B5EF4-FFF2-40B4-BE49-F238E27FC236}">
                <a16:creationId xmlns:a16="http://schemas.microsoft.com/office/drawing/2014/main" id="{0E38D4B1-1F21-D856-B47C-901346AD64DA}"/>
              </a:ext>
            </a:extLst>
          </p:cNvPr>
          <p:cNvGraphicFramePr>
            <a:graphicFrameLocks noGrp="1"/>
          </p:cNvGraphicFramePr>
          <p:nvPr>
            <p:extLst>
              <p:ext uri="{D42A27DB-BD31-4B8C-83A1-F6EECF244321}">
                <p14:modId xmlns:p14="http://schemas.microsoft.com/office/powerpoint/2010/main" val="2485649830"/>
              </p:ext>
            </p:extLst>
          </p:nvPr>
        </p:nvGraphicFramePr>
        <p:xfrm>
          <a:off x="166688" y="765175"/>
          <a:ext cx="9501187" cy="5397500"/>
        </p:xfrm>
        <a:graphic>
          <a:graphicData uri="http://schemas.openxmlformats.org/drawingml/2006/table">
            <a:tbl>
              <a:tblPr/>
              <a:tblGrid>
                <a:gridCol w="730250">
                  <a:extLst>
                    <a:ext uri="{9D8B030D-6E8A-4147-A177-3AD203B41FA5}">
                      <a16:colId xmlns:a16="http://schemas.microsoft.com/office/drawing/2014/main" val="20000"/>
                    </a:ext>
                  </a:extLst>
                </a:gridCol>
                <a:gridCol w="1169987">
                  <a:extLst>
                    <a:ext uri="{9D8B030D-6E8A-4147-A177-3AD203B41FA5}">
                      <a16:colId xmlns:a16="http://schemas.microsoft.com/office/drawing/2014/main" val="20001"/>
                    </a:ext>
                  </a:extLst>
                </a:gridCol>
                <a:gridCol w="1028700">
                  <a:extLst>
                    <a:ext uri="{9D8B030D-6E8A-4147-A177-3AD203B41FA5}">
                      <a16:colId xmlns:a16="http://schemas.microsoft.com/office/drawing/2014/main" val="20002"/>
                    </a:ext>
                  </a:extLst>
                </a:gridCol>
                <a:gridCol w="3286125">
                  <a:extLst>
                    <a:ext uri="{9D8B030D-6E8A-4147-A177-3AD203B41FA5}">
                      <a16:colId xmlns:a16="http://schemas.microsoft.com/office/drawing/2014/main" val="20003"/>
                    </a:ext>
                  </a:extLst>
                </a:gridCol>
                <a:gridCol w="3286125">
                  <a:extLst>
                    <a:ext uri="{9D8B030D-6E8A-4147-A177-3AD203B41FA5}">
                      <a16:colId xmlns:a16="http://schemas.microsoft.com/office/drawing/2014/main" val="20004"/>
                    </a:ext>
                  </a:extLst>
                </a:gridCol>
              </a:tblGrid>
              <a:tr h="411145">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400" b="1" i="0" u="none" strike="noStrike" cap="none" normalizeH="0" baseline="0">
                          <a:ln>
                            <a:noFill/>
                          </a:ln>
                          <a:solidFill>
                            <a:srgbClr val="FFFFFF"/>
                          </a:solidFill>
                          <a:effectLst>
                            <a:outerShdw blurRad="38100" dist="38100" dir="2700000" algn="tl">
                              <a:srgbClr val="000000"/>
                            </a:outerShdw>
                          </a:effectLst>
                          <a:latin typeface="Arial" panose="020B0604020202020204" pitchFamily="34" charset="0"/>
                          <a:ea typeface="맑은 고딕" panose="020B0503020000020004" pitchFamily="50" charset="-127"/>
                        </a:rPr>
                        <a:t>No.</a:t>
                      </a:r>
                    </a:p>
                  </a:txBody>
                  <a:tcPr marL="89985" marR="89985" marT="55862" marB="46792" anchor="ctr" horzOverflow="overflow">
                    <a:lnL w="1440" cap="flat" cmpd="sng" algn="ctr">
                      <a:solidFill>
                        <a:srgbClr val="000000"/>
                      </a:solidFill>
                      <a:prstDash val="solid"/>
                      <a:round/>
                      <a:headEnd type="none" w="med" len="med"/>
                      <a:tailEnd type="none" w="med" len="med"/>
                    </a:lnL>
                    <a:lnR w="1440" cap="flat" cmpd="sng" algn="ctr">
                      <a:solidFill>
                        <a:srgbClr val="000000"/>
                      </a:solidFill>
                      <a:prstDash val="solid"/>
                      <a:round/>
                      <a:headEnd type="none" w="med" len="med"/>
                      <a:tailEnd type="none" w="med" len="med"/>
                    </a:lnR>
                    <a:lnT w="1440" cap="flat" cmpd="sng" algn="ctr">
                      <a:solidFill>
                        <a:srgbClr val="000000"/>
                      </a:solidFill>
                      <a:prstDash val="solid"/>
                      <a:round/>
                      <a:headEnd type="none" w="med" len="med"/>
                      <a:tailEnd type="none" w="med" len="med"/>
                    </a:lnT>
                    <a:lnB w="1440" cap="flat" cmpd="sng" algn="ctr">
                      <a:solidFill>
                        <a:srgbClr val="000000"/>
                      </a:solidFill>
                      <a:prstDash val="solid"/>
                      <a:round/>
                      <a:headEnd type="none" w="med" len="med"/>
                      <a:tailEnd type="none" w="med" len="med"/>
                    </a:lnB>
                    <a:lnTlToBr>
                      <a:noFill/>
                    </a:lnTlToBr>
                    <a:lnBlToTr>
                      <a:noFill/>
                    </a:lnBlToTr>
                    <a:solidFill>
                      <a:srgbClr val="404040"/>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400" b="1" i="0" u="none" strike="noStrike" cap="none" normalizeH="0" baseline="0">
                          <a:ln>
                            <a:noFill/>
                          </a:ln>
                          <a:solidFill>
                            <a:srgbClr val="FFFFFF"/>
                          </a:solidFill>
                          <a:effectLst>
                            <a:outerShdw blurRad="38100" dist="38100" dir="2700000" algn="tl">
                              <a:srgbClr val="000000"/>
                            </a:outerShdw>
                          </a:effectLst>
                          <a:latin typeface="Arial" panose="020B0604020202020204" pitchFamily="34" charset="0"/>
                          <a:ea typeface="맑은 고딕" panose="020B0503020000020004" pitchFamily="50" charset="-127"/>
                        </a:rPr>
                        <a:t>Sent</a:t>
                      </a:r>
                    </a:p>
                  </a:txBody>
                  <a:tcPr marL="89985" marR="89985" marT="55862" marB="46792" anchor="ctr" horzOverflow="overflow">
                    <a:lnL w="1440" cap="flat" cmpd="sng" algn="ctr">
                      <a:solidFill>
                        <a:srgbClr val="000000"/>
                      </a:solidFill>
                      <a:prstDash val="solid"/>
                      <a:round/>
                      <a:headEnd type="none" w="med" len="med"/>
                      <a:tailEnd type="none" w="med" len="med"/>
                    </a:lnL>
                    <a:lnR w="1440" cap="flat" cmpd="sng" algn="ctr">
                      <a:solidFill>
                        <a:srgbClr val="000000"/>
                      </a:solidFill>
                      <a:prstDash val="solid"/>
                      <a:round/>
                      <a:headEnd type="none" w="med" len="med"/>
                      <a:tailEnd type="none" w="med" len="med"/>
                    </a:lnR>
                    <a:lnT w="1440" cap="flat" cmpd="sng" algn="ctr">
                      <a:solidFill>
                        <a:srgbClr val="000000"/>
                      </a:solidFill>
                      <a:prstDash val="solid"/>
                      <a:round/>
                      <a:headEnd type="none" w="med" len="med"/>
                      <a:tailEnd type="none" w="med" len="med"/>
                    </a:lnT>
                    <a:lnB w="1440" cap="flat" cmpd="sng" algn="ctr">
                      <a:solidFill>
                        <a:srgbClr val="000000"/>
                      </a:solidFill>
                      <a:prstDash val="solid"/>
                      <a:round/>
                      <a:headEnd type="none" w="med" len="med"/>
                      <a:tailEnd type="none" w="med" len="med"/>
                    </a:lnB>
                    <a:lnTlToBr>
                      <a:noFill/>
                    </a:lnTlToBr>
                    <a:lnBlToTr>
                      <a:noFill/>
                    </a:lnBlToTr>
                    <a:solidFill>
                      <a:srgbClr val="404040"/>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400" b="1" i="0" u="none" strike="noStrike" cap="none" normalizeH="0" baseline="0">
                          <a:ln>
                            <a:noFill/>
                          </a:ln>
                          <a:solidFill>
                            <a:srgbClr val="FFFFFF"/>
                          </a:solidFill>
                          <a:effectLst>
                            <a:outerShdw blurRad="38100" dist="38100" dir="2700000" algn="tl">
                              <a:srgbClr val="000000"/>
                            </a:outerShdw>
                          </a:effectLst>
                          <a:latin typeface="Arial" panose="020B0604020202020204" pitchFamily="34" charset="0"/>
                          <a:ea typeface="맑은 고딕" panose="020B0503020000020004" pitchFamily="50" charset="-127"/>
                        </a:rPr>
                        <a:t>Version</a:t>
                      </a:r>
                    </a:p>
                  </a:txBody>
                  <a:tcPr marL="89985" marR="89985" marT="55862" marB="46792" anchor="ctr" horzOverflow="overflow">
                    <a:lnL w="1440" cap="flat" cmpd="sng" algn="ctr">
                      <a:solidFill>
                        <a:srgbClr val="000000"/>
                      </a:solidFill>
                      <a:prstDash val="solid"/>
                      <a:round/>
                      <a:headEnd type="none" w="med" len="med"/>
                      <a:tailEnd type="none" w="med" len="med"/>
                    </a:lnL>
                    <a:lnR w="1440" cap="flat" cmpd="sng" algn="ctr">
                      <a:solidFill>
                        <a:srgbClr val="000000"/>
                      </a:solidFill>
                      <a:prstDash val="solid"/>
                      <a:round/>
                      <a:headEnd type="none" w="med" len="med"/>
                      <a:tailEnd type="none" w="med" len="med"/>
                    </a:lnR>
                    <a:lnT w="1440" cap="flat" cmpd="sng" algn="ctr">
                      <a:solidFill>
                        <a:srgbClr val="000000"/>
                      </a:solidFill>
                      <a:prstDash val="solid"/>
                      <a:round/>
                      <a:headEnd type="none" w="med" len="med"/>
                      <a:tailEnd type="none" w="med" len="med"/>
                    </a:lnT>
                    <a:lnB w="1440" cap="flat" cmpd="sng" algn="ctr">
                      <a:solidFill>
                        <a:srgbClr val="000000"/>
                      </a:solidFill>
                      <a:prstDash val="solid"/>
                      <a:round/>
                      <a:headEnd type="none" w="med" len="med"/>
                      <a:tailEnd type="none" w="med" len="med"/>
                    </a:lnB>
                    <a:lnTlToBr>
                      <a:noFill/>
                    </a:lnTlToBr>
                    <a:lnBlToTr>
                      <a:noFill/>
                    </a:lnBlToTr>
                    <a:solidFill>
                      <a:srgbClr val="404040"/>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400" b="1" i="0" u="none" strike="noStrike" cap="none" normalizeH="0" baseline="0">
                          <a:ln>
                            <a:noFill/>
                          </a:ln>
                          <a:solidFill>
                            <a:srgbClr val="FFFFFF"/>
                          </a:solidFill>
                          <a:effectLst>
                            <a:outerShdw blurRad="38100" dist="38100" dir="2700000" algn="tl">
                              <a:srgbClr val="000000"/>
                            </a:outerShdw>
                          </a:effectLst>
                          <a:latin typeface="Arial" panose="020B0604020202020204" pitchFamily="34" charset="0"/>
                          <a:ea typeface="맑은 고딕" panose="020B0503020000020004" pitchFamily="50" charset="-127"/>
                        </a:rPr>
                        <a:t>File Name</a:t>
                      </a:r>
                    </a:p>
                  </a:txBody>
                  <a:tcPr marL="89985" marR="89985" marT="55862" marB="46792" anchor="ctr" horzOverflow="overflow">
                    <a:lnL w="1440" cap="flat" cmpd="sng" algn="ctr">
                      <a:solidFill>
                        <a:srgbClr val="000000"/>
                      </a:solidFill>
                      <a:prstDash val="solid"/>
                      <a:round/>
                      <a:headEnd type="none" w="med" len="med"/>
                      <a:tailEnd type="none" w="med" len="med"/>
                    </a:lnL>
                    <a:lnR w="1440" cap="flat" cmpd="sng" algn="ctr">
                      <a:solidFill>
                        <a:srgbClr val="000000"/>
                      </a:solidFill>
                      <a:prstDash val="solid"/>
                      <a:round/>
                      <a:headEnd type="none" w="med" len="med"/>
                      <a:tailEnd type="none" w="med" len="med"/>
                    </a:lnR>
                    <a:lnT w="1440" cap="flat" cmpd="sng" algn="ctr">
                      <a:solidFill>
                        <a:srgbClr val="000000"/>
                      </a:solidFill>
                      <a:prstDash val="solid"/>
                      <a:round/>
                      <a:headEnd type="none" w="med" len="med"/>
                      <a:tailEnd type="none" w="med" len="med"/>
                    </a:lnT>
                    <a:lnB w="1440" cap="flat" cmpd="sng" algn="ctr">
                      <a:solidFill>
                        <a:srgbClr val="000000"/>
                      </a:solidFill>
                      <a:prstDash val="solid"/>
                      <a:round/>
                      <a:headEnd type="none" w="med" len="med"/>
                      <a:tailEnd type="none" w="med" len="med"/>
                    </a:lnB>
                    <a:lnTlToBr>
                      <a:noFill/>
                    </a:lnTlToBr>
                    <a:lnBlToTr>
                      <a:noFill/>
                    </a:lnBlToTr>
                    <a:solidFill>
                      <a:srgbClr val="404040"/>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400" b="1" i="0" u="none" strike="noStrike" cap="none" normalizeH="0" baseline="0">
                          <a:ln>
                            <a:noFill/>
                          </a:ln>
                          <a:solidFill>
                            <a:srgbClr val="FFFFFF"/>
                          </a:solidFill>
                          <a:effectLst>
                            <a:outerShdw blurRad="38100" dist="38100" dir="2700000" algn="tl">
                              <a:srgbClr val="000000"/>
                            </a:outerShdw>
                          </a:effectLst>
                          <a:latin typeface="Arial" panose="020B0604020202020204" pitchFamily="34" charset="0"/>
                          <a:ea typeface="맑은 고딕" panose="020B0503020000020004" pitchFamily="50" charset="-127"/>
                        </a:rPr>
                        <a:t>Contents</a:t>
                      </a:r>
                    </a:p>
                  </a:txBody>
                  <a:tcPr marL="89985" marR="89985" marT="55862" marB="46792" anchor="ctr" horzOverflow="overflow">
                    <a:lnL w="1440" cap="flat" cmpd="sng" algn="ctr">
                      <a:solidFill>
                        <a:srgbClr val="000000"/>
                      </a:solidFill>
                      <a:prstDash val="solid"/>
                      <a:round/>
                      <a:headEnd type="none" w="med" len="med"/>
                      <a:tailEnd type="none" w="med" len="med"/>
                    </a:lnL>
                    <a:lnR w="1440" cap="flat" cmpd="sng" algn="ctr">
                      <a:solidFill>
                        <a:srgbClr val="000000"/>
                      </a:solidFill>
                      <a:prstDash val="solid"/>
                      <a:round/>
                      <a:headEnd type="none" w="med" len="med"/>
                      <a:tailEnd type="none" w="med" len="med"/>
                    </a:lnR>
                    <a:lnT w="1440" cap="flat" cmpd="sng" algn="ctr">
                      <a:solidFill>
                        <a:srgbClr val="000000"/>
                      </a:solidFill>
                      <a:prstDash val="solid"/>
                      <a:round/>
                      <a:headEnd type="none" w="med" len="med"/>
                      <a:tailEnd type="none" w="med" len="med"/>
                    </a:lnT>
                    <a:lnB w="1440" cap="flat" cmpd="sng" algn="ctr">
                      <a:solidFill>
                        <a:srgbClr val="000000"/>
                      </a:solidFill>
                      <a:prstDash val="solid"/>
                      <a:round/>
                      <a:headEnd type="none" w="med" len="med"/>
                      <a:tailEnd type="none" w="med" len="med"/>
                    </a:lnB>
                    <a:lnTlToBr>
                      <a:noFill/>
                    </a:lnTlToBr>
                    <a:lnBlToTr>
                      <a:noFill/>
                    </a:lnBlToTr>
                    <a:solidFill>
                      <a:srgbClr val="404040"/>
                    </a:solidFill>
                  </a:tcPr>
                </a:tc>
                <a:extLst>
                  <a:ext uri="{0D108BD9-81ED-4DB2-BD59-A6C34878D82A}">
                    <a16:rowId xmlns:a16="http://schemas.microsoft.com/office/drawing/2014/main" val="10000"/>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rPr>
                        <a:t>1</a:t>
                      </a: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440" cap="flat" cmpd="sng" algn="ctr">
                      <a:solidFill>
                        <a:srgbClr val="000000"/>
                      </a:solidFill>
                      <a:prstDash val="solid"/>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rPr>
                        <a:t>10.10.2026</a:t>
                      </a: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440" cap="flat" cmpd="sng" algn="ctr">
                      <a:solidFill>
                        <a:srgbClr val="000000"/>
                      </a:solidFill>
                      <a:prstDash val="solid"/>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rPr>
                        <a:t>1.0.0</a:t>
                      </a: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440" cap="flat" cmpd="sng" algn="ctr">
                      <a:solidFill>
                        <a:srgbClr val="000000"/>
                      </a:solidFill>
                      <a:prstDash val="solid"/>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rPr>
                        <a:t>Zaplist_UX_Scenario_1.0.0</a:t>
                      </a: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440" cap="flat" cmpd="sng" algn="ctr">
                      <a:solidFill>
                        <a:srgbClr val="000000"/>
                      </a:solidFill>
                      <a:prstDash val="solid"/>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rPr>
                        <a:t>Initial document</a:t>
                      </a: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440" cap="flat" cmpd="sng" algn="ctr">
                      <a:solidFill>
                        <a:srgbClr val="000000"/>
                      </a:solidFill>
                      <a:prstDash val="solid"/>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1"/>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2"/>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3"/>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4"/>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5"/>
                  </a:ext>
                </a:extLst>
              </a:tr>
              <a:tr h="434956">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6"/>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7"/>
                  </a:ext>
                </a:extLst>
              </a:tr>
              <a:tr h="514566">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2800" b="0" i="0" u="none" strike="noStrike" cap="none" normalizeH="0" baseline="0">
                        <a:ln>
                          <a:noFill/>
                        </a:ln>
                        <a:solidFill>
                          <a:srgbClr val="000000"/>
                        </a:solidFill>
                        <a:effectLst/>
                        <a:latin typeface="굴림" panose="020B0600000101010101" pitchFamily="50" charset="-127"/>
                        <a:ea typeface="굴림" panose="020B0600000101010101"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8"/>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9"/>
                  </a:ext>
                </a:extLst>
              </a:tr>
              <a:tr h="493690">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10"/>
                  </a:ext>
                </a:extLst>
              </a:tr>
              <a:tr h="4317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635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635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635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635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6350" cap="flat" cmpd="sng" algn="ctr">
                      <a:solidFill>
                        <a:schemeClr val="tx1"/>
                      </a:solidFill>
                      <a:prstDash val="solid"/>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11"/>
                  </a:ext>
                </a:extLst>
              </a:tr>
            </a:tbl>
          </a:graphicData>
        </a:graphic>
      </p:graphicFrame>
      <p:sp>
        <p:nvSpPr>
          <p:cNvPr id="20566" name="Text Box 163">
            <a:extLst>
              <a:ext uri="{FF2B5EF4-FFF2-40B4-BE49-F238E27FC236}">
                <a16:creationId xmlns:a16="http://schemas.microsoft.com/office/drawing/2014/main" id="{4DE596C2-EE29-3FA9-6E96-0B11791C9D45}"/>
              </a:ext>
            </a:extLst>
          </p:cNvPr>
          <p:cNvSpPr txBox="1">
            <a:spLocks noChangeArrowheads="1"/>
          </p:cNvSpPr>
          <p:nvPr/>
        </p:nvSpPr>
        <p:spPr bwMode="auto">
          <a:xfrm>
            <a:off x="0" y="188913"/>
            <a:ext cx="7759700"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89986" tIns="46793" rIns="89986" bIns="46793"/>
          <a:lstStyle>
            <a:lvl1pPr marL="342900" indent="-341313">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1pPr>
            <a:lvl2pPr marL="742950" indent="-285750">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2pPr>
            <a:lvl3pPr marL="1143000" indent="-228600">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3pPr>
            <a:lvl4pPr marL="1600200" indent="-228600">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4pPr>
            <a:lvl5pPr marL="2057400" indent="-228600">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9pPr>
          </a:lstStyle>
          <a:p>
            <a:pPr latinLnBrk="0">
              <a:spcBef>
                <a:spcPts val="1125"/>
              </a:spcBef>
            </a:pPr>
            <a:r>
              <a:rPr lang="en-US" altLang="ru-RU" b="1">
                <a:solidFill>
                  <a:srgbClr val="000000"/>
                </a:solidFill>
                <a:latin typeface="Arial" panose="020B0604020202020204" pitchFamily="34" charset="0"/>
                <a:ea typeface="맑은 고딕" panose="020B0503020000020004" pitchFamily="34" charset="-127"/>
                <a:cs typeface="Arial" panose="020B0604020202020204" pitchFamily="34" charset="0"/>
              </a:rPr>
              <a:t>2. Document History</a:t>
            </a:r>
          </a:p>
        </p:txBody>
      </p:sp>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308C583E-2ABA-1961-A8D5-4DF0B1572357}"/>
              </a:ext>
            </a:extLst>
          </p:cNvPr>
          <p:cNvSpPr/>
          <p:nvPr/>
        </p:nvSpPr>
        <p:spPr bwMode="auto">
          <a:xfrm>
            <a:off x="9525"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Everything also works with the arrows and OK alone: the Magic Remote has no color or media keys, so each color-key and media-key action also has an on-screen button.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Home, Exit, volume and input keys are handled by the </a:t>
            </a:r>
            <a:r>
              <a:rPr lang="en-US" altLang="ko-KR" sz="900">
                <a:latin typeface="Arial" pitchFamily="34" charset="0"/>
                <a:ea typeface="굴림" panose="020B0600000101010101" pitchFamily="50" charset="-127"/>
                <a:cs typeface="Arial" pitchFamily="34" charset="0"/>
              </a:rPr>
              <a:t>TV.</a:t>
            </a:r>
            <a:endParaRPr lang="en-US" altLang="ko-KR" sz="900" dirty="0">
              <a:latin typeface="Arial" pitchFamily="34" charset="0"/>
              <a:ea typeface="굴림" panose="020B0600000101010101" pitchFamily="50" charset="-127"/>
              <a:cs typeface="Arial" pitchFamily="34" charset="0"/>
            </a:endParaRPr>
          </a:p>
        </p:txBody>
      </p:sp>
      <p:sp>
        <p:nvSpPr>
          <p:cNvPr id="22531" name="TextBox 5">
            <a:extLst>
              <a:ext uri="{FF2B5EF4-FFF2-40B4-BE49-F238E27FC236}">
                <a16:creationId xmlns:a16="http://schemas.microsoft.com/office/drawing/2014/main" id="{E9913A7E-6884-F2EE-59D1-89F18D74369E}"/>
              </a:ext>
            </a:extLst>
          </p:cNvPr>
          <p:cNvSpPr txBox="1">
            <a:spLocks noChangeArrowheads="1"/>
          </p:cNvSpPr>
          <p:nvPr/>
        </p:nvSpPr>
        <p:spPr bwMode="auto">
          <a:xfrm>
            <a:off x="166687" y="642938"/>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1. Keys used in the app</a:t>
            </a:r>
          </a:p>
        </p:txBody>
      </p:sp>
      <p:sp>
        <p:nvSpPr>
          <p:cNvPr id="17" name="텍스트 개체 틀 16">
            <a:extLst>
              <a:ext uri="{FF2B5EF4-FFF2-40B4-BE49-F238E27FC236}">
                <a16:creationId xmlns:a16="http://schemas.microsoft.com/office/drawing/2014/main" id="{59C09277-3289-FFED-1A83-9EDA0A1C57F8}"/>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3. Remote Control Keys</a:t>
            </a:r>
            <a:endParaRPr>
              <a:latin typeface="Arial" pitchFamily="34" charset="0"/>
              <a:cs typeface="Arial" pitchFamily="34" charset="0"/>
            </a:endParaRPr>
          </a:p>
        </p:txBody>
      </p:sp>
      <p:graphicFrame>
        <p:nvGraphicFramePr>
          <p:cNvPr id="2" name="Table 1">
            <a:extLst>
              <a:ext uri="{FF2B5EF4-FFF2-40B4-BE49-F238E27FC236}">
                <a16:creationId xmlns:a16="http://schemas.microsoft.com/office/drawing/2014/main" id="{BE4DAA6B-FB15-435F-13FC-FB808164A32A}"/>
              </a:ext>
            </a:extLst>
          </p:cNvPr>
          <p:cNvGraphicFramePr>
            <a:graphicFrameLocks noGrp="1"/>
          </p:cNvGraphicFramePr>
          <p:nvPr>
            <p:extLst>
              <p:ext uri="{D42A27DB-BD31-4B8C-83A1-F6EECF244321}">
                <p14:modId xmlns:p14="http://schemas.microsoft.com/office/powerpoint/2010/main" val="3378421804"/>
              </p:ext>
            </p:extLst>
          </p:nvPr>
        </p:nvGraphicFramePr>
        <p:xfrm>
          <a:off x="342900" y="1016000"/>
          <a:ext cx="9220200" cy="1828800"/>
        </p:xfrm>
        <a:graphic>
          <a:graphicData uri="http://schemas.openxmlformats.org/drawingml/2006/table">
            <a:tbl>
              <a:tblPr firstRow="1" bandRow="1">
                <a:tableStyleId>{5940675A-B579-460E-94D1-54222C63F5DA}</a:tableStyleId>
              </a:tblPr>
              <a:tblGrid>
                <a:gridCol w="1651000">
                  <a:extLst>
                    <a:ext uri="{9D8B030D-6E8A-4147-A177-3AD203B41FA5}">
                      <a16:colId xmlns:a16="http://schemas.microsoft.com/office/drawing/2014/main" val="3610685237"/>
                    </a:ext>
                  </a:extLst>
                </a:gridCol>
                <a:gridCol w="7569200">
                  <a:extLst>
                    <a:ext uri="{9D8B030D-6E8A-4147-A177-3AD203B41FA5}">
                      <a16:colId xmlns:a16="http://schemas.microsoft.com/office/drawing/2014/main" val="4268113596"/>
                    </a:ext>
                  </a:extLst>
                </a:gridCol>
              </a:tblGrid>
              <a:tr h="127000">
                <a:tc>
                  <a:txBody>
                    <a:bodyPr/>
                    <a:lstStyle/>
                    <a:p>
                      <a:pPr latinLnBrk="0" algn="ctr"/>
                      <a:r>
                        <a:rPr lang="en-US" sz="900" b="1" i="0">
                          <a:solidFill>
                            <a:srgbClr val="FFFFFF"/>
                          </a:solidFill>
                          <a:latin typeface="Arial" panose="020B0604020202020204" pitchFamily="34" charset="0"/>
                        </a:rPr>
                        <a:t>Key</a:t>
                      </a:r>
                      <a:endParaRPr lang="en-US" sz="9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a:txBody>
                    <a:bodyPr/>
                    <a:lstStyle/>
                    <a:p>
                      <a:pPr latinLnBrk="0" algn="ctr"/>
                      <a:r>
                        <a:rPr lang="en-US" sz="900" b="1" i="0" dirty="0">
                          <a:solidFill>
                            <a:srgbClr val="FFFFFF"/>
                          </a:solidFill>
                          <a:latin typeface="Arial" panose="020B0604020202020204" pitchFamily="34" charset="0"/>
                        </a:rPr>
                        <a:t>What </a:t>
                      </a:r>
                      <a:r>
                        <a:rPr lang="en-US" sz="900" b="1" i="0">
                          <a:solidFill>
                            <a:srgbClr val="FFFFFF"/>
                          </a:solidFill>
                          <a:latin typeface="Arial" panose="020B0604020202020204" pitchFamily="34" charset="0"/>
                        </a:rPr>
                        <a:t>it does</a:t>
                      </a:r>
                      <a:endParaRPr lang="en-US" sz="9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extLst>
                  <a:ext uri="{0D108BD9-81ED-4DB2-BD59-A6C34878D82A}">
                    <a16:rowId xmlns:a16="http://schemas.microsoft.com/office/drawing/2014/main" val="69164968"/>
                  </a:ext>
                </a:extLst>
              </a:tr>
              <a:tr h="127000">
                <a:tc>
                  <a:txBody>
                    <a:bodyPr/>
                    <a:lstStyle/>
                    <a:p>
                      <a:pPr latinLnBrk="0" algn="l"/>
                      <a:r>
                        <a:rPr lang="en-US" sz="900" b="0" i="0">
                          <a:solidFill>
                            <a:srgbClr val="000000"/>
                          </a:solidFill>
                          <a:latin typeface="Arial" panose="020B0604020202020204" pitchFamily="34" charset="0"/>
                        </a:rPr>
                        <a:t>Arrow keys</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Move the focus. In the player: Up/Down change the channel, Left/Right show the info </a:t>
                      </a:r>
                      <a:r>
                        <a:rPr lang="en-US" sz="900" b="0" i="0">
                          <a:solidFill>
                            <a:srgbClr val="000000"/>
                          </a:solidFill>
                          <a:latin typeface="Arial" panose="020B0604020202020204" pitchFamily="34" charset="0"/>
                        </a:rPr>
                        <a:t>bar.</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187155259"/>
                  </a:ext>
                </a:extLst>
              </a:tr>
              <a:tr h="127000">
                <a:tc>
                  <a:txBody>
                    <a:bodyPr/>
                    <a:lstStyle/>
                    <a:p>
                      <a:pPr latinLnBrk="0" algn="l"/>
                      <a:r>
                        <a:rPr lang="en-US" sz="900" b="0" i="0">
                          <a:solidFill>
                            <a:srgbClr val="000000"/>
                          </a:solidFill>
                          <a:latin typeface="Arial" panose="020B0604020202020204" pitchFamily="34" charset="0"/>
                        </a:rPr>
                        <a:t>OK</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Select, or play the focused channel. In the player: open the channel </a:t>
                      </a:r>
                      <a:r>
                        <a:rPr lang="en-US" sz="900" b="0" i="0">
                          <a:solidFill>
                            <a:srgbClr val="000000"/>
                          </a:solidFill>
                          <a:latin typeface="Arial" panose="020B0604020202020204" pitchFamily="34" charset="0"/>
                        </a:rPr>
                        <a:t>list.</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177659386"/>
                  </a:ext>
                </a:extLst>
              </a:tr>
              <a:tr h="127000">
                <a:tc>
                  <a:txBody>
                    <a:bodyPr/>
                    <a:lstStyle/>
                    <a:p>
                      <a:pPr latinLnBrk="0" algn="l"/>
                      <a:r>
                        <a:rPr lang="en-US" sz="900" b="0" i="0" dirty="0">
                          <a:solidFill>
                            <a:srgbClr val="000000"/>
                          </a:solidFill>
                          <a:latin typeface="Arial" panose="020B0604020202020204" pitchFamily="34" charset="0"/>
                        </a:rPr>
                        <a:t>OK (</a:t>
                      </a:r>
                      <a:r>
                        <a:rPr lang="en-US" sz="900" b="0" i="0">
                          <a:solidFill>
                            <a:srgbClr val="000000"/>
                          </a:solidFill>
                          <a:latin typeface="Arial" panose="020B0604020202020204" pitchFamily="34" charset="0"/>
                        </a:rPr>
                        <a:t>hold)</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Channel menu: add to or remove from Favorites; in Favorites also move the </a:t>
                      </a:r>
                      <a:r>
                        <a:rPr lang="en-US" sz="900" b="0" i="0">
                          <a:solidFill>
                            <a:srgbClr val="000000"/>
                          </a:solidFill>
                          <a:latin typeface="Arial" panose="020B0604020202020204" pitchFamily="34" charset="0"/>
                        </a:rPr>
                        <a:t>channel.</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927870065"/>
                  </a:ext>
                </a:extLst>
              </a:tr>
              <a:tr h="127000">
                <a:tc>
                  <a:txBody>
                    <a:bodyPr/>
                    <a:lstStyle/>
                    <a:p>
                      <a:pPr latinLnBrk="0" algn="l"/>
                      <a:r>
                        <a:rPr lang="en-US" sz="900" b="0" i="0">
                          <a:solidFill>
                            <a:srgbClr val="000000"/>
                          </a:solidFill>
                          <a:latin typeface="Arial" panose="020B0604020202020204" pitchFamily="34" charset="0"/>
                        </a:rPr>
                        <a:t>Back</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Close the open bar, menu or list, or go back one screen. On Home: leave the app through the system (exit popup or Home </a:t>
                      </a:r>
                      <a:r>
                        <a:rPr lang="en-US" sz="900" b="0" i="0">
                          <a:solidFill>
                            <a:srgbClr val="000000"/>
                          </a:solidFill>
                          <a:latin typeface="Arial" panose="020B0604020202020204" pitchFamily="34" charset="0"/>
                        </a:rPr>
                        <a:t>screen).</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733910717"/>
                  </a:ext>
                </a:extLst>
              </a:tr>
              <a:tr h="127000">
                <a:tc>
                  <a:txBody>
                    <a:bodyPr/>
                    <a:lstStyle/>
                    <a:p>
                      <a:pPr latinLnBrk="0" algn="l"/>
                      <a:r>
                        <a:rPr lang="en-US" sz="900" b="0" i="0" dirty="0">
                          <a:solidFill>
                            <a:srgbClr val="000000"/>
                          </a:solidFill>
                          <a:latin typeface="Arial" panose="020B0604020202020204" pitchFamily="34" charset="0"/>
                        </a:rPr>
                        <a:t>CH + / </a:t>
                      </a:r>
                      <a:r>
                        <a:rPr lang="en-US" sz="900" b="0" i="0">
                          <a:solidFill>
                            <a:srgbClr val="000000"/>
                          </a:solidFill>
                          <a:latin typeface="Arial" panose="020B0604020202020204" pitchFamily="34" charset="0"/>
                        </a:rPr>
                        <a:t>CH -</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Page up/down in lists. In the player: next/previous </a:t>
                      </a:r>
                      <a:r>
                        <a:rPr lang="en-US" sz="900" b="0" i="0">
                          <a:solidFill>
                            <a:srgbClr val="000000"/>
                          </a:solidFill>
                          <a:latin typeface="Arial" panose="020B0604020202020204" pitchFamily="34" charset="0"/>
                        </a:rPr>
                        <a:t>channel.</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940280677"/>
                  </a:ext>
                </a:extLst>
              </a:tr>
              <a:tr h="127000">
                <a:tc>
                  <a:txBody>
                    <a:bodyPr/>
                    <a:lstStyle/>
                    <a:p>
                      <a:pPr latinLnBrk="0" algn="l"/>
                      <a:r>
                        <a:rPr lang="en-US" sz="900" b="0" i="0">
                          <a:solidFill>
                            <a:srgbClr val="000000"/>
                          </a:solidFill>
                          <a:latin typeface="Arial" panose="020B0604020202020204" pitchFamily="34" charset="0"/>
                        </a:rPr>
                        <a:t>0-9</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In the player: go to a channel </a:t>
                      </a:r>
                      <a:r>
                        <a:rPr lang="en-US" sz="900" b="0" i="0">
                          <a:solidFill>
                            <a:srgbClr val="000000"/>
                          </a:solidFill>
                          <a:latin typeface="Arial" panose="020B0604020202020204" pitchFamily="34" charset="0"/>
                        </a:rPr>
                        <a:t>number.</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68024093"/>
                  </a:ext>
                </a:extLst>
              </a:tr>
              <a:tr h="127000">
                <a:tc>
                  <a:txBody>
                    <a:bodyPr/>
                    <a:lstStyle/>
                    <a:p>
                      <a:pPr latinLnBrk="0" algn="l"/>
                      <a:r>
                        <a:rPr lang="en-US" sz="900" b="0" i="0">
                          <a:solidFill>
                            <a:srgbClr val="000000"/>
                          </a:solidFill>
                          <a:latin typeface="Arial" panose="020B0604020202020204" pitchFamily="34" charset="0"/>
                        </a:rPr>
                        <a:t>Red</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Add or remove the focused or playing channel from </a:t>
                      </a:r>
                      <a:r>
                        <a:rPr lang="en-US" sz="900" b="0" i="0">
                          <a:solidFill>
                            <a:srgbClr val="000000"/>
                          </a:solidFill>
                          <a:latin typeface="Arial" panose="020B0604020202020204" pitchFamily="34" charset="0"/>
                        </a:rPr>
                        <a:t>Favorites.</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41396672"/>
                  </a:ext>
                </a:extLst>
              </a:tr>
              <a:tr h="127000">
                <a:tc>
                  <a:txBody>
                    <a:bodyPr/>
                    <a:lstStyle/>
                    <a:p>
                      <a:pPr latinLnBrk="0" algn="l"/>
                      <a:r>
                        <a:rPr lang="en-US" sz="900" b="0" i="0">
                          <a:solidFill>
                            <a:srgbClr val="000000"/>
                          </a:solidFill>
                          <a:latin typeface="Arial" panose="020B0604020202020204" pitchFamily="34" charset="0"/>
                        </a:rPr>
                        <a:t>Yellow</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In the player: change the picture mode. In Favorites: move the </a:t>
                      </a:r>
                      <a:r>
                        <a:rPr lang="en-US" sz="900" b="0" i="0">
                          <a:solidFill>
                            <a:srgbClr val="000000"/>
                          </a:solidFill>
                          <a:latin typeface="Arial" panose="020B0604020202020204" pitchFamily="34" charset="0"/>
                        </a:rPr>
                        <a:t>channel.</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777609099"/>
                  </a:ext>
                </a:extLst>
              </a:tr>
              <a:tr h="127000">
                <a:tc>
                  <a:txBody>
                    <a:bodyPr/>
                    <a:lstStyle/>
                    <a:p>
                      <a:pPr latinLnBrk="0" algn="l"/>
                      <a:r>
                        <a:rPr lang="en-US" sz="900" b="0" i="0">
                          <a:solidFill>
                            <a:srgbClr val="000000"/>
                          </a:solidFill>
                          <a:latin typeface="Arial" panose="020B0604020202020204" pitchFamily="34" charset="0"/>
                        </a:rPr>
                        <a:t>Info</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In the player: show or hide the info </a:t>
                      </a:r>
                      <a:r>
                        <a:rPr lang="en-US" sz="900" b="0" i="0">
                          <a:solidFill>
                            <a:srgbClr val="000000"/>
                          </a:solidFill>
                          <a:latin typeface="Arial" panose="020B0604020202020204" pitchFamily="34" charset="0"/>
                        </a:rPr>
                        <a:t>bar.</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131200778"/>
                  </a:ext>
                </a:extLst>
              </a:tr>
              <a:tr h="127000">
                <a:tc>
                  <a:txBody>
                    <a:bodyPr/>
                    <a:lstStyle/>
                    <a:p>
                      <a:pPr latinLnBrk="0" algn="l"/>
                      <a:r>
                        <a:rPr lang="en-US" sz="900" b="0" i="0" dirty="0">
                          <a:solidFill>
                            <a:srgbClr val="000000"/>
                          </a:solidFill>
                          <a:latin typeface="Arial" panose="020B0604020202020204" pitchFamily="34" charset="0"/>
                        </a:rPr>
                        <a:t>Play / Pause </a:t>
                      </a:r>
                      <a:r>
                        <a:rPr lang="en-US" sz="900" b="0" i="0">
                          <a:solidFill>
                            <a:srgbClr val="000000"/>
                          </a:solidFill>
                          <a:latin typeface="Arial" panose="020B0604020202020204" pitchFamily="34" charset="0"/>
                        </a:rPr>
                        <a:t>/ Stop</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In the player: resume, pause, or return to the previous </a:t>
                      </a:r>
                      <a:r>
                        <a:rPr lang="en-US" sz="900" b="0" i="0">
                          <a:solidFill>
                            <a:srgbClr val="000000"/>
                          </a:solidFill>
                          <a:latin typeface="Arial" panose="020B0604020202020204" pitchFamily="34" charset="0"/>
                        </a:rPr>
                        <a:t>screen.</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131068741"/>
                  </a:ext>
                </a:extLst>
              </a:tr>
              <a:tr h="127000">
                <a:tc>
                  <a:txBody>
                    <a:bodyPr/>
                    <a:lstStyle/>
                    <a:p>
                      <a:pPr latinLnBrk="0" algn="l"/>
                      <a:r>
                        <a:rPr lang="en-US" sz="900" b="0" i="0">
                          <a:solidFill>
                            <a:srgbClr val="000000"/>
                          </a:solidFill>
                          <a:latin typeface="Arial" panose="020B0604020202020204" pitchFamily="34" charset="0"/>
                        </a:rPr>
                        <a:t>Magic Remote</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Point and click any item; the wheel scrolls lists and the TV </a:t>
                      </a:r>
                      <a:r>
                        <a:rPr lang="en-US" sz="900" b="0" i="0">
                          <a:solidFill>
                            <a:srgbClr val="000000"/>
                          </a:solidFill>
                          <a:latin typeface="Arial" panose="020B0604020202020204" pitchFamily="34" charset="0"/>
                        </a:rPr>
                        <a:t>guide.</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035326884"/>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직사각형 15">
            <a:extLst>
              <a:ext uri="{FF2B5EF4-FFF2-40B4-BE49-F238E27FC236}">
                <a16:creationId xmlns:a16="http://schemas.microsoft.com/office/drawing/2014/main" id="{A2A14B6E-5F38-5924-292E-052823CF8997}"/>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anose="020B0604020202020204" pitchFamily="34" charset="0"/>
                <a:ea typeface="Arial Unicode MS" panose="020B0604020202020204" pitchFamily="50" charset="-127"/>
                <a:cs typeface="Arial" panose="020B0604020202020204" pitchFamily="34" charset="0"/>
              </a:rPr>
              <a:t>Detailed Information</a:t>
            </a:r>
          </a:p>
          <a:p>
            <a:pPr latinLnBrk="0">
              <a:lnSpc>
                <a:spcPct val="150000"/>
              </a:lnSpc>
              <a:defRPr/>
            </a:pPr>
            <a:r>
              <a:rPr lang="en-US" altLang="ko-KR" sz="900" dirty="0">
                <a:latin typeface="Arial" panose="020B0604020202020204" pitchFamily="34" charset="0"/>
                <a:ea typeface="Arial Unicode MS" panose="020B0604020202020204" pitchFamily="50" charset="-127"/>
                <a:cs typeface="Arial" panose="020B0604020202020204" pitchFamily="34" charset="0"/>
              </a:rPr>
              <a:t>- </a:t>
            </a:r>
            <a:r>
              <a:rPr lang="en-US" altLang="ko-KR" sz="900" dirty="0" err="1">
                <a:latin typeface="Arial" panose="020B0604020202020204" pitchFamily="34" charset="0"/>
                <a:ea typeface="Arial Unicode MS" panose="020B0604020202020204" pitchFamily="50" charset="-127"/>
                <a:cs typeface="Arial" panose="020B0604020202020204" pitchFamily="34" charset="0"/>
              </a:rPr>
              <a:t>Zaplist</a:t>
            </a:r>
            <a:r>
              <a:rPr lang="en-US" altLang="ko-KR" sz="900" dirty="0">
                <a:latin typeface="Arial" panose="020B0604020202020204" pitchFamily="34" charset="0"/>
                <a:ea typeface="Arial Unicode MS" panose="020B0604020202020204" pitchFamily="50" charset="-127"/>
                <a:cs typeface="Arial" panose="020B0604020202020204" pitchFamily="34" charset="0"/>
              </a:rPr>
              <a:t> has no sign-in, account or activation, and it includes no channels: users add a playlist from their TV provider.</a:t>
            </a:r>
          </a:p>
          <a:p>
            <a:pPr latinLnBrk="0">
              <a:lnSpc>
                <a:spcPct val="150000"/>
              </a:lnSpc>
              <a:defRPr/>
            </a:pPr>
            <a:r>
              <a:rPr lang="en-US" altLang="ko-KR" sz="900" dirty="0">
                <a:latin typeface="Arial" panose="020B0604020202020204" pitchFamily="34" charset="0"/>
                <a:ea typeface="Arial Unicode MS" panose="020B0604020202020204" pitchFamily="50" charset="-127"/>
                <a:cs typeface="Arial" panose="020B0604020202020204" pitchFamily="34" charset="0"/>
              </a:rPr>
              <a:t>- To test: on the start page press OK on "Add a playlist", enter any name and the test playlist URL from the table, then press "Check and save". Home opens with 5 channels in 2 categories; the TV guide fills in moments later.</a:t>
            </a:r>
          </a:p>
          <a:p>
            <a:pPr latinLnBrk="0">
              <a:lnSpc>
                <a:spcPct val="150000"/>
              </a:lnSpc>
              <a:defRPr/>
            </a:pPr>
            <a:r>
              <a:rPr lang="en-US" altLang="ko-KR" sz="900" dirty="0">
                <a:latin typeface="Arial" panose="020B0604020202020204" pitchFamily="34" charset="0"/>
                <a:ea typeface="Arial Unicode MS" panose="020B0604020202020204" pitchFamily="50" charset="-127"/>
                <a:cs typeface="Arial" panose="020B0604020202020204" pitchFamily="34" charset="0"/>
              </a:rPr>
              <a:t>- The </a:t>
            </a:r>
            <a:r>
              <a:rPr lang="en-US" altLang="ko-KR" sz="900" dirty="0" err="1">
                <a:latin typeface="Arial" panose="020B0604020202020204" pitchFamily="34" charset="0"/>
                <a:ea typeface="Arial Unicode MS" panose="020B0604020202020204" pitchFamily="50" charset="-127"/>
                <a:cs typeface="Arial" panose="020B0604020202020204" pitchFamily="34" charset="0"/>
              </a:rPr>
              <a:t>Xtream</a:t>
            </a:r>
            <a:r>
              <a:rPr lang="en-US" altLang="ko-KR" sz="900" dirty="0">
                <a:latin typeface="Arial" panose="020B0604020202020204" pitchFamily="34" charset="0"/>
                <a:ea typeface="Arial Unicode MS" panose="020B0604020202020204" pitchFamily="50" charset="-127"/>
                <a:cs typeface="Arial" panose="020B0604020202020204" pitchFamily="34" charset="0"/>
              </a:rPr>
              <a:t> Codes tab asks for a server address, username and password, and checks the login before saving.</a:t>
            </a:r>
          </a:p>
        </p:txBody>
      </p:sp>
      <p:sp>
        <p:nvSpPr>
          <p:cNvPr id="18" name="텍스트 개체 틀 16">
            <a:extLst>
              <a:ext uri="{FF2B5EF4-FFF2-40B4-BE49-F238E27FC236}">
                <a16:creationId xmlns:a16="http://schemas.microsoft.com/office/drawing/2014/main" id="{02BEEFCC-77CC-2CE5-D04E-B7862414AE82}"/>
              </a:ext>
            </a:extLst>
          </p:cNvPr>
          <p:cNvSpPr txBox="1">
            <a:spLocks/>
          </p:cNvSpPr>
          <p:nvPr/>
        </p:nvSpPr>
        <p:spPr bwMode="auto">
          <a:xfrm>
            <a:off x="0" y="188913"/>
            <a:ext cx="7761288" cy="369887"/>
          </a:xfrm>
          <a:prstGeom prst="rect">
            <a:avLst/>
          </a:prstGeom>
          <a:noFill/>
          <a:ln>
            <a:miter lim="800000"/>
            <a:headEnd/>
            <a:tailEnd/>
          </a:ln>
        </p:spPr>
        <p:txBody>
          <a:bodyPr>
            <a:spAutoFit/>
          </a:bodyPr>
          <a:lstStyle/>
          <a:p>
            <a:pPr marL="342900" indent="-342900" latinLnBrk="0">
              <a:spcBef>
                <a:spcPct val="50000"/>
              </a:spcBef>
              <a:defRPr/>
            </a:pPr>
            <a:r>
              <a:rPr kumimoji="1" lang="en-US" altLang="ko-KR" b="1" kern="0">
                <a:latin typeface="Arial" pitchFamily="34" charset="0"/>
                <a:ea typeface="돋움" pitchFamily="50" charset="-127"/>
                <a:cs typeface="Arial" pitchFamily="34" charset="0"/>
              </a:rPr>
              <a:t>4. Detailed Login Information</a:t>
            </a:r>
            <a:endParaRPr kumimoji="1" lang="ko-KR" altLang="en-US" b="1" kern="0" dirty="0">
              <a:latin typeface="Arial" pitchFamily="34" charset="0"/>
              <a:ea typeface="맑은 고딕" pitchFamily="50" charset="-127"/>
              <a:cs typeface="Arial" pitchFamily="34" charset="0"/>
            </a:endParaRPr>
          </a:p>
        </p:txBody>
      </p:sp>
      <p:sp>
        <p:nvSpPr>
          <p:cNvPr id="2" name="TextBox 5">
            <a:extLst>
              <a:ext uri="{FF2B5EF4-FFF2-40B4-BE49-F238E27FC236}">
                <a16:creationId xmlns:a16="http://schemas.microsoft.com/office/drawing/2014/main" id="{6023D996-764A-9EF7-8410-26BC99FFAC76}"/>
              </a:ext>
            </a:extLst>
          </p:cNvPr>
          <p:cNvSpPr txBox="1"/>
          <p:nvPr/>
        </p:nvSpPr>
        <p:spPr>
          <a:xfrm>
            <a:off x="165100" y="635000"/>
            <a:ext cx="6858000" cy="307777"/>
          </a:xfrm>
          <a:prstGeom prst="rect">
            <a:avLst/>
          </a:prstGeom>
          <a:noFill/>
        </p:spPr>
        <p:txBody>
          <a:bodyPr vert="horz" rtlCol="0">
            <a:spAutoFit/>
          </a:bodyPr>
          <a:lstStyle/>
          <a:p>
            <a:pPr latinLnBrk="0"/>
            <a:r>
              <a:rPr lang="en-US" sz="1400" b="1" dirty="0">
                <a:latin typeface="Arial" panose="020B0604020202020204" pitchFamily="34" charset="0"/>
              </a:rPr>
              <a:t>1. Adding a playlist (the app has no user </a:t>
            </a:r>
            <a:r>
              <a:rPr lang="en-US" sz="1400" b="1">
                <a:latin typeface="Arial" panose="020B0604020202020204" pitchFamily="34" charset="0"/>
              </a:rPr>
              <a:t>accounts)</a:t>
            </a:r>
            <a:endParaRPr lang="en-US" sz="1400" b="1" dirty="0">
              <a:latin typeface="Arial" panose="020B0604020202020204" pitchFamily="34" charset="0"/>
            </a:endParaRPr>
          </a:p>
        </p:txBody>
      </p:sp>
      <p:pic>
        <p:nvPicPr>
          <p:cNvPr id="4" name="Picture 3">
            <a:extLst>
              <a:ext uri="{FF2B5EF4-FFF2-40B4-BE49-F238E27FC236}">
                <a16:creationId xmlns:a16="http://schemas.microsoft.com/office/drawing/2014/main" id="{9C47B94E-EC1B-B940-0460-9A6B96F10D60}"/>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5" name="Rectangle 4">
            <a:extLst>
              <a:ext uri="{FF2B5EF4-FFF2-40B4-BE49-F238E27FC236}">
                <a16:creationId xmlns:a16="http://schemas.microsoft.com/office/drawing/2014/main" id="{A1DE4761-5378-3B3A-C126-DCDBD1CCEA3F}"/>
              </a:ext>
            </a:extLst>
          </p:cNvPr>
          <p:cNvSpPr/>
          <p:nvPr/>
        </p:nvSpPr>
        <p:spPr bwMode="auto">
          <a:xfrm>
            <a:off x="2356941" y="1105396"/>
            <a:ext cx="1778993" cy="29468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6" name="Oval 5">
            <a:extLst>
              <a:ext uri="{FF2B5EF4-FFF2-40B4-BE49-F238E27FC236}">
                <a16:creationId xmlns:a16="http://schemas.microsoft.com/office/drawing/2014/main" id="{3AA5FC60-02A3-1301-8C0D-30B94900B56B}"/>
              </a:ext>
            </a:extLst>
          </p:cNvPr>
          <p:cNvSpPr/>
          <p:nvPr/>
        </p:nvSpPr>
        <p:spPr bwMode="auto">
          <a:xfrm>
            <a:off x="2222500" y="9779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7" name="Rectangle 6">
            <a:extLst>
              <a:ext uri="{FF2B5EF4-FFF2-40B4-BE49-F238E27FC236}">
                <a16:creationId xmlns:a16="http://schemas.microsoft.com/office/drawing/2014/main" id="{A86B3499-51A9-C728-91BE-645A0A9E151A}"/>
              </a:ext>
            </a:extLst>
          </p:cNvPr>
          <p:cNvSpPr/>
          <p:nvPr/>
        </p:nvSpPr>
        <p:spPr bwMode="auto">
          <a:xfrm>
            <a:off x="2373313" y="1460103"/>
            <a:ext cx="3645296" cy="43656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8" name="Oval 7">
            <a:extLst>
              <a:ext uri="{FF2B5EF4-FFF2-40B4-BE49-F238E27FC236}">
                <a16:creationId xmlns:a16="http://schemas.microsoft.com/office/drawing/2014/main" id="{D39E15C5-B581-ED49-FECF-1C0DB438A370}"/>
              </a:ext>
            </a:extLst>
          </p:cNvPr>
          <p:cNvSpPr/>
          <p:nvPr/>
        </p:nvSpPr>
        <p:spPr bwMode="auto">
          <a:xfrm>
            <a:off x="2235200" y="1333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9" name="Rectangle 8">
            <a:extLst>
              <a:ext uri="{FF2B5EF4-FFF2-40B4-BE49-F238E27FC236}">
                <a16:creationId xmlns:a16="http://schemas.microsoft.com/office/drawing/2014/main" id="{5FA70572-8F46-0425-FF2D-E568F5CA51A6}"/>
              </a:ext>
            </a:extLst>
          </p:cNvPr>
          <p:cNvSpPr/>
          <p:nvPr/>
        </p:nvSpPr>
        <p:spPr bwMode="auto">
          <a:xfrm>
            <a:off x="2373313" y="1940322"/>
            <a:ext cx="3645296" cy="436562"/>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0" name="Oval 9">
            <a:extLst>
              <a:ext uri="{FF2B5EF4-FFF2-40B4-BE49-F238E27FC236}">
                <a16:creationId xmlns:a16="http://schemas.microsoft.com/office/drawing/2014/main" id="{2410D6B1-6870-5198-D386-7E442B2CCA8A}"/>
              </a:ext>
            </a:extLst>
          </p:cNvPr>
          <p:cNvSpPr/>
          <p:nvPr/>
        </p:nvSpPr>
        <p:spPr bwMode="auto">
          <a:xfrm>
            <a:off x="2235200" y="1816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1" name="Rectangle 10">
            <a:extLst>
              <a:ext uri="{FF2B5EF4-FFF2-40B4-BE49-F238E27FC236}">
                <a16:creationId xmlns:a16="http://schemas.microsoft.com/office/drawing/2014/main" id="{0BF31094-D8CC-E096-77F8-2309F17041C2}"/>
              </a:ext>
            </a:extLst>
          </p:cNvPr>
          <p:cNvSpPr/>
          <p:nvPr/>
        </p:nvSpPr>
        <p:spPr bwMode="auto">
          <a:xfrm>
            <a:off x="2373313" y="2420541"/>
            <a:ext cx="3645296" cy="436562"/>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45A81A3D-4963-8BD1-9D8D-024B02999574}"/>
              </a:ext>
            </a:extLst>
          </p:cNvPr>
          <p:cNvSpPr/>
          <p:nvPr/>
        </p:nvSpPr>
        <p:spPr bwMode="auto">
          <a:xfrm>
            <a:off x="2235200" y="22987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4" name="Rectangle 13">
            <a:extLst>
              <a:ext uri="{FF2B5EF4-FFF2-40B4-BE49-F238E27FC236}">
                <a16:creationId xmlns:a16="http://schemas.microsoft.com/office/drawing/2014/main" id="{89A11849-E571-1A69-D22F-3CDA344B6EBB}"/>
              </a:ext>
            </a:extLst>
          </p:cNvPr>
          <p:cNvSpPr/>
          <p:nvPr/>
        </p:nvSpPr>
        <p:spPr bwMode="auto">
          <a:xfrm>
            <a:off x="2373313" y="2906216"/>
            <a:ext cx="993179" cy="28376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5" name="Oval 14">
            <a:extLst>
              <a:ext uri="{FF2B5EF4-FFF2-40B4-BE49-F238E27FC236}">
                <a16:creationId xmlns:a16="http://schemas.microsoft.com/office/drawing/2014/main" id="{36D4FD0E-6F3B-081D-170B-C855D2E8508C}"/>
              </a:ext>
            </a:extLst>
          </p:cNvPr>
          <p:cNvSpPr/>
          <p:nvPr/>
        </p:nvSpPr>
        <p:spPr bwMode="auto">
          <a:xfrm>
            <a:off x="2235200" y="2781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graphicFrame>
        <p:nvGraphicFramePr>
          <p:cNvPr id="19" name="Table 18">
            <a:extLst>
              <a:ext uri="{FF2B5EF4-FFF2-40B4-BE49-F238E27FC236}">
                <a16:creationId xmlns:a16="http://schemas.microsoft.com/office/drawing/2014/main" id="{AF972016-26E4-572F-0A24-8C02AC236863}"/>
              </a:ext>
            </a:extLst>
          </p:cNvPr>
          <p:cNvGraphicFramePr>
            <a:graphicFrameLocks noGrp="1"/>
          </p:cNvGraphicFramePr>
          <p:nvPr>
            <p:extLst>
              <p:ext uri="{D42A27DB-BD31-4B8C-83A1-F6EECF244321}">
                <p14:modId xmlns:p14="http://schemas.microsoft.com/office/powerpoint/2010/main" val="1246191834"/>
              </p:ext>
            </p:extLst>
          </p:nvPr>
        </p:nvGraphicFramePr>
        <p:xfrm>
          <a:off x="7239000" y="647700"/>
          <a:ext cx="2616200" cy="18288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1642736584"/>
                    </a:ext>
                  </a:extLst>
                </a:gridCol>
                <a:gridCol w="2336800">
                  <a:extLst>
                    <a:ext uri="{9D8B030D-6E8A-4147-A177-3AD203B41FA5}">
                      <a16:colId xmlns:a16="http://schemas.microsoft.com/office/drawing/2014/main" val="4279682941"/>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2624263691"/>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Source type: M3U playlist or </a:t>
                      </a:r>
                      <a:r>
                        <a:rPr lang="en-US" sz="800" b="0" i="0" dirty="0" err="1">
                          <a:solidFill>
                            <a:srgbClr val="000000"/>
                          </a:solidFill>
                          <a:latin typeface="Arial" panose="020B0604020202020204" pitchFamily="34" charset="0"/>
                        </a:rPr>
                        <a:t>Xtream</a:t>
                      </a:r>
                      <a:r>
                        <a:rPr lang="en-US" sz="800" b="0" i="0" dirty="0">
                          <a:solidFill>
                            <a:srgbClr val="000000"/>
                          </a:solidFill>
                          <a:latin typeface="Arial" panose="020B0604020202020204" pitchFamily="34" charset="0"/>
                        </a:rPr>
                        <a:t> </a:t>
                      </a:r>
                      <a:r>
                        <a:rPr lang="en-US" sz="800" b="0" i="0">
                          <a:solidFill>
                            <a:srgbClr val="000000"/>
                          </a:solidFill>
                          <a:latin typeface="Arial" panose="020B0604020202020204" pitchFamily="34" charset="0"/>
                        </a:rPr>
                        <a:t>Codes login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711208925"/>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Name shown in the </a:t>
                      </a:r>
                      <a:r>
                        <a:rPr lang="en-US" sz="800" b="0" i="0">
                          <a:solidFill>
                            <a:srgbClr val="000000"/>
                          </a:solidFill>
                          <a:latin typeface="Arial" panose="020B0604020202020204" pitchFamily="34" charset="0"/>
                        </a:rPr>
                        <a:t>source list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587858358"/>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Playlist URL (M3U/</a:t>
                      </a:r>
                      <a:r>
                        <a:rPr lang="en-US" sz="800" b="0" i="0">
                          <a:solidFill>
                            <a:srgbClr val="000000"/>
                          </a:solidFill>
                          <a:latin typeface="Arial" panose="020B0604020202020204" pitchFamily="34" charset="0"/>
                        </a:rPr>
                        <a:t>M3U8)</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343972160"/>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TV guide (XMLTV) URL</a:t>
                      </a:r>
                      <a:r>
                        <a:rPr lang="en-US" sz="800" b="0" i="0">
                          <a:solidFill>
                            <a:srgbClr val="000000"/>
                          </a:solidFill>
                          <a:latin typeface="Arial" panose="020B0604020202020204" pitchFamily="34" charset="0"/>
                        </a:rPr>
                        <a:t>, optional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164433287"/>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Check and save: downloads the playlist and </a:t>
                      </a:r>
                      <a:r>
                        <a:rPr lang="en-US" sz="800" b="0" i="0">
                          <a:solidFill>
                            <a:srgbClr val="000000"/>
                          </a:solidFill>
                          <a:latin typeface="Arial" panose="020B0604020202020204" pitchFamily="34" charset="0"/>
                        </a:rPr>
                        <a:t>saves it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79160104"/>
                  </a:ext>
                </a:extLst>
              </a:tr>
              <a:tr h="127000">
                <a:tc gridSpan="2">
                  <a:txBody>
                    <a:bodyPr/>
                    <a:lstStyle/>
                    <a:p>
                      <a:pPr latinLnBrk="0" algn="ctr"/>
                      <a:r>
                        <a:rPr lang="en-US" sz="800" b="1" i="0" dirty="0">
                          <a:solidFill>
                            <a:srgbClr val="000000"/>
                          </a:solidFill>
                          <a:latin typeface="Arial" panose="020B0604020202020204" pitchFamily="34" charset="0"/>
                        </a:rPr>
                        <a:t>Test playlist (no account </a:t>
                      </a:r>
                      <a:r>
                        <a:rPr lang="en-US" sz="800" b="1" i="0">
                          <a:solidFill>
                            <a:srgbClr val="000000"/>
                          </a:solidFill>
                          <a:latin typeface="Arial" panose="020B0604020202020204" pitchFamily="34" charset="0"/>
                        </a:rPr>
                        <a:t>needed)</a:t>
                      </a:r>
                      <a:endParaRPr lang="en-US" sz="800" b="1"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D9D9D9"/>
                    </a:solidFill>
                  </a:tcPr>
                </a:tc>
                <a:tc hMerge="1">
                  <a:txBody>
                    <a:bodyPr/>
                    <a:lstStyle/>
                    <a:p>
                      <a:pPr latinLnBrk="0"/>
                      <a:endParaRPr lang="en-AE"/>
                    </a:p>
                  </a:txBody>
                  <a:tcPr>
                    <a:lnT w="6350" cmpd="sng">
                      <a:solidFill>
                        <a:srgbClr val="A6A6A6"/>
                      </a:solidFill>
                    </a:lnT>
                  </a:tcPr>
                </a:tc>
                <a:extLst>
                  <a:ext uri="{0D108BD9-81ED-4DB2-BD59-A6C34878D82A}">
                    <a16:rowId xmlns:a16="http://schemas.microsoft.com/office/drawing/2014/main" val="2165696735"/>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https://raw.githubusercontent.com/dazzling-no-more/zaplist/main/store/test-playlist</a:t>
                      </a:r>
                      <a:r>
                        <a:rPr lang="en-US" sz="800" b="0" i="0">
                          <a:solidFill>
                            <a:srgbClr val="000000"/>
                          </a:solidFill>
                          <a:latin typeface="Arial" panose="020B0604020202020204" pitchFamily="34" charset="0"/>
                        </a:rPr>
                        <a:t>.m3u</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026146965"/>
                  </a:ext>
                </a:extLst>
              </a:tr>
              <a:tr h="127000">
                <a:tc gridSpan="2">
                  <a:txBody>
                    <a:bodyPr/>
                    <a:lstStyle/>
                    <a:p>
                      <a:pPr latinLnBrk="0" algn="ctr"/>
                      <a:r>
                        <a:rPr lang="en-US" sz="800" b="1" i="0" dirty="0" err="1">
                          <a:solidFill>
                            <a:srgbClr val="000000"/>
                          </a:solidFill>
                          <a:latin typeface="Arial" panose="020B0604020202020204" pitchFamily="34" charset="0"/>
                        </a:rPr>
                        <a:t>Xtream</a:t>
                      </a:r>
                      <a:r>
                        <a:rPr lang="en-US" sz="800" b="1" i="0" dirty="0">
                          <a:solidFill>
                            <a:srgbClr val="000000"/>
                          </a:solidFill>
                          <a:latin typeface="Arial" panose="020B0604020202020204" pitchFamily="34" charset="0"/>
                        </a:rPr>
                        <a:t> Codes </a:t>
                      </a:r>
                      <a:r>
                        <a:rPr lang="en-US" sz="800" b="1" i="0">
                          <a:solidFill>
                            <a:srgbClr val="000000"/>
                          </a:solidFill>
                          <a:latin typeface="Arial" panose="020B0604020202020204" pitchFamily="34" charset="0"/>
                        </a:rPr>
                        <a:t>test account</a:t>
                      </a:r>
                      <a:endParaRPr lang="en-US" sz="800" b="1"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D9D9D9"/>
                    </a:solidFill>
                  </a:tcPr>
                </a:tc>
                <a:tc hMerge="1">
                  <a:txBody>
                    <a:bodyPr/>
                    <a:lstStyle/>
                    <a:p>
                      <a:pPr latinLnBrk="0"/>
                      <a:endParaRPr lang="en-AE"/>
                    </a:p>
                  </a:txBody>
                  <a:tcPr>
                    <a:lnT w="6350" cmpd="sng">
                      <a:solidFill>
                        <a:srgbClr val="A6A6A6"/>
                      </a:solidFill>
                    </a:lnT>
                  </a:tcPr>
                </a:tc>
                <a:extLst>
                  <a:ext uri="{0D108BD9-81ED-4DB2-BD59-A6C34878D82A}">
                    <a16:rowId xmlns:a16="http://schemas.microsoft.com/office/drawing/2014/main" val="3156797278"/>
                  </a:ext>
                </a:extLst>
              </a:tr>
              <a:tr h="127000">
                <a:tc>
                  <a:txBody>
                    <a:bodyPr/>
                    <a:lstStyle/>
                    <a:p>
                      <a:pPr latinLnBrk="0" algn="ctr"/>
                      <a:r>
                        <a:rPr lang="en-US" sz="800" b="0" i="0">
                          <a:solidFill>
                            <a:srgbClr val="000000"/>
                          </a:solidFill>
                          <a:latin typeface="Arial" panose="020B0604020202020204" pitchFamily="34" charset="0"/>
                        </a:rPr>
                        <a: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Needs an account from an IPTV provider; not supplied. The M3U path covers the same </a:t>
                      </a:r>
                      <a:r>
                        <a:rPr lang="en-US" sz="800" b="0" i="0">
                          <a:solidFill>
                            <a:srgbClr val="000000"/>
                          </a:solidFill>
                          <a:latin typeface="Arial" panose="020B0604020202020204" pitchFamily="34" charset="0"/>
                        </a:rPr>
                        <a:t>screens.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566630062"/>
                  </a:ext>
                </a:extLst>
              </a:tr>
              <a:tr h="127000">
                <a:tc gridSpan="2">
                  <a:txBody>
                    <a:bodyPr/>
                    <a:lstStyle/>
                    <a:p>
                      <a:pPr latinLnBrk="0" algn="ctr"/>
                      <a:r>
                        <a:rPr lang="en-US" sz="800" b="1" i="0">
                          <a:solidFill>
                            <a:srgbClr val="000000"/>
                          </a:solidFill>
                          <a:latin typeface="Arial" panose="020B0604020202020204" pitchFamily="34" charset="0"/>
                        </a:rPr>
                        <a:t>Activation codes</a:t>
                      </a:r>
                      <a:endParaRPr lang="en-US" sz="800" b="1"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D9D9D9"/>
                    </a:solidFill>
                  </a:tcPr>
                </a:tc>
                <a:tc hMerge="1">
                  <a:txBody>
                    <a:bodyPr/>
                    <a:lstStyle/>
                    <a:p>
                      <a:pPr latinLnBrk="0"/>
                      <a:endParaRPr lang="en-AE"/>
                    </a:p>
                  </a:txBody>
                  <a:tcPr>
                    <a:lnT w="6350" cmpd="sng">
                      <a:solidFill>
                        <a:srgbClr val="A6A6A6"/>
                      </a:solidFill>
                    </a:lnT>
                  </a:tcPr>
                </a:tc>
                <a:extLst>
                  <a:ext uri="{0D108BD9-81ED-4DB2-BD59-A6C34878D82A}">
                    <a16:rowId xmlns:a16="http://schemas.microsoft.com/office/drawing/2014/main" val="625484903"/>
                  </a:ext>
                </a:extLst>
              </a:tr>
              <a:tr h="127000">
                <a:tc>
                  <a:txBody>
                    <a:bodyPr/>
                    <a:lstStyle/>
                    <a:p>
                      <a:pPr latinLnBrk="0" algn="ctr"/>
                      <a:r>
                        <a:rPr lang="en-US" sz="800" b="0" i="0">
                          <a:solidFill>
                            <a:srgbClr val="000000"/>
                          </a:solidFill>
                          <a:latin typeface="Arial" panose="020B0604020202020204" pitchFamily="34" charset="0"/>
                        </a:rPr>
                        <a: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Not applicable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094730721"/>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2B4B73ED-6251-DD21-DACD-FC7BA18595F8}"/>
              </a:ext>
            </a:extLst>
          </p:cNvPr>
          <p:cNvSpPr/>
          <p:nvPr/>
        </p:nvSpPr>
        <p:spPr bwMode="auto">
          <a:xfrm>
            <a:off x="0" y="4927599"/>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Shown while no playlist has been added. After the playlist is saved, Home opens.</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Back leaves the app through the system (exit popup or Home screen, depending on the webOS </a:t>
            </a:r>
            <a:r>
              <a:rPr lang="en-US" altLang="ko-KR" sz="900">
                <a:latin typeface="Arial" pitchFamily="34" charset="0"/>
                <a:ea typeface="굴림" panose="020B0600000101010101" pitchFamily="50" charset="-127"/>
                <a:cs typeface="Arial" pitchFamily="34" charset="0"/>
              </a:rPr>
              <a:t>version).</a:t>
            </a:r>
            <a:endParaRPr lang="en-US" altLang="ko-KR" sz="900" dirty="0">
              <a:latin typeface="Arial" pitchFamily="34" charset="0"/>
              <a:ea typeface="굴림" panose="020B0600000101010101" pitchFamily="50" charset="-127"/>
              <a:cs typeface="Arial" pitchFamily="34" charset="0"/>
            </a:endParaRPr>
          </a:p>
        </p:txBody>
      </p:sp>
      <p:sp>
        <p:nvSpPr>
          <p:cNvPr id="26628" name="TextBox 5">
            <a:extLst>
              <a:ext uri="{FF2B5EF4-FFF2-40B4-BE49-F238E27FC236}">
                <a16:creationId xmlns:a16="http://schemas.microsoft.com/office/drawing/2014/main" id="{631ACB85-4143-99B1-A69A-FD49E8E00746}"/>
              </a:ext>
            </a:extLst>
          </p:cNvPr>
          <p:cNvSpPr txBox="1">
            <a:spLocks noChangeArrowheads="1"/>
          </p:cNvSpPr>
          <p:nvPr/>
        </p:nvSpPr>
        <p:spPr bwMode="auto">
          <a:xfrm>
            <a:off x="166687" y="642938"/>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1. Start page (first launch)</a:t>
            </a:r>
          </a:p>
        </p:txBody>
      </p:sp>
      <p:sp>
        <p:nvSpPr>
          <p:cNvPr id="17" name="텍스트 개체 틀 16">
            <a:extLst>
              <a:ext uri="{FF2B5EF4-FFF2-40B4-BE49-F238E27FC236}">
                <a16:creationId xmlns:a16="http://schemas.microsoft.com/office/drawing/2014/main" id="{1B2A7009-BEF7-9D4A-200E-D7BAFF07590D}"/>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5. Main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9E6B7E07-B4EF-AF28-0FD2-F4B3F6842831}"/>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BCE03324-8E66-DF1C-F756-B50384A63057}"/>
              </a:ext>
            </a:extLst>
          </p:cNvPr>
          <p:cNvSpPr/>
          <p:nvPr/>
        </p:nvSpPr>
        <p:spPr bwMode="auto">
          <a:xfrm>
            <a:off x="3355578" y="1803896"/>
            <a:ext cx="654844" cy="84584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592E91D6-1C5B-C525-1672-CE05F2C954B4}"/>
              </a:ext>
            </a:extLst>
          </p:cNvPr>
          <p:cNvSpPr/>
          <p:nvPr/>
        </p:nvSpPr>
        <p:spPr bwMode="auto">
          <a:xfrm>
            <a:off x="3213100" y="1676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55AC1A6C-0FF7-0359-6FF4-8DA25C16FAE6}"/>
              </a:ext>
            </a:extLst>
          </p:cNvPr>
          <p:cNvSpPr/>
          <p:nvPr/>
        </p:nvSpPr>
        <p:spPr bwMode="auto">
          <a:xfrm>
            <a:off x="2073176" y="3004443"/>
            <a:ext cx="3219648" cy="272852"/>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226A4F57-15D1-84A4-2296-C18A4298B110}"/>
              </a:ext>
            </a:extLst>
          </p:cNvPr>
          <p:cNvSpPr/>
          <p:nvPr/>
        </p:nvSpPr>
        <p:spPr bwMode="auto">
          <a:xfrm>
            <a:off x="1930400" y="28829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77498F67-AB8F-5884-2163-D6E916C370F6}"/>
              </a:ext>
            </a:extLst>
          </p:cNvPr>
          <p:cNvSpPr/>
          <p:nvPr/>
        </p:nvSpPr>
        <p:spPr bwMode="auto">
          <a:xfrm>
            <a:off x="3224609" y="3408263"/>
            <a:ext cx="916782" cy="31650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8A18CACB-E63C-32D6-8F6B-726097A280D5}"/>
              </a:ext>
            </a:extLst>
          </p:cNvPr>
          <p:cNvSpPr/>
          <p:nvPr/>
        </p:nvSpPr>
        <p:spPr bwMode="auto">
          <a:xfrm>
            <a:off x="3086100" y="3276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graphicFrame>
        <p:nvGraphicFramePr>
          <p:cNvPr id="10" name="Table 9">
            <a:extLst>
              <a:ext uri="{FF2B5EF4-FFF2-40B4-BE49-F238E27FC236}">
                <a16:creationId xmlns:a16="http://schemas.microsoft.com/office/drawing/2014/main" id="{1546581A-CC2C-EE5B-0740-BCC5495180C5}"/>
              </a:ext>
            </a:extLst>
          </p:cNvPr>
          <p:cNvGraphicFramePr>
            <a:graphicFrameLocks noGrp="1"/>
          </p:cNvGraphicFramePr>
          <p:nvPr>
            <p:extLst>
              <p:ext uri="{D42A27DB-BD31-4B8C-83A1-F6EECF244321}">
                <p14:modId xmlns:p14="http://schemas.microsoft.com/office/powerpoint/2010/main" val="4063623386"/>
              </p:ext>
            </p:extLst>
          </p:nvPr>
        </p:nvGraphicFramePr>
        <p:xfrm>
          <a:off x="7239000" y="647700"/>
          <a:ext cx="2616200" cy="6096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3150283374"/>
                    </a:ext>
                  </a:extLst>
                </a:gridCol>
                <a:gridCol w="2336800">
                  <a:extLst>
                    <a:ext uri="{9D8B030D-6E8A-4147-A177-3AD203B41FA5}">
                      <a16:colId xmlns:a16="http://schemas.microsoft.com/office/drawing/2014/main" val="1224780732"/>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2098790527"/>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App icon </a:t>
                      </a:r>
                      <a:r>
                        <a:rPr lang="en-US" sz="800" b="0" i="0">
                          <a:solidFill>
                            <a:srgbClr val="000000"/>
                          </a:solidFill>
                          <a:latin typeface="Arial" panose="020B0604020202020204" pitchFamily="34" charset="0"/>
                        </a:rPr>
                        <a:t>and title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356380181"/>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Notice: the app includes </a:t>
                      </a:r>
                      <a:r>
                        <a:rPr lang="en-US" sz="800" b="0" i="0">
                          <a:solidFill>
                            <a:srgbClr val="000000"/>
                          </a:solidFill>
                          <a:latin typeface="Arial" panose="020B0604020202020204" pitchFamily="34" charset="0"/>
                        </a:rPr>
                        <a:t>no channels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034273561"/>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Add a playlist: opens the playlist form (see </a:t>
                      </a: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473265809"/>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9243AA9E-848B-5246-D984-365AAAAE2E74}"/>
              </a:ext>
            </a:extLst>
          </p:cNvPr>
          <p:cNvSpPr/>
          <p:nvPr/>
        </p:nvSpPr>
        <p:spPr bwMode="auto">
          <a:xfrm>
            <a:off x="0" y="4927599"/>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Up/Down move through the sidebar or the channel list; Right/Left move between them; CH +/- page through the list.</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Hold OK on a channel for its menu (see 6-5). The red key adds or removes a favorite.</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Back on Home leaves the app through the </a:t>
            </a:r>
            <a:r>
              <a:rPr lang="en-US" altLang="ko-KR" sz="900">
                <a:latin typeface="Arial" pitchFamily="34" charset="0"/>
                <a:ea typeface="굴림" panose="020B0600000101010101" pitchFamily="50" charset="-127"/>
                <a:cs typeface="Arial" pitchFamily="34" charset="0"/>
              </a:rPr>
              <a:t>system.</a:t>
            </a:r>
            <a:endParaRPr lang="en-US" altLang="ko-KR" sz="900" dirty="0">
              <a:latin typeface="Arial" pitchFamily="34" charset="0"/>
              <a:ea typeface="굴림" panose="020B0600000101010101" pitchFamily="50" charset="-127"/>
              <a:cs typeface="Arial" pitchFamily="34" charset="0"/>
            </a:endParaRPr>
          </a:p>
        </p:txBody>
      </p:sp>
      <p:sp>
        <p:nvSpPr>
          <p:cNvPr id="28676" name="TextBox 5">
            <a:extLst>
              <a:ext uri="{FF2B5EF4-FFF2-40B4-BE49-F238E27FC236}">
                <a16:creationId xmlns:a16="http://schemas.microsoft.com/office/drawing/2014/main" id="{ED9F62A0-E407-EBB4-04FE-7FC9D23EC1E5}"/>
              </a:ext>
            </a:extLst>
          </p:cNvPr>
          <p:cNvSpPr txBox="1">
            <a:spLocks noChangeArrowheads="1"/>
          </p:cNvSpPr>
          <p:nvPr/>
        </p:nvSpPr>
        <p:spPr bwMode="auto">
          <a:xfrm>
            <a:off x="166687" y="642938"/>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2. Home</a:t>
            </a:r>
          </a:p>
        </p:txBody>
      </p:sp>
      <p:sp>
        <p:nvSpPr>
          <p:cNvPr id="17" name="텍스트 개체 틀 16">
            <a:extLst>
              <a:ext uri="{FF2B5EF4-FFF2-40B4-BE49-F238E27FC236}">
                <a16:creationId xmlns:a16="http://schemas.microsoft.com/office/drawing/2014/main" id="{86F6CAC9-FE63-D2DE-0FDC-CB004DFD84A6}"/>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5. Main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5993047C-3410-6EA8-6B9F-454DBAAE23E2}"/>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643F9BC2-EE2D-A624-68D7-AD63AE689D66}"/>
              </a:ext>
            </a:extLst>
          </p:cNvPr>
          <p:cNvSpPr/>
          <p:nvPr/>
        </p:nvSpPr>
        <p:spPr bwMode="auto">
          <a:xfrm>
            <a:off x="627063" y="1492845"/>
            <a:ext cx="1527968" cy="19645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B35530B1-E15E-2236-763C-FEC7066ABD8E}"/>
              </a:ext>
            </a:extLst>
          </p:cNvPr>
          <p:cNvSpPr/>
          <p:nvPr/>
        </p:nvSpPr>
        <p:spPr bwMode="auto">
          <a:xfrm>
            <a:off x="482600" y="1371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53016ADD-BB99-6364-0F71-0784E9091707}"/>
              </a:ext>
            </a:extLst>
          </p:cNvPr>
          <p:cNvSpPr/>
          <p:nvPr/>
        </p:nvSpPr>
        <p:spPr bwMode="auto">
          <a:xfrm>
            <a:off x="627063" y="1754783"/>
            <a:ext cx="1527968" cy="19645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9CBA9473-61C6-6058-6A52-5205A38DA618}"/>
              </a:ext>
            </a:extLst>
          </p:cNvPr>
          <p:cNvSpPr/>
          <p:nvPr/>
        </p:nvSpPr>
        <p:spPr bwMode="auto">
          <a:xfrm>
            <a:off x="482600" y="1625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971875B0-9F6F-9364-6DBD-13A37E3BA204}"/>
              </a:ext>
            </a:extLst>
          </p:cNvPr>
          <p:cNvSpPr/>
          <p:nvPr/>
        </p:nvSpPr>
        <p:spPr bwMode="auto">
          <a:xfrm>
            <a:off x="627063" y="2016720"/>
            <a:ext cx="1527968" cy="19645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EED0ED69-C9AC-07EB-34EF-5E2F88241C8F}"/>
              </a:ext>
            </a:extLst>
          </p:cNvPr>
          <p:cNvSpPr/>
          <p:nvPr/>
        </p:nvSpPr>
        <p:spPr bwMode="auto">
          <a:xfrm>
            <a:off x="482600" y="1892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179C3438-0157-C7D2-18F8-0FCAA78370D6}"/>
              </a:ext>
            </a:extLst>
          </p:cNvPr>
          <p:cNvSpPr/>
          <p:nvPr/>
        </p:nvSpPr>
        <p:spPr bwMode="auto">
          <a:xfrm>
            <a:off x="627063" y="2344142"/>
            <a:ext cx="1429742" cy="61118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F470922C-A8BE-4395-A49C-E141C825D1EC}"/>
              </a:ext>
            </a:extLst>
          </p:cNvPr>
          <p:cNvSpPr/>
          <p:nvPr/>
        </p:nvSpPr>
        <p:spPr bwMode="auto">
          <a:xfrm>
            <a:off x="482600" y="2222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7F3B38CA-0E4F-43DC-1FBF-5A7A93EECB73}"/>
              </a:ext>
            </a:extLst>
          </p:cNvPr>
          <p:cNvSpPr/>
          <p:nvPr/>
        </p:nvSpPr>
        <p:spPr bwMode="auto">
          <a:xfrm>
            <a:off x="627063" y="2988072"/>
            <a:ext cx="1429742" cy="152796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30A5EAD4-4DF4-5A88-40A2-35AFAEC28F73}"/>
              </a:ext>
            </a:extLst>
          </p:cNvPr>
          <p:cNvSpPr/>
          <p:nvPr/>
        </p:nvSpPr>
        <p:spPr bwMode="auto">
          <a:xfrm>
            <a:off x="482600" y="285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30D2D73A-E845-F05C-BC48-EE4E61B1CB0E}"/>
              </a:ext>
            </a:extLst>
          </p:cNvPr>
          <p:cNvSpPr/>
          <p:nvPr/>
        </p:nvSpPr>
        <p:spPr bwMode="auto">
          <a:xfrm>
            <a:off x="2395141" y="1640185"/>
            <a:ext cx="4409281" cy="26193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C5113B1F-DE63-202F-6911-7AE903BD7719}"/>
              </a:ext>
            </a:extLst>
          </p:cNvPr>
          <p:cNvSpPr/>
          <p:nvPr/>
        </p:nvSpPr>
        <p:spPr bwMode="auto">
          <a:xfrm>
            <a:off x="2260600" y="1511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sp>
        <p:nvSpPr>
          <p:cNvPr id="19" name="Rectangle 18">
            <a:extLst>
              <a:ext uri="{FF2B5EF4-FFF2-40B4-BE49-F238E27FC236}">
                <a16:creationId xmlns:a16="http://schemas.microsoft.com/office/drawing/2014/main" id="{515BBD1F-E39E-F328-7999-46934FBC96BF}"/>
              </a:ext>
            </a:extLst>
          </p:cNvPr>
          <p:cNvSpPr/>
          <p:nvPr/>
        </p:nvSpPr>
        <p:spPr bwMode="auto">
          <a:xfrm>
            <a:off x="6509742" y="1645642"/>
            <a:ext cx="240110" cy="24011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20" name="Oval 19">
            <a:extLst>
              <a:ext uri="{FF2B5EF4-FFF2-40B4-BE49-F238E27FC236}">
                <a16:creationId xmlns:a16="http://schemas.microsoft.com/office/drawing/2014/main" id="{221728E6-20EA-474F-E4C8-A91B8315617E}"/>
              </a:ext>
            </a:extLst>
          </p:cNvPr>
          <p:cNvSpPr/>
          <p:nvPr/>
        </p:nvSpPr>
        <p:spPr bwMode="auto">
          <a:xfrm>
            <a:off x="6375400" y="15240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7</a:t>
            </a:r>
          </a:p>
        </p:txBody>
      </p:sp>
      <p:sp>
        <p:nvSpPr>
          <p:cNvPr id="21" name="Rectangle 20">
            <a:extLst>
              <a:ext uri="{FF2B5EF4-FFF2-40B4-BE49-F238E27FC236}">
                <a16:creationId xmlns:a16="http://schemas.microsoft.com/office/drawing/2014/main" id="{9E70F475-74DA-AB3E-0DE9-DE9FAB81A2EA}"/>
              </a:ext>
            </a:extLst>
          </p:cNvPr>
          <p:cNvSpPr/>
          <p:nvPr/>
        </p:nvSpPr>
        <p:spPr bwMode="auto">
          <a:xfrm>
            <a:off x="6138664" y="1132681"/>
            <a:ext cx="654844" cy="16371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22" name="Oval 21">
            <a:extLst>
              <a:ext uri="{FF2B5EF4-FFF2-40B4-BE49-F238E27FC236}">
                <a16:creationId xmlns:a16="http://schemas.microsoft.com/office/drawing/2014/main" id="{856BC608-20F6-AF63-EA64-8462CA4B20A6}"/>
              </a:ext>
            </a:extLst>
          </p:cNvPr>
          <p:cNvSpPr/>
          <p:nvPr/>
        </p:nvSpPr>
        <p:spPr bwMode="auto">
          <a:xfrm>
            <a:off x="5994400" y="1003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8</a:t>
            </a:r>
          </a:p>
        </p:txBody>
      </p:sp>
      <p:sp>
        <p:nvSpPr>
          <p:cNvPr id="23" name="Rectangle 22">
            <a:extLst>
              <a:ext uri="{FF2B5EF4-FFF2-40B4-BE49-F238E27FC236}">
                <a16:creationId xmlns:a16="http://schemas.microsoft.com/office/drawing/2014/main" id="{10391B3B-AB40-5B93-23C2-A3C17CCEA406}"/>
              </a:ext>
            </a:extLst>
          </p:cNvPr>
          <p:cNvSpPr/>
          <p:nvPr/>
        </p:nvSpPr>
        <p:spPr bwMode="auto">
          <a:xfrm>
            <a:off x="2362398" y="4488755"/>
            <a:ext cx="1964532" cy="16371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24" name="Oval 23">
            <a:extLst>
              <a:ext uri="{FF2B5EF4-FFF2-40B4-BE49-F238E27FC236}">
                <a16:creationId xmlns:a16="http://schemas.microsoft.com/office/drawing/2014/main" id="{1091901F-3213-31C1-C295-83248A55364D}"/>
              </a:ext>
            </a:extLst>
          </p:cNvPr>
          <p:cNvSpPr/>
          <p:nvPr/>
        </p:nvSpPr>
        <p:spPr bwMode="auto">
          <a:xfrm>
            <a:off x="2222500" y="4356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9</a:t>
            </a:r>
          </a:p>
        </p:txBody>
      </p:sp>
      <p:graphicFrame>
        <p:nvGraphicFramePr>
          <p:cNvPr id="25" name="Table 24">
            <a:extLst>
              <a:ext uri="{FF2B5EF4-FFF2-40B4-BE49-F238E27FC236}">
                <a16:creationId xmlns:a16="http://schemas.microsoft.com/office/drawing/2014/main" id="{806BEB17-7759-5A87-18A4-EFF16C6DD900}"/>
              </a:ext>
            </a:extLst>
          </p:cNvPr>
          <p:cNvGraphicFramePr>
            <a:graphicFrameLocks noGrp="1"/>
          </p:cNvGraphicFramePr>
          <p:nvPr>
            <p:extLst>
              <p:ext uri="{D42A27DB-BD31-4B8C-83A1-F6EECF244321}">
                <p14:modId xmlns:p14="http://schemas.microsoft.com/office/powerpoint/2010/main" val="1992959064"/>
              </p:ext>
            </p:extLst>
          </p:nvPr>
        </p:nvGraphicFramePr>
        <p:xfrm>
          <a:off x="7239000" y="647700"/>
          <a:ext cx="2616200" cy="15240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4287369874"/>
                    </a:ext>
                  </a:extLst>
                </a:gridCol>
                <a:gridCol w="2336800">
                  <a:extLst>
                    <a:ext uri="{9D8B030D-6E8A-4147-A177-3AD203B41FA5}">
                      <a16:colId xmlns:a16="http://schemas.microsoft.com/office/drawing/2014/main" val="1929787262"/>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1669368160"/>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Search: find channels </a:t>
                      </a:r>
                      <a:r>
                        <a:rPr lang="en-US" sz="800" b="0" i="0">
                          <a:solidFill>
                            <a:srgbClr val="000000"/>
                          </a:solidFill>
                          <a:latin typeface="Arial" panose="020B0604020202020204" pitchFamily="34" charset="0"/>
                        </a:rPr>
                        <a:t>by name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56010603"/>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TV guide: </a:t>
                      </a:r>
                      <a:r>
                        <a:rPr lang="en-US" sz="800" b="0" i="0" err="1">
                          <a:solidFill>
                            <a:srgbClr val="000000"/>
                          </a:solidFill>
                          <a:latin typeface="Arial" panose="020B0604020202020204" pitchFamily="34" charset="0"/>
                        </a:rPr>
                        <a:t>programme</a:t>
                      </a:r>
                      <a:r>
                        <a:rPr lang="en-US" sz="800" b="0" i="0">
                          <a:solidFill>
                            <a:srgbClr val="000000"/>
                          </a:solidFill>
                          <a:latin typeface="Arial" panose="020B0604020202020204" pitchFamily="34" charset="0"/>
                        </a:rPr>
                        <a:t> grid</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26429297"/>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Settings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2996614"/>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Favorites, Recent and All channels, with </a:t>
                      </a:r>
                      <a:r>
                        <a:rPr lang="en-US" sz="800" b="0" i="0">
                          <a:solidFill>
                            <a:srgbClr val="000000"/>
                          </a:solidFill>
                          <a:latin typeface="Arial" panose="020B0604020202020204" pitchFamily="34" charset="0"/>
                        </a:rPr>
                        <a:t>channel counts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031065122"/>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Playlist categories; the list on the right follows </a:t>
                      </a:r>
                      <a:r>
                        <a:rPr lang="en-US" sz="800" b="0" i="0">
                          <a:solidFill>
                            <a:srgbClr val="000000"/>
                          </a:solidFill>
                          <a:latin typeface="Arial" panose="020B0604020202020204" pitchFamily="34" charset="0"/>
                        </a:rPr>
                        <a:t>the focus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141228155"/>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Channel: number, logo, name and </a:t>
                      </a:r>
                      <a:r>
                        <a:rPr lang="en-US" sz="800" b="0" i="0" dirty="0" err="1">
                          <a:solidFill>
                            <a:srgbClr val="000000"/>
                          </a:solidFill>
                          <a:latin typeface="Arial" panose="020B0604020202020204" pitchFamily="34" charset="0"/>
                        </a:rPr>
                        <a:t>programme</a:t>
                      </a:r>
                      <a:r>
                        <a:rPr lang="en-US" sz="800" b="0" i="0" dirty="0">
                          <a:solidFill>
                            <a:srgbClr val="000000"/>
                          </a:solidFill>
                          <a:latin typeface="Arial" panose="020B0604020202020204" pitchFamily="34" charset="0"/>
                        </a:rPr>
                        <a:t> on now. OK </a:t>
                      </a:r>
                      <a:r>
                        <a:rPr lang="en-US" sz="800" b="0" i="0">
                          <a:solidFill>
                            <a:srgbClr val="000000"/>
                          </a:solidFill>
                          <a:latin typeface="Arial" panose="020B0604020202020204" pitchFamily="34" charset="0"/>
                        </a:rPr>
                        <a:t>plays it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29419435"/>
                  </a:ext>
                </a:extLst>
              </a:tr>
              <a:tr h="127000">
                <a:tc>
                  <a:txBody>
                    <a:bodyPr/>
                    <a:lstStyle/>
                    <a:p>
                      <a:pPr latinLnBrk="0" algn="ctr"/>
                      <a:r>
                        <a:rPr lang="en-US" sz="800" b="0" i="0">
                          <a:solidFill>
                            <a:srgbClr val="000000"/>
                          </a:solidFill>
                          <a:latin typeface="Arial" panose="020B0604020202020204" pitchFamily="34" charset="0"/>
                        </a:rPr>
                        <a:t>7</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Favorite star: Right, then OK (or </a:t>
                      </a:r>
                      <a:r>
                        <a:rPr lang="en-US" sz="800" b="0" i="0">
                          <a:solidFill>
                            <a:srgbClr val="000000"/>
                          </a:solidFill>
                          <a:latin typeface="Arial" panose="020B0604020202020204" pitchFamily="34" charset="0"/>
                        </a:rPr>
                        <a:t>click)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76444025"/>
                  </a:ext>
                </a:extLst>
              </a:tr>
              <a:tr h="127000">
                <a:tc>
                  <a:txBody>
                    <a:bodyPr/>
                    <a:lstStyle/>
                    <a:p>
                      <a:pPr latinLnBrk="0" algn="ctr"/>
                      <a:r>
                        <a:rPr lang="en-US" sz="800" b="0" i="0">
                          <a:solidFill>
                            <a:srgbClr val="000000"/>
                          </a:solidFill>
                          <a:latin typeface="Arial" panose="020B0604020202020204" pitchFamily="34" charset="0"/>
                        </a:rPr>
                        <a:t>8</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Number of channels in </a:t>
                      </a:r>
                      <a:r>
                        <a:rPr lang="en-US" sz="800" b="0" i="0">
                          <a:solidFill>
                            <a:srgbClr val="000000"/>
                          </a:solidFill>
                          <a:latin typeface="Arial" panose="020B0604020202020204" pitchFamily="34" charset="0"/>
                        </a:rPr>
                        <a:t>the category</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690547352"/>
                  </a:ext>
                </a:extLst>
              </a:tr>
              <a:tr h="127000">
                <a:tc>
                  <a:txBody>
                    <a:bodyPr/>
                    <a:lstStyle/>
                    <a:p>
                      <a:pPr latinLnBrk="0" algn="ctr"/>
                      <a:r>
                        <a:rPr lang="en-US" sz="800" b="0" i="0">
                          <a:solidFill>
                            <a:srgbClr val="000000"/>
                          </a:solidFill>
                          <a:latin typeface="Arial" panose="020B0604020202020204" pitchFamily="34" charset="0"/>
                        </a:rPr>
                        <a:t>9</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Key hints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276552342"/>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2E70199A-DDF6-E4CC-CA2D-F572FF27A866}"/>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The info bar shows when the channel changes and hides after 5 seconds; Left/Right or Info show it with its buttons.</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Up/Down or CH +/- change the channel; number keys go to a channel; OK opens the channel list.</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Back hides the bar, then returns to Home. If the network drops, a message shows and playback resumes by </a:t>
            </a:r>
            <a:r>
              <a:rPr lang="en-US" altLang="ko-KR" sz="900">
                <a:latin typeface="Arial" pitchFamily="34" charset="0"/>
                <a:ea typeface="굴림" panose="020B0600000101010101" pitchFamily="50" charset="-127"/>
                <a:cs typeface="Arial" pitchFamily="34" charset="0"/>
              </a:rPr>
              <a:t>itself.</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8A128749-94D6-D3FD-9EEE-EE8449F27E9D}"/>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1. Player</a:t>
            </a:r>
          </a:p>
        </p:txBody>
      </p:sp>
      <p:sp>
        <p:nvSpPr>
          <p:cNvPr id="17" name="텍스트 개체 틀 16">
            <a:extLst>
              <a:ext uri="{FF2B5EF4-FFF2-40B4-BE49-F238E27FC236}">
                <a16:creationId xmlns:a16="http://schemas.microsoft.com/office/drawing/2014/main" id="{D87B45DA-1898-3A6E-7BA3-21536F32FE58}"/>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DD48CDDE-CD64-791C-FD2F-4D64A794CEC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902707C9-B724-089B-4625-30F1F2E2C71E}"/>
              </a:ext>
            </a:extLst>
          </p:cNvPr>
          <p:cNvSpPr/>
          <p:nvPr/>
        </p:nvSpPr>
        <p:spPr bwMode="auto">
          <a:xfrm>
            <a:off x="790773" y="3670201"/>
            <a:ext cx="2510235" cy="51841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B9E3B286-97B2-36EC-3DF9-45E01F3A4BC8}"/>
              </a:ext>
            </a:extLst>
          </p:cNvPr>
          <p:cNvSpPr/>
          <p:nvPr/>
        </p:nvSpPr>
        <p:spPr bwMode="auto">
          <a:xfrm>
            <a:off x="647700" y="3543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E5D4D74C-FA85-623E-3866-D5F4E6726BFE}"/>
              </a:ext>
            </a:extLst>
          </p:cNvPr>
          <p:cNvSpPr/>
          <p:nvPr/>
        </p:nvSpPr>
        <p:spPr bwMode="auto">
          <a:xfrm>
            <a:off x="5511105" y="3817541"/>
            <a:ext cx="1255118" cy="24010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6EB01184-133D-9ACC-590B-661635C76F86}"/>
              </a:ext>
            </a:extLst>
          </p:cNvPr>
          <p:cNvSpPr/>
          <p:nvPr/>
        </p:nvSpPr>
        <p:spPr bwMode="auto">
          <a:xfrm>
            <a:off x="5372100" y="36957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A81ACD56-F8C0-1FBA-375F-B575C1185A78}"/>
              </a:ext>
            </a:extLst>
          </p:cNvPr>
          <p:cNvSpPr/>
          <p:nvPr/>
        </p:nvSpPr>
        <p:spPr bwMode="auto">
          <a:xfrm>
            <a:off x="648891" y="4254103"/>
            <a:ext cx="709414"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B4F24FB3-5643-8EA7-5F53-51EE3602172B}"/>
              </a:ext>
            </a:extLst>
          </p:cNvPr>
          <p:cNvSpPr/>
          <p:nvPr/>
        </p:nvSpPr>
        <p:spPr bwMode="auto">
          <a:xfrm>
            <a:off x="5080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68103139-E62A-378E-BE51-209327566C58}"/>
              </a:ext>
            </a:extLst>
          </p:cNvPr>
          <p:cNvSpPr/>
          <p:nvPr/>
        </p:nvSpPr>
        <p:spPr bwMode="auto">
          <a:xfrm>
            <a:off x="1369219" y="4254103"/>
            <a:ext cx="1004094"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840EE1AA-5EA7-0778-0A46-127F362540AE}"/>
              </a:ext>
            </a:extLst>
          </p:cNvPr>
          <p:cNvSpPr/>
          <p:nvPr/>
        </p:nvSpPr>
        <p:spPr bwMode="auto">
          <a:xfrm>
            <a:off x="12319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DA857876-0BFA-FE42-F98E-1B215F0DE988}"/>
              </a:ext>
            </a:extLst>
          </p:cNvPr>
          <p:cNvSpPr/>
          <p:nvPr/>
        </p:nvSpPr>
        <p:spPr bwMode="auto">
          <a:xfrm>
            <a:off x="2395141" y="4254103"/>
            <a:ext cx="1495226"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BBEF0844-8B52-B910-8009-DE0F9916E1E9}"/>
              </a:ext>
            </a:extLst>
          </p:cNvPr>
          <p:cNvSpPr/>
          <p:nvPr/>
        </p:nvSpPr>
        <p:spPr bwMode="auto">
          <a:xfrm>
            <a:off x="22606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94160484-FD29-95E2-B82F-59513BC79B7E}"/>
              </a:ext>
            </a:extLst>
          </p:cNvPr>
          <p:cNvSpPr/>
          <p:nvPr/>
        </p:nvSpPr>
        <p:spPr bwMode="auto">
          <a:xfrm>
            <a:off x="3923109" y="4254103"/>
            <a:ext cx="676672"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F818FB8D-E445-8C75-74EB-D198AE3A99CB}"/>
              </a:ext>
            </a:extLst>
          </p:cNvPr>
          <p:cNvSpPr/>
          <p:nvPr/>
        </p:nvSpPr>
        <p:spPr bwMode="auto">
          <a:xfrm>
            <a:off x="37846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sp>
        <p:nvSpPr>
          <p:cNvPr id="19" name="Rectangle 18">
            <a:extLst>
              <a:ext uri="{FF2B5EF4-FFF2-40B4-BE49-F238E27FC236}">
                <a16:creationId xmlns:a16="http://schemas.microsoft.com/office/drawing/2014/main" id="{9702C757-1339-DA93-C147-06DC06481E94}"/>
              </a:ext>
            </a:extLst>
          </p:cNvPr>
          <p:cNvSpPr/>
          <p:nvPr/>
        </p:nvSpPr>
        <p:spPr bwMode="auto">
          <a:xfrm>
            <a:off x="4632523" y="4254103"/>
            <a:ext cx="829469"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20" name="Oval 19">
            <a:extLst>
              <a:ext uri="{FF2B5EF4-FFF2-40B4-BE49-F238E27FC236}">
                <a16:creationId xmlns:a16="http://schemas.microsoft.com/office/drawing/2014/main" id="{76AC6C67-9594-4496-381E-D6F82A5435EC}"/>
              </a:ext>
            </a:extLst>
          </p:cNvPr>
          <p:cNvSpPr/>
          <p:nvPr/>
        </p:nvSpPr>
        <p:spPr bwMode="auto">
          <a:xfrm>
            <a:off x="44958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7</a:t>
            </a:r>
          </a:p>
        </p:txBody>
      </p:sp>
      <p:sp>
        <p:nvSpPr>
          <p:cNvPr id="21" name="Rectangle 20">
            <a:extLst>
              <a:ext uri="{FF2B5EF4-FFF2-40B4-BE49-F238E27FC236}">
                <a16:creationId xmlns:a16="http://schemas.microsoft.com/office/drawing/2014/main" id="{E972E663-D675-2638-2997-C15C4816CBEB}"/>
              </a:ext>
            </a:extLst>
          </p:cNvPr>
          <p:cNvSpPr/>
          <p:nvPr/>
        </p:nvSpPr>
        <p:spPr bwMode="auto">
          <a:xfrm>
            <a:off x="5483820" y="4254103"/>
            <a:ext cx="916782"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22" name="Oval 21">
            <a:extLst>
              <a:ext uri="{FF2B5EF4-FFF2-40B4-BE49-F238E27FC236}">
                <a16:creationId xmlns:a16="http://schemas.microsoft.com/office/drawing/2014/main" id="{219A2507-0F47-979D-AAA1-C61CE8C2CFCF}"/>
              </a:ext>
            </a:extLst>
          </p:cNvPr>
          <p:cNvSpPr/>
          <p:nvPr/>
        </p:nvSpPr>
        <p:spPr bwMode="auto">
          <a:xfrm>
            <a:off x="53467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8</a:t>
            </a:r>
          </a:p>
        </p:txBody>
      </p:sp>
      <p:graphicFrame>
        <p:nvGraphicFramePr>
          <p:cNvPr id="23" name="Table 22">
            <a:extLst>
              <a:ext uri="{FF2B5EF4-FFF2-40B4-BE49-F238E27FC236}">
                <a16:creationId xmlns:a16="http://schemas.microsoft.com/office/drawing/2014/main" id="{B3B88556-B9B3-6344-AC5D-CA6DC78AE9AC}"/>
              </a:ext>
            </a:extLst>
          </p:cNvPr>
          <p:cNvGraphicFramePr>
            <a:graphicFrameLocks noGrp="1"/>
          </p:cNvGraphicFramePr>
          <p:nvPr>
            <p:extLst>
              <p:ext uri="{D42A27DB-BD31-4B8C-83A1-F6EECF244321}">
                <p14:modId xmlns:p14="http://schemas.microsoft.com/office/powerpoint/2010/main" val="3466400866"/>
              </p:ext>
            </p:extLst>
          </p:nvPr>
        </p:nvGraphicFramePr>
        <p:xfrm>
          <a:off x="7239000" y="647700"/>
          <a:ext cx="2616200" cy="13716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3998607917"/>
                    </a:ext>
                  </a:extLst>
                </a:gridCol>
                <a:gridCol w="2336800">
                  <a:extLst>
                    <a:ext uri="{9D8B030D-6E8A-4147-A177-3AD203B41FA5}">
                      <a16:colId xmlns:a16="http://schemas.microsoft.com/office/drawing/2014/main" val="305555800"/>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1893018983"/>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Channel number, logo, name, </a:t>
                      </a:r>
                      <a:r>
                        <a:rPr lang="en-US" sz="800" b="0" i="0" dirty="0" err="1">
                          <a:solidFill>
                            <a:srgbClr val="000000"/>
                          </a:solidFill>
                          <a:latin typeface="Arial" panose="020B0604020202020204" pitchFamily="34" charset="0"/>
                        </a:rPr>
                        <a:t>programme</a:t>
                      </a:r>
                      <a:r>
                        <a:rPr lang="en-US" sz="800" b="0" i="0" dirty="0">
                          <a:solidFill>
                            <a:srgbClr val="000000"/>
                          </a:solidFill>
                          <a:latin typeface="Arial" panose="020B0604020202020204" pitchFamily="34" charset="0"/>
                        </a:rPr>
                        <a:t> now </a:t>
                      </a:r>
                      <a:r>
                        <a:rPr lang="en-US" sz="800" b="0" i="0">
                          <a:solidFill>
                            <a:srgbClr val="000000"/>
                          </a:solidFill>
                          <a:latin typeface="Arial" panose="020B0604020202020204" pitchFamily="34" charset="0"/>
                        </a:rPr>
                        <a:t>and next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856921105"/>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err="1">
                          <a:solidFill>
                            <a:srgbClr val="000000"/>
                          </a:solidFill>
                          <a:latin typeface="Arial" panose="020B0604020202020204" pitchFamily="34" charset="0"/>
                        </a:rPr>
                        <a:t>Programme</a:t>
                      </a:r>
                      <a:r>
                        <a:rPr lang="en-US" sz="800" b="0" i="0" dirty="0">
                          <a:solidFill>
                            <a:srgbClr val="000000"/>
                          </a:solidFill>
                          <a:latin typeface="Arial" panose="020B0604020202020204" pitchFamily="34" charset="0"/>
                        </a:rPr>
                        <a:t> progress </a:t>
                      </a:r>
                      <a:r>
                        <a:rPr lang="en-US" sz="800" b="0" i="0">
                          <a:solidFill>
                            <a:srgbClr val="000000"/>
                          </a:solidFill>
                          <a:latin typeface="Arial" panose="020B0604020202020204" pitchFamily="34" charset="0"/>
                        </a:rPr>
                        <a:t>and clock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474959252"/>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Play </a:t>
                      </a:r>
                      <a:r>
                        <a:rPr lang="en-US" sz="800" b="0" i="0">
                          <a:solidFill>
                            <a:srgbClr val="000000"/>
                          </a:solidFill>
                          <a:latin typeface="Arial" panose="020B0604020202020204" pitchFamily="34" charset="0"/>
                        </a:rPr>
                        <a:t>/ Pause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508374991"/>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Channel list (see </a:t>
                      </a:r>
                      <a:r>
                        <a:rPr lang="en-US" sz="800" b="0" i="0">
                          <a:solidFill>
                            <a:srgbClr val="000000"/>
                          </a:solidFill>
                          <a:latin typeface="Arial" panose="020B0604020202020204" pitchFamily="34" charset="0"/>
                        </a:rPr>
                        <a:t>6-2)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735147802"/>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Add to / remove </a:t>
                      </a:r>
                      <a:r>
                        <a:rPr lang="en-US" sz="800" b="0" i="0">
                          <a:solidFill>
                            <a:srgbClr val="000000"/>
                          </a:solidFill>
                          <a:latin typeface="Arial" panose="020B0604020202020204" pitchFamily="34" charset="0"/>
                        </a:rPr>
                        <a:t>from Favorites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600815422"/>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Audio track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600575980"/>
                  </a:ext>
                </a:extLst>
              </a:tr>
              <a:tr h="127000">
                <a:tc>
                  <a:txBody>
                    <a:bodyPr/>
                    <a:lstStyle/>
                    <a:p>
                      <a:pPr latinLnBrk="0" algn="ctr"/>
                      <a:r>
                        <a:rPr lang="en-US" sz="800" b="0" i="0">
                          <a:solidFill>
                            <a:srgbClr val="000000"/>
                          </a:solidFill>
                          <a:latin typeface="Arial" panose="020B0604020202020204" pitchFamily="34" charset="0"/>
                        </a:rPr>
                        <a:t>7</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Subtitles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525672221"/>
                  </a:ext>
                </a:extLst>
              </a:tr>
              <a:tr h="127000">
                <a:tc>
                  <a:txBody>
                    <a:bodyPr/>
                    <a:lstStyle/>
                    <a:p>
                      <a:pPr latinLnBrk="0" algn="ctr"/>
                      <a:r>
                        <a:rPr lang="en-US" sz="800" b="0" i="0">
                          <a:solidFill>
                            <a:srgbClr val="000000"/>
                          </a:solidFill>
                          <a:latin typeface="Arial" panose="020B0604020202020204" pitchFamily="34" charset="0"/>
                        </a:rPr>
                        <a:t>8</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Picture mode: Fit, Zoom, Fill, 16:9</a:t>
                      </a:r>
                      <a:r>
                        <a:rPr lang="en-US" sz="800" b="0" i="0">
                          <a:solidFill>
                            <a:srgbClr val="000000"/>
                          </a:solidFill>
                          <a:latin typeface="Arial" panose="020B0604020202020204" pitchFamily="34" charset="0"/>
                        </a:rPr>
                        <a:t>, 4:3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357705878"/>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2E70199A-DDF6-E4CC-CA2D-F572FF27A866}"/>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Opens over the video on the current channel. Left/Right move between categories and channels.</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OK on a channel switches to it and closes the list. Back closes the </a:t>
            </a:r>
            <a:r>
              <a:rPr lang="en-US" altLang="ko-KR" sz="900">
                <a:latin typeface="Arial" pitchFamily="34" charset="0"/>
                <a:ea typeface="굴림" panose="020B0600000101010101" pitchFamily="50" charset="-127"/>
                <a:cs typeface="Arial" pitchFamily="34" charset="0"/>
              </a:rPr>
              <a:t>list.</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8A128749-94D6-D3FD-9EEE-EE8449F27E9D}"/>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2. Channel list (OK in the player)</a:t>
            </a:r>
          </a:p>
        </p:txBody>
      </p:sp>
      <p:sp>
        <p:nvSpPr>
          <p:cNvPr id="17" name="텍스트 개체 틀 16">
            <a:extLst>
              <a:ext uri="{FF2B5EF4-FFF2-40B4-BE49-F238E27FC236}">
                <a16:creationId xmlns:a16="http://schemas.microsoft.com/office/drawing/2014/main" id="{D87B45DA-1898-3A6E-7BA3-21536F32FE58}"/>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281E26AA-9EDF-11CA-EBF9-4C2BBA30D78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6FBEEC41-4BEA-0BFE-AC0A-68A3375A6544}"/>
              </a:ext>
            </a:extLst>
          </p:cNvPr>
          <p:cNvSpPr/>
          <p:nvPr/>
        </p:nvSpPr>
        <p:spPr bwMode="auto">
          <a:xfrm>
            <a:off x="599777" y="1176338"/>
            <a:ext cx="791270" cy="18553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ADF69864-379D-C458-FE0E-AB5B5B8E60A8}"/>
              </a:ext>
            </a:extLst>
          </p:cNvPr>
          <p:cNvSpPr/>
          <p:nvPr/>
        </p:nvSpPr>
        <p:spPr bwMode="auto">
          <a:xfrm>
            <a:off x="457200" y="1054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4A7033A8-6606-B854-8C7D-C22F0F511EAC}"/>
              </a:ext>
            </a:extLst>
          </p:cNvPr>
          <p:cNvSpPr/>
          <p:nvPr/>
        </p:nvSpPr>
        <p:spPr bwMode="auto">
          <a:xfrm>
            <a:off x="1412875" y="1176338"/>
            <a:ext cx="802184" cy="18553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BBAE0BA0-2132-6D7A-CCFD-CDD455C1AD35}"/>
              </a:ext>
            </a:extLst>
          </p:cNvPr>
          <p:cNvSpPr/>
          <p:nvPr/>
        </p:nvSpPr>
        <p:spPr bwMode="auto">
          <a:xfrm>
            <a:off x="1270000" y="1054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4F82F641-9ED5-3E34-0595-55ED92A6E596}"/>
              </a:ext>
            </a:extLst>
          </p:cNvPr>
          <p:cNvSpPr/>
          <p:nvPr/>
        </p:nvSpPr>
        <p:spPr bwMode="auto">
          <a:xfrm>
            <a:off x="616148" y="1394619"/>
            <a:ext cx="1582540" cy="264666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541B2C5F-5472-F58F-BCE6-C99280717537}"/>
              </a:ext>
            </a:extLst>
          </p:cNvPr>
          <p:cNvSpPr/>
          <p:nvPr/>
        </p:nvSpPr>
        <p:spPr bwMode="auto">
          <a:xfrm>
            <a:off x="482600" y="12700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43DB5EAF-0C51-3373-657B-5DC483EC5E16}"/>
              </a:ext>
            </a:extLst>
          </p:cNvPr>
          <p:cNvSpPr/>
          <p:nvPr/>
        </p:nvSpPr>
        <p:spPr bwMode="auto">
          <a:xfrm>
            <a:off x="2362398" y="1165423"/>
            <a:ext cx="3175993" cy="18554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F64B72A6-D956-351A-267D-77F4B202664D}"/>
              </a:ext>
            </a:extLst>
          </p:cNvPr>
          <p:cNvSpPr/>
          <p:nvPr/>
        </p:nvSpPr>
        <p:spPr bwMode="auto">
          <a:xfrm>
            <a:off x="2222500" y="1041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93279EBB-58DA-AD5D-C86D-0C0F59BC7027}"/>
              </a:ext>
            </a:extLst>
          </p:cNvPr>
          <p:cNvSpPr/>
          <p:nvPr/>
        </p:nvSpPr>
        <p:spPr bwMode="auto">
          <a:xfrm>
            <a:off x="2335113" y="1383705"/>
            <a:ext cx="3230563" cy="321964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FDB17E11-4EAF-481C-A60C-D0368BB39DDA}"/>
              </a:ext>
            </a:extLst>
          </p:cNvPr>
          <p:cNvSpPr/>
          <p:nvPr/>
        </p:nvSpPr>
        <p:spPr bwMode="auto">
          <a:xfrm>
            <a:off x="2197100" y="1257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D1575AC5-0686-95F2-C5F3-CB5DC15EC195}"/>
              </a:ext>
            </a:extLst>
          </p:cNvPr>
          <p:cNvSpPr/>
          <p:nvPr/>
        </p:nvSpPr>
        <p:spPr bwMode="auto">
          <a:xfrm>
            <a:off x="5254625" y="1678384"/>
            <a:ext cx="240109" cy="218282"/>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368A84AB-199A-FA52-188A-00AF7705EA7A}"/>
              </a:ext>
            </a:extLst>
          </p:cNvPr>
          <p:cNvSpPr/>
          <p:nvPr/>
        </p:nvSpPr>
        <p:spPr bwMode="auto">
          <a:xfrm>
            <a:off x="5118100" y="1549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graphicFrame>
        <p:nvGraphicFramePr>
          <p:cNvPr id="19" name="Table 18">
            <a:extLst>
              <a:ext uri="{FF2B5EF4-FFF2-40B4-BE49-F238E27FC236}">
                <a16:creationId xmlns:a16="http://schemas.microsoft.com/office/drawing/2014/main" id="{3B3E43D9-FAE3-1CC5-D8A2-BB570F04C1D1}"/>
              </a:ext>
            </a:extLst>
          </p:cNvPr>
          <p:cNvGraphicFramePr>
            <a:graphicFrameLocks noGrp="1"/>
          </p:cNvGraphicFramePr>
          <p:nvPr>
            <p:extLst>
              <p:ext uri="{D42A27DB-BD31-4B8C-83A1-F6EECF244321}">
                <p14:modId xmlns:p14="http://schemas.microsoft.com/office/powerpoint/2010/main" val="1927042280"/>
              </p:ext>
            </p:extLst>
          </p:nvPr>
        </p:nvGraphicFramePr>
        <p:xfrm>
          <a:off x="7239000" y="647700"/>
          <a:ext cx="2616200" cy="10668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3249894607"/>
                    </a:ext>
                  </a:extLst>
                </a:gridCol>
                <a:gridCol w="2336800">
                  <a:extLst>
                    <a:ext uri="{9D8B030D-6E8A-4147-A177-3AD203B41FA5}">
                      <a16:colId xmlns:a16="http://schemas.microsoft.com/office/drawing/2014/main" val="3017903927"/>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523426209"/>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Search</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726438259"/>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TV guide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871626777"/>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Categories with </a:t>
                      </a:r>
                      <a:r>
                        <a:rPr lang="en-US" sz="800" b="0" i="0">
                          <a:solidFill>
                            <a:srgbClr val="000000"/>
                          </a:solidFill>
                          <a:latin typeface="Arial" panose="020B0604020202020204" pitchFamily="34" charset="0"/>
                        </a:rPr>
                        <a:t>channel counts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69579142"/>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Category and position in </a:t>
                      </a:r>
                      <a:r>
                        <a:rPr lang="en-US" sz="800" b="0" i="0">
                          <a:solidFill>
                            <a:srgbClr val="000000"/>
                          </a:solidFill>
                          <a:latin typeface="Arial" panose="020B0604020202020204" pitchFamily="34" charset="0"/>
                        </a:rPr>
                        <a:t>the list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653384308"/>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Channels; the blue mark shows the channel </a:t>
                      </a:r>
                      <a:r>
                        <a:rPr lang="en-US" sz="800" b="0" i="0">
                          <a:solidFill>
                            <a:srgbClr val="000000"/>
                          </a:solidFill>
                          <a:latin typeface="Arial" panose="020B0604020202020204" pitchFamily="34" charset="0"/>
                        </a:rPr>
                        <a:t>playing now</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643575314"/>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Favorite star: Right, </a:t>
                      </a:r>
                      <a:r>
                        <a:rPr lang="en-US" sz="800" b="0" i="0">
                          <a:solidFill>
                            <a:srgbClr val="000000"/>
                          </a:solidFill>
                          <a:latin typeface="Arial" panose="020B0604020202020204" pitchFamily="34" charset="0"/>
                        </a:rPr>
                        <a:t>then OK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5660018"/>
                  </a:ext>
                </a:extLst>
              </a:tr>
            </a:tbl>
          </a:graphicData>
        </a:graphic>
      </p:graphicFrame>
    </p:spTree>
    <p:extLst>
      <p:ext uri="{BB962C8B-B14F-4D97-AF65-F5344CB8AC3E}">
        <p14:creationId xmlns:p14="http://schemas.microsoft.com/office/powerpoint/2010/main" val="28326989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2E70199A-DDF6-E4CC-CA2D-F572FF27A866}"/>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Arrow keys move through </a:t>
            </a:r>
            <a:r>
              <a:rPr lang="en-US" altLang="ko-KR" sz="900" dirty="0" err="1">
                <a:latin typeface="Arial" pitchFamily="34" charset="0"/>
                <a:ea typeface="굴림" panose="020B0600000101010101" pitchFamily="50" charset="-127"/>
                <a:cs typeface="Arial" pitchFamily="34" charset="0"/>
              </a:rPr>
              <a:t>programmes</a:t>
            </a:r>
            <a:r>
              <a:rPr lang="en-US" altLang="ko-KR" sz="900" dirty="0">
                <a:latin typeface="Arial" pitchFamily="34" charset="0"/>
                <a:ea typeface="굴림" panose="020B0600000101010101" pitchFamily="50" charset="-127"/>
                <a:cs typeface="Arial" pitchFamily="34" charset="0"/>
              </a:rPr>
              <a:t> and channels; CH +/- page; the wheel scrolls. OK on a </a:t>
            </a:r>
            <a:r>
              <a:rPr lang="en-US" altLang="ko-KR" sz="900" dirty="0" err="1">
                <a:latin typeface="Arial" pitchFamily="34" charset="0"/>
                <a:ea typeface="굴림" panose="020B0600000101010101" pitchFamily="50" charset="-127"/>
                <a:cs typeface="Arial" pitchFamily="34" charset="0"/>
              </a:rPr>
              <a:t>programme</a:t>
            </a:r>
            <a:r>
              <a:rPr lang="en-US" altLang="ko-KR" sz="900" dirty="0">
                <a:latin typeface="Arial" pitchFamily="34" charset="0"/>
                <a:ea typeface="굴림" panose="020B0600000101010101" pitchFamily="50" charset="-127"/>
                <a:cs typeface="Arial" pitchFamily="34" charset="0"/>
              </a:rPr>
              <a:t> on air plays its channel.</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Guide data comes from XMLTV named in the playlist, in Settings, or by the </a:t>
            </a:r>
            <a:r>
              <a:rPr lang="en-US" altLang="ko-KR" sz="900" dirty="0" err="1">
                <a:latin typeface="Arial" pitchFamily="34" charset="0"/>
                <a:ea typeface="굴림" panose="020B0600000101010101" pitchFamily="50" charset="-127"/>
                <a:cs typeface="Arial" pitchFamily="34" charset="0"/>
              </a:rPr>
              <a:t>Xtream</a:t>
            </a:r>
            <a:r>
              <a:rPr lang="en-US" altLang="ko-KR" sz="900" dirty="0">
                <a:latin typeface="Arial" pitchFamily="34" charset="0"/>
                <a:ea typeface="굴림" panose="020B0600000101010101" pitchFamily="50" charset="-127"/>
                <a:cs typeface="Arial" pitchFamily="34" charset="0"/>
              </a:rPr>
              <a:t> server.</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The test playlist comes with guide data, so every test channel shows </a:t>
            </a:r>
            <a:r>
              <a:rPr lang="en-US" altLang="ko-KR" sz="900" err="1">
                <a:latin typeface="Arial" pitchFamily="34" charset="0"/>
                <a:ea typeface="굴림" panose="020B0600000101010101" pitchFamily="50" charset="-127"/>
                <a:cs typeface="Arial" pitchFamily="34" charset="0"/>
              </a:rPr>
              <a:t>programmes</a:t>
            </a:r>
            <a:r>
              <a:rPr lang="en-US" altLang="ko-KR" sz="900">
                <a:latin typeface="Arial" pitchFamily="34" charset="0"/>
                <a:ea typeface="굴림" panose="020B0600000101010101" pitchFamily="50" charset="-127"/>
                <a:cs typeface="Arial" pitchFamily="34" charset="0"/>
              </a:rPr>
              <a:t>.</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8A128749-94D6-D3FD-9EEE-EE8449F27E9D}"/>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3. TV guide</a:t>
            </a:r>
          </a:p>
        </p:txBody>
      </p:sp>
      <p:sp>
        <p:nvSpPr>
          <p:cNvPr id="17" name="텍스트 개체 틀 16">
            <a:extLst>
              <a:ext uri="{FF2B5EF4-FFF2-40B4-BE49-F238E27FC236}">
                <a16:creationId xmlns:a16="http://schemas.microsoft.com/office/drawing/2014/main" id="{D87B45DA-1898-3A6E-7BA3-21536F32FE58}"/>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806DACA5-90A2-7379-00AF-9592D6330AF4}"/>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D66A7E6D-8992-F737-607A-50CE8335037A}"/>
              </a:ext>
            </a:extLst>
          </p:cNvPr>
          <p:cNvSpPr/>
          <p:nvPr/>
        </p:nvSpPr>
        <p:spPr bwMode="auto">
          <a:xfrm>
            <a:off x="517922" y="1105396"/>
            <a:ext cx="2837656" cy="51841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1CC1105E-2EB2-EBC8-3253-6F04870E9DD3}"/>
              </a:ext>
            </a:extLst>
          </p:cNvPr>
          <p:cNvSpPr/>
          <p:nvPr/>
        </p:nvSpPr>
        <p:spPr bwMode="auto">
          <a:xfrm>
            <a:off x="381000" y="9779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0205CFB8-66F1-C4ED-C483-221A02E8857F}"/>
              </a:ext>
            </a:extLst>
          </p:cNvPr>
          <p:cNvSpPr/>
          <p:nvPr/>
        </p:nvSpPr>
        <p:spPr bwMode="auto">
          <a:xfrm>
            <a:off x="1827609" y="1732955"/>
            <a:ext cx="4993184" cy="152797"/>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93B6DCD2-F3E9-6DC8-0F21-AE240392BDBA}"/>
              </a:ext>
            </a:extLst>
          </p:cNvPr>
          <p:cNvSpPr/>
          <p:nvPr/>
        </p:nvSpPr>
        <p:spPr bwMode="auto">
          <a:xfrm>
            <a:off x="1689100" y="1600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64A9E5D2-2DAA-88A2-5D85-68C3098801B9}"/>
              </a:ext>
            </a:extLst>
          </p:cNvPr>
          <p:cNvSpPr/>
          <p:nvPr/>
        </p:nvSpPr>
        <p:spPr bwMode="auto">
          <a:xfrm>
            <a:off x="517922" y="1951236"/>
            <a:ext cx="1309687" cy="24010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B17E7609-BB70-A11E-2053-006D5D522408}"/>
              </a:ext>
            </a:extLst>
          </p:cNvPr>
          <p:cNvSpPr/>
          <p:nvPr/>
        </p:nvSpPr>
        <p:spPr bwMode="auto">
          <a:xfrm>
            <a:off x="381000" y="1828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05537AF5-C13C-6612-D746-58725CD5B287}"/>
              </a:ext>
            </a:extLst>
          </p:cNvPr>
          <p:cNvSpPr/>
          <p:nvPr/>
        </p:nvSpPr>
        <p:spPr bwMode="auto">
          <a:xfrm>
            <a:off x="1827609" y="1907580"/>
            <a:ext cx="4993184" cy="244475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CA8D7F04-70E0-28E4-7201-703049606AB4}"/>
              </a:ext>
            </a:extLst>
          </p:cNvPr>
          <p:cNvSpPr/>
          <p:nvPr/>
        </p:nvSpPr>
        <p:spPr bwMode="auto">
          <a:xfrm>
            <a:off x="1689100" y="17780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608826BA-1DCB-9CA3-798A-9F809AFC67DA}"/>
              </a:ext>
            </a:extLst>
          </p:cNvPr>
          <p:cNvSpPr/>
          <p:nvPr/>
        </p:nvSpPr>
        <p:spPr bwMode="auto">
          <a:xfrm>
            <a:off x="2389684" y="2213173"/>
            <a:ext cx="1669851"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2BA04C6B-4E31-D4CE-CCF4-D5BFFCC8A1EC}"/>
              </a:ext>
            </a:extLst>
          </p:cNvPr>
          <p:cNvSpPr/>
          <p:nvPr/>
        </p:nvSpPr>
        <p:spPr bwMode="auto">
          <a:xfrm>
            <a:off x="2247900" y="2082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9569AF42-3AB1-0F22-B6FD-EF530175C34A}"/>
              </a:ext>
            </a:extLst>
          </p:cNvPr>
          <p:cNvSpPr/>
          <p:nvPr/>
        </p:nvSpPr>
        <p:spPr bwMode="auto">
          <a:xfrm>
            <a:off x="517922" y="4385072"/>
            <a:ext cx="2673945" cy="14188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36DFE206-E994-2553-F697-0C346DAB4CC1}"/>
              </a:ext>
            </a:extLst>
          </p:cNvPr>
          <p:cNvSpPr/>
          <p:nvPr/>
        </p:nvSpPr>
        <p:spPr bwMode="auto">
          <a:xfrm>
            <a:off x="381000" y="4254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graphicFrame>
        <p:nvGraphicFramePr>
          <p:cNvPr id="19" name="Table 18">
            <a:extLst>
              <a:ext uri="{FF2B5EF4-FFF2-40B4-BE49-F238E27FC236}">
                <a16:creationId xmlns:a16="http://schemas.microsoft.com/office/drawing/2014/main" id="{FB50A835-F480-8D86-C98B-6C838A1525EB}"/>
              </a:ext>
            </a:extLst>
          </p:cNvPr>
          <p:cNvGraphicFramePr>
            <a:graphicFrameLocks noGrp="1"/>
          </p:cNvGraphicFramePr>
          <p:nvPr>
            <p:extLst>
              <p:ext uri="{D42A27DB-BD31-4B8C-83A1-F6EECF244321}">
                <p14:modId xmlns:p14="http://schemas.microsoft.com/office/powerpoint/2010/main" val="3842735718"/>
              </p:ext>
            </p:extLst>
          </p:nvPr>
        </p:nvGraphicFramePr>
        <p:xfrm>
          <a:off x="7239000" y="647700"/>
          <a:ext cx="2616200" cy="10668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133780223"/>
                    </a:ext>
                  </a:extLst>
                </a:gridCol>
                <a:gridCol w="2336800">
                  <a:extLst>
                    <a:ext uri="{9D8B030D-6E8A-4147-A177-3AD203B41FA5}">
                      <a16:colId xmlns:a16="http://schemas.microsoft.com/office/drawing/2014/main" val="419933773"/>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3079192239"/>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Focused </a:t>
                      </a:r>
                      <a:r>
                        <a:rPr lang="en-US" sz="800" b="0" i="0" dirty="0" err="1">
                          <a:solidFill>
                            <a:srgbClr val="000000"/>
                          </a:solidFill>
                          <a:latin typeface="Arial" panose="020B0604020202020204" pitchFamily="34" charset="0"/>
                        </a:rPr>
                        <a:t>programme</a:t>
                      </a:r>
                      <a:r>
                        <a:rPr lang="en-US" sz="800" b="0" i="0" dirty="0">
                          <a:solidFill>
                            <a:srgbClr val="000000"/>
                          </a:solidFill>
                          <a:latin typeface="Arial" panose="020B0604020202020204" pitchFamily="34" charset="0"/>
                        </a:rPr>
                        <a:t>: channel, time, title</a:t>
                      </a:r>
                      <a:r>
                        <a:rPr lang="en-US" sz="800" b="0" i="0">
                          <a:solidFill>
                            <a:srgbClr val="000000"/>
                          </a:solidFill>
                          <a:latin typeface="Arial" panose="020B0604020202020204" pitchFamily="34" charset="0"/>
                        </a:rPr>
                        <a:t>, description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981120752"/>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Date and </a:t>
                      </a:r>
                      <a:r>
                        <a:rPr lang="en-US" sz="800" b="0" i="0">
                          <a:solidFill>
                            <a:srgbClr val="000000"/>
                          </a:solidFill>
                          <a:latin typeface="Arial" panose="020B0604020202020204" pitchFamily="34" charset="0"/>
                        </a:rPr>
                        <a:t>time scale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496807563"/>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Channels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936147270"/>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err="1">
                          <a:solidFill>
                            <a:srgbClr val="000000"/>
                          </a:solidFill>
                          <a:latin typeface="Arial" panose="020B0604020202020204" pitchFamily="34" charset="0"/>
                        </a:rPr>
                        <a:t>Programmes</a:t>
                      </a:r>
                      <a:r>
                        <a:rPr lang="en-US" sz="800" b="0" i="0" dirty="0">
                          <a:solidFill>
                            <a:srgbClr val="000000"/>
                          </a:solidFill>
                          <a:latin typeface="Arial" panose="020B0604020202020204" pitchFamily="34" charset="0"/>
                        </a:rPr>
                        <a:t>; the red line marks the </a:t>
                      </a:r>
                      <a:r>
                        <a:rPr lang="en-US" sz="800" b="0" i="0">
                          <a:solidFill>
                            <a:srgbClr val="000000"/>
                          </a:solidFill>
                          <a:latin typeface="Arial" panose="020B0604020202020204" pitchFamily="34" charset="0"/>
                        </a:rPr>
                        <a:t>current time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278761363"/>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Focused programme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305775272"/>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Key hints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609394337"/>
                  </a:ext>
                </a:extLst>
              </a:tr>
            </a:tbl>
          </a:graphicData>
        </a:graphic>
      </p:graphicFrame>
    </p:spTree>
    <p:extLst>
      <p:ext uri="{BB962C8B-B14F-4D97-AF65-F5344CB8AC3E}">
        <p14:creationId xmlns:p14="http://schemas.microsoft.com/office/powerpoint/2010/main" val="34595085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2E70199A-DDF6-E4CC-CA2D-F572FF27A866}"/>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Search ignores case and accents and matches any part of a channel name.</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Down moves from the field to the results. Back closes the keyboard, then the </a:t>
            </a:r>
            <a:r>
              <a:rPr lang="en-US" altLang="ko-KR" sz="900">
                <a:latin typeface="Arial" pitchFamily="34" charset="0"/>
                <a:ea typeface="굴림" panose="020B0600000101010101" pitchFamily="50" charset="-127"/>
                <a:cs typeface="Arial" pitchFamily="34" charset="0"/>
              </a:rPr>
              <a:t>screen.</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8A128749-94D6-D3FD-9EEE-EE8449F27E9D}"/>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4. Search</a:t>
            </a:r>
          </a:p>
        </p:txBody>
      </p:sp>
      <p:sp>
        <p:nvSpPr>
          <p:cNvPr id="17" name="텍스트 개체 틀 16">
            <a:extLst>
              <a:ext uri="{FF2B5EF4-FFF2-40B4-BE49-F238E27FC236}">
                <a16:creationId xmlns:a16="http://schemas.microsoft.com/office/drawing/2014/main" id="{D87B45DA-1898-3A6E-7BA3-21536F32FE58}"/>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E11BBE5C-01A7-A5D6-4B52-5C8BC5BF7BC1}"/>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9D605567-EFE2-E22C-CEAE-A61E894CEC4E}"/>
              </a:ext>
            </a:extLst>
          </p:cNvPr>
          <p:cNvSpPr/>
          <p:nvPr/>
        </p:nvSpPr>
        <p:spPr bwMode="auto">
          <a:xfrm>
            <a:off x="2373313" y="1110853"/>
            <a:ext cx="4452937" cy="43656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2123ADF5-3F00-9F11-AD7E-9F62A508177A}"/>
              </a:ext>
            </a:extLst>
          </p:cNvPr>
          <p:cNvSpPr/>
          <p:nvPr/>
        </p:nvSpPr>
        <p:spPr bwMode="auto">
          <a:xfrm>
            <a:off x="2235200" y="9779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1BC78AD9-EB74-6D43-0DD2-1B769DEBF1AA}"/>
              </a:ext>
            </a:extLst>
          </p:cNvPr>
          <p:cNvSpPr/>
          <p:nvPr/>
        </p:nvSpPr>
        <p:spPr bwMode="auto">
          <a:xfrm>
            <a:off x="2340570" y="1574701"/>
            <a:ext cx="545703" cy="152797"/>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93EFB154-F474-E473-A6A4-EC67A28F8AC7}"/>
              </a:ext>
            </a:extLst>
          </p:cNvPr>
          <p:cNvSpPr/>
          <p:nvPr/>
        </p:nvSpPr>
        <p:spPr bwMode="auto">
          <a:xfrm>
            <a:off x="2197100" y="1447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DD73416A-58CF-D98F-9029-0623316A5AC3}"/>
              </a:ext>
            </a:extLst>
          </p:cNvPr>
          <p:cNvSpPr/>
          <p:nvPr/>
        </p:nvSpPr>
        <p:spPr bwMode="auto">
          <a:xfrm>
            <a:off x="2395141" y="1831181"/>
            <a:ext cx="4409281" cy="180082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B4149D7D-F03A-72FB-FCD8-825A4E2DCAFE}"/>
              </a:ext>
            </a:extLst>
          </p:cNvPr>
          <p:cNvSpPr/>
          <p:nvPr/>
        </p:nvSpPr>
        <p:spPr bwMode="auto">
          <a:xfrm>
            <a:off x="2260600" y="1701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7F155239-D35D-F8ED-190A-4333368B5D05}"/>
              </a:ext>
            </a:extLst>
          </p:cNvPr>
          <p:cNvSpPr/>
          <p:nvPr/>
        </p:nvSpPr>
        <p:spPr bwMode="auto">
          <a:xfrm>
            <a:off x="6509742" y="1874838"/>
            <a:ext cx="240110" cy="21828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2404FB36-32CF-5B89-8A2E-BC7A5C2DB08A}"/>
              </a:ext>
            </a:extLst>
          </p:cNvPr>
          <p:cNvSpPr/>
          <p:nvPr/>
        </p:nvSpPr>
        <p:spPr bwMode="auto">
          <a:xfrm>
            <a:off x="6375400" y="1752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graphicFrame>
        <p:nvGraphicFramePr>
          <p:cNvPr id="12" name="Table 11">
            <a:extLst>
              <a:ext uri="{FF2B5EF4-FFF2-40B4-BE49-F238E27FC236}">
                <a16:creationId xmlns:a16="http://schemas.microsoft.com/office/drawing/2014/main" id="{5FBE4030-C9D2-24BE-6957-D1470C21B8B7}"/>
              </a:ext>
            </a:extLst>
          </p:cNvPr>
          <p:cNvGraphicFramePr>
            <a:graphicFrameLocks noGrp="1"/>
          </p:cNvGraphicFramePr>
          <p:nvPr>
            <p:extLst>
              <p:ext uri="{D42A27DB-BD31-4B8C-83A1-F6EECF244321}">
                <p14:modId xmlns:p14="http://schemas.microsoft.com/office/powerpoint/2010/main" val="3138536884"/>
              </p:ext>
            </p:extLst>
          </p:nvPr>
        </p:nvGraphicFramePr>
        <p:xfrm>
          <a:off x="7239000" y="647700"/>
          <a:ext cx="2616200" cy="7620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2223544424"/>
                    </a:ext>
                  </a:extLst>
                </a:gridCol>
                <a:gridCol w="2336800">
                  <a:extLst>
                    <a:ext uri="{9D8B030D-6E8A-4147-A177-3AD203B41FA5}">
                      <a16:colId xmlns:a16="http://schemas.microsoft.com/office/drawing/2014/main" val="3554024745"/>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2684559805"/>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Search field: OK opens the </a:t>
                      </a:r>
                      <a:r>
                        <a:rPr lang="en-US" sz="800" b="0" i="0">
                          <a:solidFill>
                            <a:srgbClr val="000000"/>
                          </a:solidFill>
                          <a:latin typeface="Arial" panose="020B0604020202020204" pitchFamily="34" charset="0"/>
                        </a:rPr>
                        <a:t>LG keyboard</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31331629"/>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Number </a:t>
                      </a:r>
                      <a:r>
                        <a:rPr lang="en-US" sz="800" b="0" i="0">
                          <a:solidFill>
                            <a:srgbClr val="000000"/>
                          </a:solidFill>
                          <a:latin typeface="Arial" panose="020B0604020202020204" pitchFamily="34" charset="0"/>
                        </a:rPr>
                        <a:t>of results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378766353"/>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Results update while typing. OK plays </a:t>
                      </a:r>
                      <a:r>
                        <a:rPr lang="en-US" sz="800" b="0" i="0">
                          <a:solidFill>
                            <a:srgbClr val="000000"/>
                          </a:solidFill>
                          <a:latin typeface="Arial" panose="020B0604020202020204" pitchFamily="34" charset="0"/>
                        </a:rPr>
                        <a:t>the channel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421209177"/>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Favorite star: Right, </a:t>
                      </a:r>
                      <a:r>
                        <a:rPr lang="en-US" sz="800" b="0" i="0">
                          <a:solidFill>
                            <a:srgbClr val="000000"/>
                          </a:solidFill>
                          <a:latin typeface="Arial" panose="020B0604020202020204" pitchFamily="34" charset="0"/>
                        </a:rPr>
                        <a:t>then OK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715666066"/>
                  </a:ext>
                </a:extLst>
              </a:tr>
            </a:tbl>
          </a:graphicData>
        </a:graphic>
      </p:graphicFrame>
    </p:spTree>
    <p:extLst>
      <p:ext uri="{BB962C8B-B14F-4D97-AF65-F5344CB8AC3E}">
        <p14:creationId xmlns:p14="http://schemas.microsoft.com/office/powerpoint/2010/main" val="35655353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2E70199A-DDF6-E4CC-CA2D-F572FF27A866}"/>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In Favorites the menu also offers Move: Up/Down reorder the channel and OK finishes.</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Back closes the </a:t>
            </a:r>
            <a:r>
              <a:rPr lang="en-US" altLang="ko-KR" sz="900">
                <a:latin typeface="Arial" pitchFamily="34" charset="0"/>
                <a:ea typeface="굴림" panose="020B0600000101010101" pitchFamily="50" charset="-127"/>
                <a:cs typeface="Arial" pitchFamily="34" charset="0"/>
              </a:rPr>
              <a:t>menu.</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8A128749-94D6-D3FD-9EEE-EE8449F27E9D}"/>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5. Channel menu (hold OK on a channel)</a:t>
            </a:r>
          </a:p>
        </p:txBody>
      </p:sp>
      <p:sp>
        <p:nvSpPr>
          <p:cNvPr id="17" name="텍스트 개체 틀 16">
            <a:extLst>
              <a:ext uri="{FF2B5EF4-FFF2-40B4-BE49-F238E27FC236}">
                <a16:creationId xmlns:a16="http://schemas.microsoft.com/office/drawing/2014/main" id="{D87B45DA-1898-3A6E-7BA3-21536F32FE58}"/>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F4EC7465-8907-3B80-327C-742533567760}"/>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C8C33490-6C29-410F-9F6C-7253EDD5F3BA}"/>
              </a:ext>
            </a:extLst>
          </p:cNvPr>
          <p:cNvSpPr/>
          <p:nvPr/>
        </p:nvSpPr>
        <p:spPr bwMode="auto">
          <a:xfrm>
            <a:off x="2127746" y="2431455"/>
            <a:ext cx="3110508" cy="90041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E8FFE29F-975B-0AEA-5DEE-9A34AF79B32B}"/>
              </a:ext>
            </a:extLst>
          </p:cNvPr>
          <p:cNvSpPr/>
          <p:nvPr/>
        </p:nvSpPr>
        <p:spPr bwMode="auto">
          <a:xfrm>
            <a:off x="1993900" y="22987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D513F6BC-45FB-3D65-1ADD-0A9F359445C6}"/>
              </a:ext>
            </a:extLst>
          </p:cNvPr>
          <p:cNvSpPr/>
          <p:nvPr/>
        </p:nvSpPr>
        <p:spPr bwMode="auto">
          <a:xfrm>
            <a:off x="2275086" y="2868017"/>
            <a:ext cx="1407914" cy="29468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1F59F7FB-F957-DBD4-8569-A3E5773439A9}"/>
              </a:ext>
            </a:extLst>
          </p:cNvPr>
          <p:cNvSpPr/>
          <p:nvPr/>
        </p:nvSpPr>
        <p:spPr bwMode="auto">
          <a:xfrm>
            <a:off x="2133600" y="2743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EAF9CF71-E87B-3738-8419-D21AF20F71F0}"/>
              </a:ext>
            </a:extLst>
          </p:cNvPr>
          <p:cNvSpPr/>
          <p:nvPr/>
        </p:nvSpPr>
        <p:spPr bwMode="auto">
          <a:xfrm>
            <a:off x="3693914" y="2868017"/>
            <a:ext cx="1375172" cy="29468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00882969-2EA7-7297-D3F9-07636F5D2E37}"/>
              </a:ext>
            </a:extLst>
          </p:cNvPr>
          <p:cNvSpPr/>
          <p:nvPr/>
        </p:nvSpPr>
        <p:spPr bwMode="auto">
          <a:xfrm>
            <a:off x="3556000" y="2743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graphicFrame>
        <p:nvGraphicFramePr>
          <p:cNvPr id="10" name="Table 9">
            <a:extLst>
              <a:ext uri="{FF2B5EF4-FFF2-40B4-BE49-F238E27FC236}">
                <a16:creationId xmlns:a16="http://schemas.microsoft.com/office/drawing/2014/main" id="{2579B937-E874-9990-46D0-C096DB7042F1}"/>
              </a:ext>
            </a:extLst>
          </p:cNvPr>
          <p:cNvGraphicFramePr>
            <a:graphicFrameLocks noGrp="1"/>
          </p:cNvGraphicFramePr>
          <p:nvPr>
            <p:extLst>
              <p:ext uri="{D42A27DB-BD31-4B8C-83A1-F6EECF244321}">
                <p14:modId xmlns:p14="http://schemas.microsoft.com/office/powerpoint/2010/main" val="1699772666"/>
              </p:ext>
            </p:extLst>
          </p:nvPr>
        </p:nvGraphicFramePr>
        <p:xfrm>
          <a:off x="7239000" y="647700"/>
          <a:ext cx="2616200" cy="6096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1554128590"/>
                    </a:ext>
                  </a:extLst>
                </a:gridCol>
                <a:gridCol w="2336800">
                  <a:extLst>
                    <a:ext uri="{9D8B030D-6E8A-4147-A177-3AD203B41FA5}">
                      <a16:colId xmlns:a16="http://schemas.microsoft.com/office/drawing/2014/main" val="2104141365"/>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4214917086"/>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Channel menu</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805361410"/>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Add to / remove </a:t>
                      </a:r>
                      <a:r>
                        <a:rPr lang="en-US" sz="800" b="0" i="0">
                          <a:solidFill>
                            <a:srgbClr val="000000"/>
                          </a:solidFill>
                          <a:latin typeface="Arial" panose="020B0604020202020204" pitchFamily="34" charset="0"/>
                        </a:rPr>
                        <a:t>from Favorites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725385792"/>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Cancel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815450099"/>
                  </a:ext>
                </a:extLst>
              </a:tr>
            </a:tbl>
          </a:graphicData>
        </a:graphic>
      </p:graphicFrame>
    </p:spTree>
    <p:extLst>
      <p:ext uri="{BB962C8B-B14F-4D97-AF65-F5344CB8AC3E}">
        <p14:creationId xmlns:p14="http://schemas.microsoft.com/office/powerpoint/2010/main" val="25612215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2E70199A-DDF6-E4CC-CA2D-F572FF27A866}"/>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a:t>
            </a:r>
            <a:r>
              <a:rPr lang="en-US" altLang="ko-KR" sz="900" dirty="0" err="1">
                <a:latin typeface="Arial" pitchFamily="34" charset="0"/>
                <a:ea typeface="굴림" panose="020B0600000101010101" pitchFamily="50" charset="-127"/>
                <a:cs typeface="Arial" pitchFamily="34" charset="0"/>
              </a:rPr>
              <a:t>Xtream</a:t>
            </a:r>
            <a:r>
              <a:rPr lang="en-US" altLang="ko-KR" sz="900" dirty="0">
                <a:latin typeface="Arial" pitchFamily="34" charset="0"/>
                <a:ea typeface="굴림" panose="020B0600000101010101" pitchFamily="50" charset="-127"/>
                <a:cs typeface="Arial" pitchFamily="34" charset="0"/>
              </a:rPr>
              <a:t> Codes sources also show the account's expiry date and connection </a:t>
            </a:r>
            <a:r>
              <a:rPr lang="en-US" altLang="ko-KR" sz="900">
                <a:latin typeface="Arial" pitchFamily="34" charset="0"/>
                <a:ea typeface="굴림" panose="020B0600000101010101" pitchFamily="50" charset="-127"/>
                <a:cs typeface="Arial" pitchFamily="34" charset="0"/>
              </a:rPr>
              <a:t>limit.</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8A128749-94D6-D3FD-9EEE-EE8449F27E9D}"/>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6. Settings: Sources</a:t>
            </a:r>
          </a:p>
        </p:txBody>
      </p:sp>
      <p:sp>
        <p:nvSpPr>
          <p:cNvPr id="17" name="텍스트 개체 틀 16">
            <a:extLst>
              <a:ext uri="{FF2B5EF4-FFF2-40B4-BE49-F238E27FC236}">
                <a16:creationId xmlns:a16="http://schemas.microsoft.com/office/drawing/2014/main" id="{D87B45DA-1898-3A6E-7BA3-21536F32FE58}"/>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BA28AED5-82C6-0BDD-95AB-19E91D668B8A}"/>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67E17FE8-150D-3D9B-A87D-C0F17C21BA1C}"/>
              </a:ext>
            </a:extLst>
          </p:cNvPr>
          <p:cNvSpPr/>
          <p:nvPr/>
        </p:nvSpPr>
        <p:spPr bwMode="auto">
          <a:xfrm>
            <a:off x="507008" y="1460103"/>
            <a:ext cx="1669851" cy="126603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F344BE86-D41E-F2BB-49D4-98BEB2988436}"/>
              </a:ext>
            </a:extLst>
          </p:cNvPr>
          <p:cNvSpPr/>
          <p:nvPr/>
        </p:nvSpPr>
        <p:spPr bwMode="auto">
          <a:xfrm>
            <a:off x="368300" y="1333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3B52546D-9613-962D-5025-BD7FD0C63DFA}"/>
              </a:ext>
            </a:extLst>
          </p:cNvPr>
          <p:cNvSpPr/>
          <p:nvPr/>
        </p:nvSpPr>
        <p:spPr bwMode="auto">
          <a:xfrm>
            <a:off x="2373313" y="1383705"/>
            <a:ext cx="4452937" cy="40382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3FCAAF6E-5FE3-8DEE-12CC-4CE3662EBD34}"/>
              </a:ext>
            </a:extLst>
          </p:cNvPr>
          <p:cNvSpPr/>
          <p:nvPr/>
        </p:nvSpPr>
        <p:spPr bwMode="auto">
          <a:xfrm>
            <a:off x="2235200" y="1257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7A87C917-3B9D-4E46-3BD1-FDBC831B5E36}"/>
              </a:ext>
            </a:extLst>
          </p:cNvPr>
          <p:cNvSpPr/>
          <p:nvPr/>
        </p:nvSpPr>
        <p:spPr bwMode="auto">
          <a:xfrm>
            <a:off x="5167313" y="1438275"/>
            <a:ext cx="589359" cy="28376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8F72210C-9988-B746-7586-F6A3C0806600}"/>
              </a:ext>
            </a:extLst>
          </p:cNvPr>
          <p:cNvSpPr/>
          <p:nvPr/>
        </p:nvSpPr>
        <p:spPr bwMode="auto">
          <a:xfrm>
            <a:off x="5029200" y="1308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168ED1B3-A591-F519-8187-7CCC4A4D37AF}"/>
              </a:ext>
            </a:extLst>
          </p:cNvPr>
          <p:cNvSpPr/>
          <p:nvPr/>
        </p:nvSpPr>
        <p:spPr bwMode="auto">
          <a:xfrm>
            <a:off x="5800328" y="1438275"/>
            <a:ext cx="392906" cy="28376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37FC9E7A-D6DC-FF00-F5AC-4680B6B4C5A6}"/>
              </a:ext>
            </a:extLst>
          </p:cNvPr>
          <p:cNvSpPr/>
          <p:nvPr/>
        </p:nvSpPr>
        <p:spPr bwMode="auto">
          <a:xfrm>
            <a:off x="5664200" y="1308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10AF6CCD-19A7-2BD4-9FFA-8DB421D39632}"/>
              </a:ext>
            </a:extLst>
          </p:cNvPr>
          <p:cNvSpPr/>
          <p:nvPr/>
        </p:nvSpPr>
        <p:spPr bwMode="auto">
          <a:xfrm>
            <a:off x="6236891" y="1438275"/>
            <a:ext cx="523875" cy="28376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5A943BDC-CFFB-DA25-EC72-45D52A23AAAB}"/>
              </a:ext>
            </a:extLst>
          </p:cNvPr>
          <p:cNvSpPr/>
          <p:nvPr/>
        </p:nvSpPr>
        <p:spPr bwMode="auto">
          <a:xfrm>
            <a:off x="6096000" y="1308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E3FCD82D-EAAE-01D5-7B49-045F61F7620E}"/>
              </a:ext>
            </a:extLst>
          </p:cNvPr>
          <p:cNvSpPr/>
          <p:nvPr/>
        </p:nvSpPr>
        <p:spPr bwMode="auto">
          <a:xfrm>
            <a:off x="2373313" y="1853009"/>
            <a:ext cx="851296" cy="28376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35381D48-D0D7-5A71-CA91-9DA8A52201AD}"/>
              </a:ext>
            </a:extLst>
          </p:cNvPr>
          <p:cNvSpPr/>
          <p:nvPr/>
        </p:nvSpPr>
        <p:spPr bwMode="auto">
          <a:xfrm>
            <a:off x="2235200" y="1727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graphicFrame>
        <p:nvGraphicFramePr>
          <p:cNvPr id="19" name="Table 18">
            <a:extLst>
              <a:ext uri="{FF2B5EF4-FFF2-40B4-BE49-F238E27FC236}">
                <a16:creationId xmlns:a16="http://schemas.microsoft.com/office/drawing/2014/main" id="{68C57115-10DB-DF47-93E5-8745FDADAAA1}"/>
              </a:ext>
            </a:extLst>
          </p:cNvPr>
          <p:cNvGraphicFramePr>
            <a:graphicFrameLocks noGrp="1"/>
          </p:cNvGraphicFramePr>
          <p:nvPr>
            <p:extLst>
              <p:ext uri="{D42A27DB-BD31-4B8C-83A1-F6EECF244321}">
                <p14:modId xmlns:p14="http://schemas.microsoft.com/office/powerpoint/2010/main" val="3599754201"/>
              </p:ext>
            </p:extLst>
          </p:nvPr>
        </p:nvGraphicFramePr>
        <p:xfrm>
          <a:off x="7239000" y="647700"/>
          <a:ext cx="2616200" cy="10668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4094494105"/>
                    </a:ext>
                  </a:extLst>
                </a:gridCol>
                <a:gridCol w="2336800">
                  <a:extLst>
                    <a:ext uri="{9D8B030D-6E8A-4147-A177-3AD203B41FA5}">
                      <a16:colId xmlns:a16="http://schemas.microsoft.com/office/drawing/2014/main" val="69169279"/>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229995769"/>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Settings sections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197382306"/>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Playlist: type, channels, </a:t>
                      </a:r>
                      <a:r>
                        <a:rPr lang="en-US" sz="800" b="0" i="0">
                          <a:solidFill>
                            <a:srgbClr val="000000"/>
                          </a:solidFill>
                          <a:latin typeface="Arial" panose="020B0604020202020204" pitchFamily="34" charset="0"/>
                        </a:rPr>
                        <a:t>last update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400802489"/>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Refresh: download the </a:t>
                      </a:r>
                      <a:r>
                        <a:rPr lang="en-US" sz="800" b="0" i="0">
                          <a:solidFill>
                            <a:srgbClr val="000000"/>
                          </a:solidFill>
                          <a:latin typeface="Arial" panose="020B0604020202020204" pitchFamily="34" charset="0"/>
                        </a:rPr>
                        <a:t>playlist again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399009071"/>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Edit </a:t>
                      </a:r>
                      <a:r>
                        <a:rPr lang="en-US" sz="800" b="0" i="0">
                          <a:solidFill>
                            <a:srgbClr val="000000"/>
                          </a:solidFill>
                          <a:latin typeface="Arial" panose="020B0604020202020204" pitchFamily="34" charset="0"/>
                        </a:rPr>
                        <a:t>the playlist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402758809"/>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Delete (asks for </a:t>
                      </a:r>
                      <a:r>
                        <a:rPr lang="en-US" sz="800" b="0" i="0">
                          <a:solidFill>
                            <a:srgbClr val="000000"/>
                          </a:solidFill>
                          <a:latin typeface="Arial" panose="020B0604020202020204" pitchFamily="34" charset="0"/>
                        </a:rPr>
                        <a:t>confirmation)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266086620"/>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Add another playlist (see </a:t>
                      </a: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804719352"/>
                  </a:ext>
                </a:extLst>
              </a:tr>
            </a:tbl>
          </a:graphicData>
        </a:graphic>
      </p:graphicFrame>
    </p:spTree>
    <p:extLst>
      <p:ext uri="{BB962C8B-B14F-4D97-AF65-F5344CB8AC3E}">
        <p14:creationId xmlns:p14="http://schemas.microsoft.com/office/powerpoint/2010/main" val="21755258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2E70199A-DDF6-E4CC-CA2D-F572FF27A866}"/>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The guide also refreshes by itself at the chosen </a:t>
            </a:r>
            <a:r>
              <a:rPr lang="en-US" altLang="ko-KR" sz="900">
                <a:latin typeface="Arial" pitchFamily="34" charset="0"/>
                <a:ea typeface="굴림" panose="020B0600000101010101" pitchFamily="50" charset="-127"/>
                <a:cs typeface="Arial" pitchFamily="34" charset="0"/>
              </a:rPr>
              <a:t>interval.</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8A128749-94D6-D3FD-9EEE-EE8449F27E9D}"/>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7. Settings: TV guide</a:t>
            </a:r>
          </a:p>
        </p:txBody>
      </p:sp>
      <p:sp>
        <p:nvSpPr>
          <p:cNvPr id="17" name="텍스트 개체 틀 16">
            <a:extLst>
              <a:ext uri="{FF2B5EF4-FFF2-40B4-BE49-F238E27FC236}">
                <a16:creationId xmlns:a16="http://schemas.microsoft.com/office/drawing/2014/main" id="{D87B45DA-1898-3A6E-7BA3-21536F32FE58}"/>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AAFC0112-1468-67E0-F28D-1E31C9056E33}"/>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40C56C27-60C8-5280-6AAD-AAAD062038BB}"/>
              </a:ext>
            </a:extLst>
          </p:cNvPr>
          <p:cNvSpPr/>
          <p:nvPr/>
        </p:nvSpPr>
        <p:spPr bwMode="auto">
          <a:xfrm>
            <a:off x="2362398" y="1378248"/>
            <a:ext cx="2564805" cy="53478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55C51BB1-25DF-403B-E14C-4FB8E5DD4CA2}"/>
              </a:ext>
            </a:extLst>
          </p:cNvPr>
          <p:cNvSpPr/>
          <p:nvPr/>
        </p:nvSpPr>
        <p:spPr bwMode="auto">
          <a:xfrm>
            <a:off x="2222500" y="1257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E07A80B0-8B57-91B0-47DB-BE9B45A257EF}"/>
              </a:ext>
            </a:extLst>
          </p:cNvPr>
          <p:cNvSpPr/>
          <p:nvPr/>
        </p:nvSpPr>
        <p:spPr bwMode="auto">
          <a:xfrm>
            <a:off x="2373313" y="2033091"/>
            <a:ext cx="3645296" cy="64393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570D6F16-5092-2C4D-2E79-404247F45529}"/>
              </a:ext>
            </a:extLst>
          </p:cNvPr>
          <p:cNvSpPr/>
          <p:nvPr/>
        </p:nvSpPr>
        <p:spPr bwMode="auto">
          <a:xfrm>
            <a:off x="2235200" y="19050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1645E15B-89F0-AFDF-212E-01EB2DE361BB}"/>
              </a:ext>
            </a:extLst>
          </p:cNvPr>
          <p:cNvSpPr/>
          <p:nvPr/>
        </p:nvSpPr>
        <p:spPr bwMode="auto">
          <a:xfrm>
            <a:off x="2373313" y="2747963"/>
            <a:ext cx="1833562" cy="50204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29FC25CD-17AB-EA7A-6402-D8331F7ECB5A}"/>
              </a:ext>
            </a:extLst>
          </p:cNvPr>
          <p:cNvSpPr/>
          <p:nvPr/>
        </p:nvSpPr>
        <p:spPr bwMode="auto">
          <a:xfrm>
            <a:off x="2235200" y="2616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D09A98D0-A9D2-A7FF-26B8-072731BCD6BA}"/>
              </a:ext>
            </a:extLst>
          </p:cNvPr>
          <p:cNvSpPr/>
          <p:nvPr/>
        </p:nvSpPr>
        <p:spPr bwMode="auto">
          <a:xfrm>
            <a:off x="2373313" y="3359150"/>
            <a:ext cx="1953617" cy="502047"/>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BD91F5D2-27D1-6764-8367-4C1E9656C10A}"/>
              </a:ext>
            </a:extLst>
          </p:cNvPr>
          <p:cNvSpPr/>
          <p:nvPr/>
        </p:nvSpPr>
        <p:spPr bwMode="auto">
          <a:xfrm>
            <a:off x="2235200" y="3225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graphicFrame>
        <p:nvGraphicFramePr>
          <p:cNvPr id="12" name="Table 11">
            <a:extLst>
              <a:ext uri="{FF2B5EF4-FFF2-40B4-BE49-F238E27FC236}">
                <a16:creationId xmlns:a16="http://schemas.microsoft.com/office/drawing/2014/main" id="{817A0BA8-F428-942E-DA35-8F4F9D42F2BF}"/>
              </a:ext>
            </a:extLst>
          </p:cNvPr>
          <p:cNvGraphicFramePr>
            <a:graphicFrameLocks noGrp="1"/>
          </p:cNvGraphicFramePr>
          <p:nvPr>
            <p:extLst>
              <p:ext uri="{D42A27DB-BD31-4B8C-83A1-F6EECF244321}">
                <p14:modId xmlns:p14="http://schemas.microsoft.com/office/powerpoint/2010/main" val="3596406484"/>
              </p:ext>
            </p:extLst>
          </p:nvPr>
        </p:nvGraphicFramePr>
        <p:xfrm>
          <a:off x="7239000" y="647700"/>
          <a:ext cx="2616200" cy="7620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55072773"/>
                    </a:ext>
                  </a:extLst>
                </a:gridCol>
                <a:gridCol w="2336800">
                  <a:extLst>
                    <a:ext uri="{9D8B030D-6E8A-4147-A177-3AD203B41FA5}">
                      <a16:colId xmlns:a16="http://schemas.microsoft.com/office/drawing/2014/main" val="864011905"/>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2495584940"/>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Guide status and Refresh </a:t>
                      </a:r>
                      <a:r>
                        <a:rPr lang="en-US" sz="800" b="0" i="0">
                          <a:solidFill>
                            <a:srgbClr val="000000"/>
                          </a:solidFill>
                          <a:latin typeface="Arial" panose="020B0604020202020204" pitchFamily="34" charset="0"/>
                        </a:rPr>
                        <a:t>guide now</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320940826"/>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Extra XMLTV guide address for all sources (</a:t>
                      </a:r>
                      <a:r>
                        <a:rPr lang="en-US" sz="800" b="0" i="0">
                          <a:solidFill>
                            <a:srgbClr val="000000"/>
                          </a:solidFill>
                          <a:latin typeface="Arial" panose="020B0604020202020204" pitchFamily="34" charset="0"/>
                        </a:rPr>
                        <a:t>optional)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213475666"/>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Time offset for </a:t>
                      </a:r>
                      <a:r>
                        <a:rPr lang="en-US" sz="800" b="0" i="0">
                          <a:solidFill>
                            <a:srgbClr val="000000"/>
                          </a:solidFill>
                          <a:latin typeface="Arial" panose="020B0604020202020204" pitchFamily="34" charset="0"/>
                        </a:rPr>
                        <a:t>guide times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690723883"/>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Automatic </a:t>
                      </a:r>
                      <a:r>
                        <a:rPr lang="en-US" sz="800" b="0" i="0">
                          <a:solidFill>
                            <a:srgbClr val="000000"/>
                          </a:solidFill>
                          <a:latin typeface="Arial" panose="020B0604020202020204" pitchFamily="34" charset="0"/>
                        </a:rPr>
                        <a:t>refresh interval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145599987"/>
                  </a:ext>
                </a:extLst>
              </a:tr>
            </a:tbl>
          </a:graphicData>
        </a:graphic>
      </p:graphicFrame>
    </p:spTree>
    <p:extLst>
      <p:ext uri="{BB962C8B-B14F-4D97-AF65-F5344CB8AC3E}">
        <p14:creationId xmlns:p14="http://schemas.microsoft.com/office/powerpoint/2010/main" val="27769921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2E70199A-DDF6-E4CC-CA2D-F572FF27A866}"/>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Setting a 4-digit PIN turns parental control on. The PIN is asked for before these settings can be changed.</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This is how users protect adult content in their own playlists; the app has no content of its </a:t>
            </a:r>
            <a:r>
              <a:rPr lang="en-US" altLang="ko-KR" sz="900">
                <a:latin typeface="Arial" pitchFamily="34" charset="0"/>
                <a:ea typeface="굴림" panose="020B0600000101010101" pitchFamily="50" charset="-127"/>
                <a:cs typeface="Arial" pitchFamily="34" charset="0"/>
              </a:rPr>
              <a:t>own.</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8A128749-94D6-D3FD-9EEE-EE8449F27E9D}"/>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8. Settings: Parental control</a:t>
            </a:r>
          </a:p>
        </p:txBody>
      </p:sp>
      <p:sp>
        <p:nvSpPr>
          <p:cNvPr id="17" name="텍스트 개체 틀 16">
            <a:extLst>
              <a:ext uri="{FF2B5EF4-FFF2-40B4-BE49-F238E27FC236}">
                <a16:creationId xmlns:a16="http://schemas.microsoft.com/office/drawing/2014/main" id="{D87B45DA-1898-3A6E-7BA3-21536F32FE58}"/>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C6465DC9-EC95-6923-D26F-67AFB131816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FB7804F6-2067-30D2-B987-A1A95E84C89E}"/>
              </a:ext>
            </a:extLst>
          </p:cNvPr>
          <p:cNvSpPr/>
          <p:nvPr/>
        </p:nvSpPr>
        <p:spPr bwMode="auto">
          <a:xfrm>
            <a:off x="2373313" y="1383705"/>
            <a:ext cx="1440656" cy="283765"/>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87A01BCD-38F8-4A5D-5428-8300A621B85A}"/>
              </a:ext>
            </a:extLst>
          </p:cNvPr>
          <p:cNvSpPr/>
          <p:nvPr/>
        </p:nvSpPr>
        <p:spPr bwMode="auto">
          <a:xfrm>
            <a:off x="2235200" y="1257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64AF3B8B-0ABE-60D7-F86A-1B5F22AD66ED}"/>
              </a:ext>
            </a:extLst>
          </p:cNvPr>
          <p:cNvSpPr/>
          <p:nvPr/>
        </p:nvSpPr>
        <p:spPr bwMode="auto">
          <a:xfrm>
            <a:off x="2373313" y="1787525"/>
            <a:ext cx="2139156" cy="16371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39009749-F0DF-7A6E-5600-F5A3BC2BCFD0}"/>
              </a:ext>
            </a:extLst>
          </p:cNvPr>
          <p:cNvSpPr/>
          <p:nvPr/>
        </p:nvSpPr>
        <p:spPr bwMode="auto">
          <a:xfrm>
            <a:off x="2235200" y="16637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92FC84A8-11F1-C696-AB53-6900D6B7B547}"/>
              </a:ext>
            </a:extLst>
          </p:cNvPr>
          <p:cNvSpPr/>
          <p:nvPr/>
        </p:nvSpPr>
        <p:spPr bwMode="auto">
          <a:xfrm>
            <a:off x="2395141" y="2256830"/>
            <a:ext cx="4409281" cy="229195"/>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9DF9C948-5818-581B-5128-43E71996D5C5}"/>
              </a:ext>
            </a:extLst>
          </p:cNvPr>
          <p:cNvSpPr/>
          <p:nvPr/>
        </p:nvSpPr>
        <p:spPr bwMode="auto">
          <a:xfrm>
            <a:off x="2260600" y="2133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graphicFrame>
        <p:nvGraphicFramePr>
          <p:cNvPr id="10" name="Table 9">
            <a:extLst>
              <a:ext uri="{FF2B5EF4-FFF2-40B4-BE49-F238E27FC236}">
                <a16:creationId xmlns:a16="http://schemas.microsoft.com/office/drawing/2014/main" id="{754852B6-6EC4-5C7B-EABC-085DA1489563}"/>
              </a:ext>
            </a:extLst>
          </p:cNvPr>
          <p:cNvGraphicFramePr>
            <a:graphicFrameLocks noGrp="1"/>
          </p:cNvGraphicFramePr>
          <p:nvPr>
            <p:extLst>
              <p:ext uri="{D42A27DB-BD31-4B8C-83A1-F6EECF244321}">
                <p14:modId xmlns:p14="http://schemas.microsoft.com/office/powerpoint/2010/main" val="3693863534"/>
              </p:ext>
            </p:extLst>
          </p:nvPr>
        </p:nvGraphicFramePr>
        <p:xfrm>
          <a:off x="7239000" y="647700"/>
          <a:ext cx="2616200" cy="6096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486140055"/>
                    </a:ext>
                  </a:extLst>
                </a:gridCol>
                <a:gridCol w="2336800">
                  <a:extLst>
                    <a:ext uri="{9D8B030D-6E8A-4147-A177-3AD203B41FA5}">
                      <a16:colId xmlns:a16="http://schemas.microsoft.com/office/drawing/2014/main" val="2526541419"/>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2693987279"/>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Change PIN / </a:t>
                      </a:r>
                      <a:r>
                        <a:rPr lang="en-US" sz="800" b="0" i="0">
                          <a:solidFill>
                            <a:srgbClr val="000000"/>
                          </a:solidFill>
                          <a:latin typeface="Arial" panose="020B0604020202020204" pitchFamily="34" charset="0"/>
                        </a:rPr>
                        <a:t>Turn off</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165227910"/>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Locked categories: OK locks </a:t>
                      </a:r>
                      <a:r>
                        <a:rPr lang="en-US" sz="800" b="0" i="0">
                          <a:solidFill>
                            <a:srgbClr val="000000"/>
                          </a:solidFill>
                          <a:latin typeface="Arial" panose="020B0604020202020204" pitchFamily="34" charset="0"/>
                        </a:rPr>
                        <a:t>or unlocks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899182820"/>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 </a:t>
                      </a:r>
                      <a:r>
                        <a:rPr lang="en-US" sz="800" b="0" i="0">
                          <a:solidFill>
                            <a:srgbClr val="000000"/>
                          </a:solidFill>
                          <a:latin typeface="Arial" panose="020B0604020202020204" pitchFamily="34" charset="0"/>
                        </a:rPr>
                        <a:t>locked category</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556601109"/>
                  </a:ext>
                </a:extLst>
              </a:tr>
            </a:tbl>
          </a:graphicData>
        </a:graphic>
      </p:graphicFrame>
    </p:spTree>
    <p:extLst>
      <p:ext uri="{BB962C8B-B14F-4D97-AF65-F5344CB8AC3E}">
        <p14:creationId xmlns:p14="http://schemas.microsoft.com/office/powerpoint/2010/main" val="64854665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2E70199A-DDF6-E4CC-CA2D-F572FF27A866}"/>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Channels of locked categories are hidden everywhere (All channels, Favorites, Recent, Search) until the PIN is entered.</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They lock again when the app </a:t>
            </a:r>
            <a:r>
              <a:rPr lang="en-US" altLang="ko-KR" sz="900">
                <a:latin typeface="Arial" pitchFamily="34" charset="0"/>
                <a:ea typeface="굴림" panose="020B0600000101010101" pitchFamily="50" charset="-127"/>
                <a:cs typeface="Arial" pitchFamily="34" charset="0"/>
              </a:rPr>
              <a:t>restarts.</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8A128749-94D6-D3FD-9EEE-EE8449F27E9D}"/>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9. Locked category</a:t>
            </a:r>
          </a:p>
        </p:txBody>
      </p:sp>
      <p:sp>
        <p:nvSpPr>
          <p:cNvPr id="17" name="텍스트 개체 틀 16">
            <a:extLst>
              <a:ext uri="{FF2B5EF4-FFF2-40B4-BE49-F238E27FC236}">
                <a16:creationId xmlns:a16="http://schemas.microsoft.com/office/drawing/2014/main" id="{D87B45DA-1898-3A6E-7BA3-21536F32FE58}"/>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CA6ECCDA-580C-7CEB-03D0-26BF99CBB8A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0ED4ABE5-94FA-6886-9AD5-32298AA1FB08}"/>
              </a:ext>
            </a:extLst>
          </p:cNvPr>
          <p:cNvSpPr/>
          <p:nvPr/>
        </p:nvSpPr>
        <p:spPr bwMode="auto">
          <a:xfrm>
            <a:off x="627063" y="3206353"/>
            <a:ext cx="1429742" cy="19645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20219973-B381-44E3-702E-BDF09622F2C4}"/>
              </a:ext>
            </a:extLst>
          </p:cNvPr>
          <p:cNvSpPr/>
          <p:nvPr/>
        </p:nvSpPr>
        <p:spPr bwMode="auto">
          <a:xfrm>
            <a:off x="482600" y="3073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E21BBC6A-9DFC-7566-B704-3AAF929C2DEA}"/>
              </a:ext>
            </a:extLst>
          </p:cNvPr>
          <p:cNvSpPr/>
          <p:nvPr/>
        </p:nvSpPr>
        <p:spPr bwMode="auto">
          <a:xfrm>
            <a:off x="2362398" y="1416447"/>
            <a:ext cx="1145977" cy="556617"/>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1EDFF152-330D-C9E9-B574-B1E94DA145B2}"/>
              </a:ext>
            </a:extLst>
          </p:cNvPr>
          <p:cNvSpPr/>
          <p:nvPr/>
        </p:nvSpPr>
        <p:spPr bwMode="auto">
          <a:xfrm>
            <a:off x="2222500" y="1295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graphicFrame>
        <p:nvGraphicFramePr>
          <p:cNvPr id="8" name="Table 7">
            <a:extLst>
              <a:ext uri="{FF2B5EF4-FFF2-40B4-BE49-F238E27FC236}">
                <a16:creationId xmlns:a16="http://schemas.microsoft.com/office/drawing/2014/main" id="{BA4BEAE6-643F-0D0E-4912-8B05FC6B105A}"/>
              </a:ext>
            </a:extLst>
          </p:cNvPr>
          <p:cNvGraphicFramePr>
            <a:graphicFrameLocks noGrp="1"/>
          </p:cNvGraphicFramePr>
          <p:nvPr>
            <p:extLst>
              <p:ext uri="{D42A27DB-BD31-4B8C-83A1-F6EECF244321}">
                <p14:modId xmlns:p14="http://schemas.microsoft.com/office/powerpoint/2010/main" val="1222008604"/>
              </p:ext>
            </p:extLst>
          </p:nvPr>
        </p:nvGraphicFramePr>
        <p:xfrm>
          <a:off x="7239000" y="647700"/>
          <a:ext cx="2616200" cy="4572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224779352"/>
                    </a:ext>
                  </a:extLst>
                </a:gridCol>
                <a:gridCol w="2336800">
                  <a:extLst>
                    <a:ext uri="{9D8B030D-6E8A-4147-A177-3AD203B41FA5}">
                      <a16:colId xmlns:a16="http://schemas.microsoft.com/office/drawing/2014/main" val="4217784074"/>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3782067191"/>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Locked category: lock icon, </a:t>
                      </a:r>
                      <a:r>
                        <a:rPr lang="en-US" sz="800" b="0" i="0">
                          <a:solidFill>
                            <a:srgbClr val="000000"/>
                          </a:solidFill>
                          <a:latin typeface="Arial" panose="020B0604020202020204" pitchFamily="34" charset="0"/>
                        </a:rPr>
                        <a:t>no count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907247436"/>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Unlock: asks for the PIN (see </a:t>
                      </a:r>
                      <a:r>
                        <a:rPr lang="en-US" sz="800" b="0" i="0">
                          <a:solidFill>
                            <a:srgbClr val="000000"/>
                          </a:solidFill>
                          <a:latin typeface="Arial" panose="020B0604020202020204" pitchFamily="34" charset="0"/>
                        </a:rPr>
                        <a:t>6-10)</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739559940"/>
                  </a:ext>
                </a:extLst>
              </a:tr>
            </a:tbl>
          </a:graphicData>
        </a:graphic>
      </p:graphicFrame>
    </p:spTree>
    <p:extLst>
      <p:ext uri="{BB962C8B-B14F-4D97-AF65-F5344CB8AC3E}">
        <p14:creationId xmlns:p14="http://schemas.microsoft.com/office/powerpoint/2010/main" val="2929841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2E70199A-DDF6-E4CC-CA2D-F572FF27A866}"/>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A wrong PIN shows "Wrong PIN. Try again." Back </a:t>
            </a:r>
            <a:r>
              <a:rPr lang="en-US" altLang="ko-KR" sz="900">
                <a:latin typeface="Arial" pitchFamily="34" charset="0"/>
                <a:ea typeface="굴림" panose="020B0600000101010101" pitchFamily="50" charset="-127"/>
                <a:cs typeface="Arial" pitchFamily="34" charset="0"/>
              </a:rPr>
              <a:t>cancels.</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8A128749-94D6-D3FD-9EEE-EE8449F27E9D}"/>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10. PIN entry</a:t>
            </a:r>
          </a:p>
        </p:txBody>
      </p:sp>
      <p:sp>
        <p:nvSpPr>
          <p:cNvPr id="17" name="텍스트 개체 틀 16">
            <a:extLst>
              <a:ext uri="{FF2B5EF4-FFF2-40B4-BE49-F238E27FC236}">
                <a16:creationId xmlns:a16="http://schemas.microsoft.com/office/drawing/2014/main" id="{D87B45DA-1898-3A6E-7BA3-21536F32FE58}"/>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79ED05FD-8744-96AC-0DE3-9BEB22E06CA2}"/>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5721197E-B393-0C74-A7A7-54B639CA4781}"/>
              </a:ext>
            </a:extLst>
          </p:cNvPr>
          <p:cNvSpPr/>
          <p:nvPr/>
        </p:nvSpPr>
        <p:spPr bwMode="auto">
          <a:xfrm>
            <a:off x="3273723" y="2093119"/>
            <a:ext cx="818554" cy="16371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119E21ED-5F95-F87C-024A-FBCECC96CB82}"/>
              </a:ext>
            </a:extLst>
          </p:cNvPr>
          <p:cNvSpPr/>
          <p:nvPr/>
        </p:nvSpPr>
        <p:spPr bwMode="auto">
          <a:xfrm>
            <a:off x="3136900" y="1968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BE7348B7-2725-892E-52DE-B3965ECD3E7C}"/>
              </a:ext>
            </a:extLst>
          </p:cNvPr>
          <p:cNvSpPr/>
          <p:nvPr/>
        </p:nvSpPr>
        <p:spPr bwMode="auto">
          <a:xfrm>
            <a:off x="2673449" y="2305943"/>
            <a:ext cx="2019102" cy="126603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8A8EC38D-436F-72EF-28E1-31A0A5E57AE5}"/>
              </a:ext>
            </a:extLst>
          </p:cNvPr>
          <p:cNvSpPr/>
          <p:nvPr/>
        </p:nvSpPr>
        <p:spPr bwMode="auto">
          <a:xfrm>
            <a:off x="2540000" y="2184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C52E0190-3F6A-98CE-1C30-2EDCDC73E53F}"/>
              </a:ext>
            </a:extLst>
          </p:cNvPr>
          <p:cNvSpPr/>
          <p:nvPr/>
        </p:nvSpPr>
        <p:spPr bwMode="auto">
          <a:xfrm>
            <a:off x="2657078" y="3632002"/>
            <a:ext cx="2051844" cy="30559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636C923F-DDA1-4634-A3E1-E62E764BA586}"/>
              </a:ext>
            </a:extLst>
          </p:cNvPr>
          <p:cNvSpPr/>
          <p:nvPr/>
        </p:nvSpPr>
        <p:spPr bwMode="auto">
          <a:xfrm>
            <a:off x="2514600" y="3505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graphicFrame>
        <p:nvGraphicFramePr>
          <p:cNvPr id="10" name="Table 9">
            <a:extLst>
              <a:ext uri="{FF2B5EF4-FFF2-40B4-BE49-F238E27FC236}">
                <a16:creationId xmlns:a16="http://schemas.microsoft.com/office/drawing/2014/main" id="{8B24F628-FB69-8A3A-285E-EC91B2E664AA}"/>
              </a:ext>
            </a:extLst>
          </p:cNvPr>
          <p:cNvGraphicFramePr>
            <a:graphicFrameLocks noGrp="1"/>
          </p:cNvGraphicFramePr>
          <p:nvPr>
            <p:extLst>
              <p:ext uri="{D42A27DB-BD31-4B8C-83A1-F6EECF244321}">
                <p14:modId xmlns:p14="http://schemas.microsoft.com/office/powerpoint/2010/main" val="2443902398"/>
              </p:ext>
            </p:extLst>
          </p:nvPr>
        </p:nvGraphicFramePr>
        <p:xfrm>
          <a:off x="7239000" y="647700"/>
          <a:ext cx="2616200" cy="6096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2517649926"/>
                    </a:ext>
                  </a:extLst>
                </a:gridCol>
                <a:gridCol w="2336800">
                  <a:extLst>
                    <a:ext uri="{9D8B030D-6E8A-4147-A177-3AD203B41FA5}">
                      <a16:colId xmlns:a16="http://schemas.microsoft.com/office/drawing/2014/main" val="3123930881"/>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895862975"/>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Digits entered</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215230015"/>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Keypad; the number keys on the remote </a:t>
                      </a:r>
                      <a:r>
                        <a:rPr lang="en-US" sz="800" b="0" i="0">
                          <a:solidFill>
                            <a:srgbClr val="000000"/>
                          </a:solidFill>
                          <a:latin typeface="Arial" panose="020B0604020202020204" pitchFamily="34" charset="0"/>
                        </a:rPr>
                        <a:t>also work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254279933"/>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Cancel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535128156"/>
                  </a:ext>
                </a:extLst>
              </a:tr>
            </a:tbl>
          </a:graphicData>
        </a:graphic>
      </p:graphicFrame>
    </p:spTree>
    <p:extLst>
      <p:ext uri="{BB962C8B-B14F-4D97-AF65-F5344CB8AC3E}">
        <p14:creationId xmlns:p14="http://schemas.microsoft.com/office/powerpoint/2010/main" val="35741885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2E70199A-DDF6-E4CC-CA2D-F572FF27A866}"/>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Clear cache keeps playlists, favorites and </a:t>
            </a:r>
            <a:r>
              <a:rPr lang="en-US" altLang="ko-KR" sz="900">
                <a:latin typeface="Arial" pitchFamily="34" charset="0"/>
                <a:ea typeface="굴림" panose="020B0600000101010101" pitchFamily="50" charset="-127"/>
                <a:cs typeface="Arial" pitchFamily="34" charset="0"/>
              </a:rPr>
              <a:t>settings.</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8A128749-94D6-D3FD-9EEE-EE8449F27E9D}"/>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11. Settings: About</a:t>
            </a:r>
          </a:p>
        </p:txBody>
      </p:sp>
      <p:sp>
        <p:nvSpPr>
          <p:cNvPr id="17" name="텍스트 개체 틀 16">
            <a:extLst>
              <a:ext uri="{FF2B5EF4-FFF2-40B4-BE49-F238E27FC236}">
                <a16:creationId xmlns:a16="http://schemas.microsoft.com/office/drawing/2014/main" id="{D87B45DA-1898-3A6E-7BA3-21536F32FE58}"/>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5440362B-D758-8F20-5CF5-5196F9CB371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71DE5ED2-0BF8-5B0B-666D-2A3C5A36D352}"/>
              </a:ext>
            </a:extLst>
          </p:cNvPr>
          <p:cNvSpPr/>
          <p:nvPr/>
        </p:nvSpPr>
        <p:spPr bwMode="auto">
          <a:xfrm>
            <a:off x="2362398" y="1416447"/>
            <a:ext cx="1637110" cy="120055"/>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7359FACA-B447-B010-7A4E-5C5FF1E5B592}"/>
              </a:ext>
            </a:extLst>
          </p:cNvPr>
          <p:cNvSpPr/>
          <p:nvPr/>
        </p:nvSpPr>
        <p:spPr bwMode="auto">
          <a:xfrm>
            <a:off x="2222500" y="1295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2D3F4DD2-838C-7315-8940-13493D6C5180}"/>
              </a:ext>
            </a:extLst>
          </p:cNvPr>
          <p:cNvSpPr/>
          <p:nvPr/>
        </p:nvSpPr>
        <p:spPr bwMode="auto">
          <a:xfrm>
            <a:off x="2362398" y="1580158"/>
            <a:ext cx="1637110" cy="29468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EF228048-DDB2-EF23-A4D6-97CB237D504A}"/>
              </a:ext>
            </a:extLst>
          </p:cNvPr>
          <p:cNvSpPr/>
          <p:nvPr/>
        </p:nvSpPr>
        <p:spPr bwMode="auto">
          <a:xfrm>
            <a:off x="2222500" y="1447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B2E5C36D-9B87-033B-B1C6-3BBA9E31A663}"/>
              </a:ext>
            </a:extLst>
          </p:cNvPr>
          <p:cNvSpPr/>
          <p:nvPr/>
        </p:nvSpPr>
        <p:spPr bwMode="auto">
          <a:xfrm>
            <a:off x="2362398" y="1918494"/>
            <a:ext cx="2291954" cy="633015"/>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6C4CD2B0-8AF1-5725-5DDD-994A1766B84A}"/>
              </a:ext>
            </a:extLst>
          </p:cNvPr>
          <p:cNvSpPr/>
          <p:nvPr/>
        </p:nvSpPr>
        <p:spPr bwMode="auto">
          <a:xfrm>
            <a:off x="2222500" y="17907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7DE1ADCA-C8A1-EA2D-15E7-84D830D705C2}"/>
              </a:ext>
            </a:extLst>
          </p:cNvPr>
          <p:cNvSpPr/>
          <p:nvPr/>
        </p:nvSpPr>
        <p:spPr bwMode="auto">
          <a:xfrm>
            <a:off x="2362398" y="2606080"/>
            <a:ext cx="2837657" cy="13096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9E320647-B9FB-DA54-6827-23398B576130}"/>
              </a:ext>
            </a:extLst>
          </p:cNvPr>
          <p:cNvSpPr/>
          <p:nvPr/>
        </p:nvSpPr>
        <p:spPr bwMode="auto">
          <a:xfrm>
            <a:off x="2222500" y="2476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7AE5012C-7499-8BB8-A122-C5E865A31915}"/>
              </a:ext>
            </a:extLst>
          </p:cNvPr>
          <p:cNvSpPr/>
          <p:nvPr/>
        </p:nvSpPr>
        <p:spPr bwMode="auto">
          <a:xfrm>
            <a:off x="2373313" y="3271838"/>
            <a:ext cx="796726" cy="29467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7DBE71F9-2D06-2FC6-0D8C-D2E8E42A0FBE}"/>
              </a:ext>
            </a:extLst>
          </p:cNvPr>
          <p:cNvSpPr/>
          <p:nvPr/>
        </p:nvSpPr>
        <p:spPr bwMode="auto">
          <a:xfrm>
            <a:off x="2235200" y="3149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9BF86EAF-4215-EE08-663C-6375510BA819}"/>
              </a:ext>
            </a:extLst>
          </p:cNvPr>
          <p:cNvSpPr/>
          <p:nvPr/>
        </p:nvSpPr>
        <p:spPr bwMode="auto">
          <a:xfrm>
            <a:off x="2362398" y="3708400"/>
            <a:ext cx="3819922" cy="13096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5F406A9A-D823-3370-4795-84D4CB6DA040}"/>
              </a:ext>
            </a:extLst>
          </p:cNvPr>
          <p:cNvSpPr/>
          <p:nvPr/>
        </p:nvSpPr>
        <p:spPr bwMode="auto">
          <a:xfrm>
            <a:off x="2222500" y="3581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graphicFrame>
        <p:nvGraphicFramePr>
          <p:cNvPr id="19" name="Table 18">
            <a:extLst>
              <a:ext uri="{FF2B5EF4-FFF2-40B4-BE49-F238E27FC236}">
                <a16:creationId xmlns:a16="http://schemas.microsoft.com/office/drawing/2014/main" id="{E3D023AD-DFC1-1B1F-CF64-0E10E1DBC11E}"/>
              </a:ext>
            </a:extLst>
          </p:cNvPr>
          <p:cNvGraphicFramePr>
            <a:graphicFrameLocks noGrp="1"/>
          </p:cNvGraphicFramePr>
          <p:nvPr>
            <p:extLst>
              <p:ext uri="{D42A27DB-BD31-4B8C-83A1-F6EECF244321}">
                <p14:modId xmlns:p14="http://schemas.microsoft.com/office/powerpoint/2010/main" val="3785755399"/>
              </p:ext>
            </p:extLst>
          </p:nvPr>
        </p:nvGraphicFramePr>
        <p:xfrm>
          <a:off x="7239000" y="647700"/>
          <a:ext cx="2616200" cy="10668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4109784154"/>
                    </a:ext>
                  </a:extLst>
                </a:gridCol>
                <a:gridCol w="2336800">
                  <a:extLst>
                    <a:ext uri="{9D8B030D-6E8A-4147-A177-3AD203B41FA5}">
                      <a16:colId xmlns:a16="http://schemas.microsoft.com/office/drawing/2014/main" val="656012435"/>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217696071"/>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App name </a:t>
                      </a:r>
                      <a:r>
                        <a:rPr lang="en-US" sz="800" b="0" i="0">
                          <a:solidFill>
                            <a:srgbClr val="000000"/>
                          </a:solidFill>
                          <a:latin typeface="Arial" panose="020B0604020202020204" pitchFamily="34" charset="0"/>
                        </a:rPr>
                        <a:t>and version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026111864"/>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TV model and </a:t>
                      </a:r>
                      <a:r>
                        <a:rPr lang="en-US" sz="800" b="0" i="0">
                          <a:solidFill>
                            <a:srgbClr val="000000"/>
                          </a:solidFill>
                          <a:latin typeface="Arial" panose="020B0604020202020204" pitchFamily="34" charset="0"/>
                        </a:rPr>
                        <a:t>webOS version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794555922"/>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Playback diagnostics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086348716"/>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Stored data</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237714592"/>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Clear cache: downloads channel lists and </a:t>
                      </a:r>
                      <a:r>
                        <a:rPr lang="en-US" sz="800" b="0" i="0">
                          <a:solidFill>
                            <a:srgbClr val="000000"/>
                          </a:solidFill>
                          <a:latin typeface="Arial" panose="020B0604020202020204" pitchFamily="34" charset="0"/>
                        </a:rPr>
                        <a:t>guide again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880297440"/>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License and </a:t>
                      </a:r>
                      <a:r>
                        <a:rPr lang="en-US" sz="800" b="0" i="0">
                          <a:solidFill>
                            <a:srgbClr val="000000"/>
                          </a:solidFill>
                          <a:latin typeface="Arial" panose="020B0604020202020204" pitchFamily="34" charset="0"/>
                        </a:rPr>
                        <a:t>content notice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483614954"/>
                  </a:ext>
                </a:extLst>
              </a:tr>
            </a:tbl>
          </a:graphicData>
        </a:graphic>
      </p:graphicFrame>
    </p:spTree>
    <p:extLst>
      <p:ext uri="{BB962C8B-B14F-4D97-AF65-F5344CB8AC3E}">
        <p14:creationId xmlns:p14="http://schemas.microsoft.com/office/powerpoint/2010/main" val="41080025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E9EB3CB9-336D-F9D8-D7EA-5BFF13A86EFC}"/>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anose="020B0604020202020204" pitchFamily="34" charset="0"/>
                <a:ea typeface="Arial Unicode MS" panose="020B0604020202020204" pitchFamily="50" charset="-127"/>
                <a:cs typeface="Arial" panose="020B0604020202020204" pitchFamily="34" charset="0"/>
              </a:rPr>
              <a:t>Detailed Information</a:t>
            </a:r>
          </a:p>
          <a:p>
            <a:pPr latinLnBrk="0">
              <a:lnSpc>
                <a:spcPct val="150000"/>
              </a:lnSpc>
              <a:defRPr/>
            </a:pPr>
            <a:r>
              <a:rPr lang="en-US" altLang="ko-KR" sz="900" dirty="0">
                <a:latin typeface="Arial" panose="020B0604020202020204" pitchFamily="34" charset="0"/>
                <a:ea typeface="Arial Unicode MS" panose="020B0604020202020204" pitchFamily="50" charset="-127"/>
                <a:cs typeface="Arial" panose="020B0604020202020204" pitchFamily="34" charset="0"/>
              </a:rPr>
              <a:t>- No test credit cards or voucher codes are needed.</a:t>
            </a:r>
          </a:p>
        </p:txBody>
      </p:sp>
      <p:sp>
        <p:nvSpPr>
          <p:cNvPr id="17" name="텍스트 개체 틀 16">
            <a:extLst>
              <a:ext uri="{FF2B5EF4-FFF2-40B4-BE49-F238E27FC236}">
                <a16:creationId xmlns:a16="http://schemas.microsoft.com/office/drawing/2014/main" id="{D24E21C4-D14E-3F26-C744-6B32F1D7656A}"/>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7. Paid Content</a:t>
            </a:r>
            <a:endParaRPr>
              <a:latin typeface="Arial" pitchFamily="34" charset="0"/>
              <a:cs typeface="Arial" pitchFamily="34" charset="0"/>
            </a:endParaRPr>
          </a:p>
        </p:txBody>
      </p:sp>
      <p:sp>
        <p:nvSpPr>
          <p:cNvPr id="2" name="TextBox 5">
            <a:extLst>
              <a:ext uri="{FF2B5EF4-FFF2-40B4-BE49-F238E27FC236}">
                <a16:creationId xmlns:a16="http://schemas.microsoft.com/office/drawing/2014/main" id="{DEF61328-CA73-F850-CC6D-8A3015674772}"/>
              </a:ext>
            </a:extLst>
          </p:cNvPr>
          <p:cNvSpPr txBox="1"/>
          <p:nvPr/>
        </p:nvSpPr>
        <p:spPr>
          <a:xfrm>
            <a:off x="165100" y="635000"/>
            <a:ext cx="6858000" cy="307777"/>
          </a:xfrm>
          <a:prstGeom prst="rect">
            <a:avLst/>
          </a:prstGeom>
          <a:noFill/>
        </p:spPr>
        <p:txBody>
          <a:bodyPr vert="horz" rtlCol="0">
            <a:spAutoFit/>
          </a:bodyPr>
          <a:lstStyle/>
          <a:p>
            <a:pPr latinLnBrk="0"/>
            <a:r>
              <a:rPr lang="en-US" sz="1400" b="1" dirty="0">
                <a:latin typeface="Arial" panose="020B0604020202020204" pitchFamily="34" charset="0"/>
              </a:rPr>
              <a:t>1. </a:t>
            </a:r>
            <a:r>
              <a:rPr lang="en-US" sz="1400" b="1">
                <a:latin typeface="Arial" panose="020B0604020202020204" pitchFamily="34" charset="0"/>
              </a:rPr>
              <a:t>Payment methods</a:t>
            </a:r>
            <a:endParaRPr lang="en-US" sz="1400" b="1" dirty="0">
              <a:latin typeface="Arial" panose="020B0604020202020204" pitchFamily="34" charset="0"/>
            </a:endParaRPr>
          </a:p>
        </p:txBody>
      </p:sp>
      <p:sp>
        <p:nvSpPr>
          <p:cNvPr id="3" name="TextBox 2">
            <a:extLst>
              <a:ext uri="{FF2B5EF4-FFF2-40B4-BE49-F238E27FC236}">
                <a16:creationId xmlns:a16="http://schemas.microsoft.com/office/drawing/2014/main" id="{63C6D726-CED6-9518-6565-1B39BC982BCB}"/>
              </a:ext>
            </a:extLst>
          </p:cNvPr>
          <p:cNvSpPr txBox="1"/>
          <p:nvPr/>
        </p:nvSpPr>
        <p:spPr>
          <a:xfrm>
            <a:off x="508000" y="1905000"/>
            <a:ext cx="8890000" cy="1015663"/>
          </a:xfrm>
          <a:prstGeom prst="rect">
            <a:avLst/>
          </a:prstGeom>
          <a:noFill/>
        </p:spPr>
        <p:txBody>
          <a:bodyPr vert="horz" rtlCol="0">
            <a:spAutoFit/>
          </a:bodyPr>
          <a:lstStyle/>
          <a:p>
            <a:pPr latinLnBrk="0"/>
            <a:r>
              <a:rPr lang="en-US" sz="2800" b="1" dirty="0">
                <a:latin typeface="Arial" panose="020B0604020202020204" pitchFamily="34" charset="0"/>
              </a:rPr>
              <a:t>Not applicable</a:t>
            </a:r>
          </a:p>
          <a:p>
            <a:pPr latinLnBrk="0"/>
            <a:r>
              <a:rPr lang="en-US" sz="1600" dirty="0" err="1">
                <a:latin typeface="Arial" panose="020B0604020202020204" pitchFamily="34" charset="0"/>
              </a:rPr>
              <a:t>Zaplist</a:t>
            </a:r>
            <a:r>
              <a:rPr lang="en-US" sz="1600" dirty="0">
                <a:latin typeface="Arial" panose="020B0604020202020204" pitchFamily="34" charset="0"/>
              </a:rPr>
              <a:t> is free. There are no purchases, subscriptions or payments of any kind, inside or outside the </a:t>
            </a:r>
            <a:r>
              <a:rPr lang="en-US" sz="1600">
                <a:latin typeface="Arial" panose="020B0604020202020204" pitchFamily="34" charset="0"/>
              </a:rPr>
              <a:t>app.</a:t>
            </a:r>
            <a:endParaRPr lang="en-US" sz="1600" dirty="0">
              <a:latin typeface="Arial" panose="020B0604020202020204" pitchFamily="34" charset="0"/>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6A5A77C2-2C5E-020A-2DD5-1CF49473BAFD}"/>
              </a:ext>
            </a:extLst>
          </p:cNvPr>
          <p:cNvSpPr/>
          <p:nvPr/>
        </p:nvSpPr>
        <p:spPr bwMode="auto">
          <a:xfrm>
            <a:off x="0" y="4927599"/>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No ad network or ad content is included.</a:t>
            </a:r>
          </a:p>
        </p:txBody>
      </p:sp>
      <p:sp>
        <p:nvSpPr>
          <p:cNvPr id="38916" name="TextBox 5">
            <a:extLst>
              <a:ext uri="{FF2B5EF4-FFF2-40B4-BE49-F238E27FC236}">
                <a16:creationId xmlns:a16="http://schemas.microsoft.com/office/drawing/2014/main" id="{DC40BE10-F62B-1950-1055-C75BBBDDB6BE}"/>
              </a:ext>
            </a:extLst>
          </p:cNvPr>
          <p:cNvSpPr txBox="1">
            <a:spLocks noChangeArrowheads="1"/>
          </p:cNvSpPr>
          <p:nvPr/>
        </p:nvSpPr>
        <p:spPr bwMode="auto">
          <a:xfrm>
            <a:off x="144463" y="620713"/>
            <a:ext cx="68580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rPr>
              <a:t>1. Ad information</a:t>
            </a:r>
          </a:p>
        </p:txBody>
      </p:sp>
      <p:sp>
        <p:nvSpPr>
          <p:cNvPr id="38955" name="텍스트 개체 틀 16">
            <a:extLst>
              <a:ext uri="{FF2B5EF4-FFF2-40B4-BE49-F238E27FC236}">
                <a16:creationId xmlns:a16="http://schemas.microsoft.com/office/drawing/2014/main" id="{2D18A11C-EDD6-21EE-3A94-08A512563434}"/>
              </a:ext>
            </a:extLst>
          </p:cNvPr>
          <p:cNvSpPr>
            <a:spLocks noGrp="1"/>
          </p:cNvSpPr>
          <p:nvPr>
            <p:ph type="body" sz="quarter" idx="4294967295"/>
          </p:nvPr>
        </p:nvSpPr>
        <p:spPr bwMode="auto">
          <a:xfrm>
            <a:off x="0" y="176213"/>
            <a:ext cx="7761288" cy="369887"/>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atinLnBrk="0">
              <a:spcBef>
                <a:spcPct val="50000"/>
              </a:spcBef>
              <a:buFontTx/>
              <a:buNone/>
            </a:pPr>
            <a:r>
              <a:rPr lang="en-US" altLang="ko-KR" sz="1800" b="1">
                <a:latin typeface="Arial" panose="020B0604020202020204" pitchFamily="34" charset="0"/>
                <a:ea typeface="돋움" panose="020B0600000101010101" pitchFamily="34" charset="-127"/>
                <a:cs typeface="Arial" panose="020B0604020202020204" pitchFamily="34" charset="0"/>
              </a:rPr>
              <a:t>8. In-App Ad</a:t>
            </a:r>
            <a:endParaRPr lang="ko-KR" altLang="en-US" sz="1800" b="1">
              <a:latin typeface="Arial" panose="020B0604020202020204" pitchFamily="34" charset="0"/>
              <a:ea typeface="맑은 고딕" panose="020B0503020000020004" pitchFamily="34" charset="-127"/>
              <a:cs typeface="Arial" panose="020B0604020202020204" pitchFamily="34" charset="0"/>
            </a:endParaRPr>
          </a:p>
        </p:txBody>
      </p:sp>
      <p:sp>
        <p:nvSpPr>
          <p:cNvPr id="2" name="TextBox 1">
            <a:extLst>
              <a:ext uri="{FF2B5EF4-FFF2-40B4-BE49-F238E27FC236}">
                <a16:creationId xmlns:a16="http://schemas.microsoft.com/office/drawing/2014/main" id="{D8B45B5F-07E3-DE10-C168-76EAC9D55884}"/>
              </a:ext>
            </a:extLst>
          </p:cNvPr>
          <p:cNvSpPr txBox="1"/>
          <p:nvPr/>
        </p:nvSpPr>
        <p:spPr>
          <a:xfrm>
            <a:off x="508000" y="1905000"/>
            <a:ext cx="8890000" cy="769441"/>
          </a:xfrm>
          <a:prstGeom prst="rect">
            <a:avLst/>
          </a:prstGeom>
          <a:noFill/>
        </p:spPr>
        <p:txBody>
          <a:bodyPr vert="horz" rtlCol="0">
            <a:spAutoFit/>
          </a:bodyPr>
          <a:lstStyle/>
          <a:p>
            <a:pPr latinLnBrk="0"/>
            <a:r>
              <a:rPr lang="en-US" sz="2800" b="1" dirty="0">
                <a:latin typeface="Arial" panose="020B0604020202020204" pitchFamily="34" charset="0"/>
              </a:rPr>
              <a:t>Not applicable</a:t>
            </a:r>
          </a:p>
          <a:p>
            <a:pPr latinLnBrk="0"/>
            <a:r>
              <a:rPr lang="en-US" sz="1600" dirty="0" err="1">
                <a:latin typeface="Arial" panose="020B0604020202020204" pitchFamily="34" charset="0"/>
              </a:rPr>
              <a:t>Zaplist</a:t>
            </a:r>
            <a:r>
              <a:rPr lang="en-US" sz="1600" dirty="0">
                <a:latin typeface="Arial" panose="020B0604020202020204" pitchFamily="34" charset="0"/>
              </a:rPr>
              <a:t> shows no advertising of any </a:t>
            </a:r>
            <a:r>
              <a:rPr lang="en-US" sz="1600">
                <a:latin typeface="Arial" panose="020B0604020202020204" pitchFamily="34" charset="0"/>
              </a:rPr>
              <a:t>kind.</a:t>
            </a:r>
            <a:endParaRPr lang="en-US" sz="1600" dirty="0">
              <a:latin typeface="Arial" panose="020B0604020202020204" pitchFamily="34"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TextBox 5">
            <a:extLst>
              <a:ext uri="{FF2B5EF4-FFF2-40B4-BE49-F238E27FC236}">
                <a16:creationId xmlns:a16="http://schemas.microsoft.com/office/drawing/2014/main" id="{FC3B8EA1-F0BB-ED0B-CB46-9CDDDBAB3A82}"/>
              </a:ext>
            </a:extLst>
          </p:cNvPr>
          <p:cNvSpPr txBox="1">
            <a:spLocks noChangeArrowheads="1"/>
          </p:cNvSpPr>
          <p:nvPr/>
        </p:nvSpPr>
        <p:spPr bwMode="auto">
          <a:xfrm>
            <a:off x="381000" y="1000125"/>
            <a:ext cx="9109075" cy="2308324"/>
          </a:xfrm>
          <a:prstGeom prst="rect">
            <a:avLst/>
          </a:prstGeom>
          <a:noFill/>
          <a:ln>
            <a:noFill/>
          </a:ln>
        </p:spPr>
        <p:txBody>
          <a:bodyPr>
            <a:spAutoFit/>
          </a:bodyPr>
          <a:lstStyle>
            <a:lvl1pPr marL="355600" indent="-355600">
              <a:defRPr>
                <a:solidFill>
                  <a:schemeClr val="tx1"/>
                </a:solidFill>
                <a:latin typeface="Wingdings 2" pitchFamily="18" charset="2"/>
                <a:ea typeface="굴림" pitchFamily="50" charset="-127"/>
              </a:defRPr>
            </a:lvl1pPr>
            <a:lvl2pPr marL="742950" indent="-285750">
              <a:defRPr>
                <a:solidFill>
                  <a:schemeClr val="tx1"/>
                </a:solidFill>
                <a:latin typeface="Wingdings 2" pitchFamily="18" charset="2"/>
                <a:ea typeface="굴림" pitchFamily="50" charset="-127"/>
              </a:defRPr>
            </a:lvl2pPr>
            <a:lvl3pPr marL="1143000" indent="-228600">
              <a:defRPr>
                <a:solidFill>
                  <a:schemeClr val="tx1"/>
                </a:solidFill>
                <a:latin typeface="Wingdings 2" pitchFamily="18" charset="2"/>
                <a:ea typeface="굴림" pitchFamily="50" charset="-127"/>
              </a:defRPr>
            </a:lvl3pPr>
            <a:lvl4pPr marL="1600200" indent="-228600">
              <a:defRPr>
                <a:solidFill>
                  <a:schemeClr val="tx1"/>
                </a:solidFill>
                <a:latin typeface="Wingdings 2" pitchFamily="18" charset="2"/>
                <a:ea typeface="굴림" pitchFamily="50" charset="-127"/>
              </a:defRPr>
            </a:lvl4pPr>
            <a:lvl5pPr marL="2057400" indent="-228600">
              <a:defRPr>
                <a:solidFill>
                  <a:schemeClr val="tx1"/>
                </a:solidFill>
                <a:latin typeface="Wingdings 2" pitchFamily="18" charset="2"/>
                <a:ea typeface="굴림" pitchFamily="50" charset="-127"/>
              </a:defRPr>
            </a:lvl5pPr>
            <a:lvl6pPr marL="2514600" indent="-228600" eaLnBrk="0" fontAlgn="base" hangingPunct="0">
              <a:spcBef>
                <a:spcPct val="0"/>
              </a:spcBef>
              <a:spcAft>
                <a:spcPct val="0"/>
              </a:spcAft>
              <a:defRPr>
                <a:solidFill>
                  <a:schemeClr val="tx1"/>
                </a:solidFill>
                <a:latin typeface="Wingdings 2" pitchFamily="18" charset="2"/>
                <a:ea typeface="굴림" pitchFamily="50" charset="-127"/>
              </a:defRPr>
            </a:lvl6pPr>
            <a:lvl7pPr marL="2971800" indent="-228600" eaLnBrk="0" fontAlgn="base" hangingPunct="0">
              <a:spcBef>
                <a:spcPct val="0"/>
              </a:spcBef>
              <a:spcAft>
                <a:spcPct val="0"/>
              </a:spcAft>
              <a:defRPr>
                <a:solidFill>
                  <a:schemeClr val="tx1"/>
                </a:solidFill>
                <a:latin typeface="Wingdings 2" pitchFamily="18" charset="2"/>
                <a:ea typeface="굴림" pitchFamily="50" charset="-127"/>
              </a:defRPr>
            </a:lvl7pPr>
            <a:lvl8pPr marL="3429000" indent="-228600" eaLnBrk="0" fontAlgn="base" hangingPunct="0">
              <a:spcBef>
                <a:spcPct val="0"/>
              </a:spcBef>
              <a:spcAft>
                <a:spcPct val="0"/>
              </a:spcAft>
              <a:defRPr>
                <a:solidFill>
                  <a:schemeClr val="tx1"/>
                </a:solidFill>
                <a:latin typeface="Wingdings 2" pitchFamily="18" charset="2"/>
                <a:ea typeface="굴림" pitchFamily="50" charset="-127"/>
              </a:defRPr>
            </a:lvl8pPr>
            <a:lvl9pPr marL="3886200" indent="-228600" eaLnBrk="0" fontAlgn="base" hangingPunct="0">
              <a:spcBef>
                <a:spcPct val="0"/>
              </a:spcBef>
              <a:spcAft>
                <a:spcPct val="0"/>
              </a:spcAft>
              <a:defRPr>
                <a:solidFill>
                  <a:schemeClr val="tx1"/>
                </a:solidFill>
                <a:latin typeface="Wingdings 2" pitchFamily="18" charset="2"/>
                <a:ea typeface="굴림" pitchFamily="50" charset="-127"/>
              </a:defRPr>
            </a:lvl9pPr>
          </a:lstStyle>
          <a:p>
            <a:pPr latinLnBrk="0" marL="0" indent="0">
              <a:defRPr/>
            </a:pPr>
            <a:r>
              <a:rPr lang="en-US" altLang="ko-KR" sz="1200" dirty="0">
                <a:latin typeface="Arial" pitchFamily="34" charset="0"/>
                <a:ea typeface="맑은 고딕" pitchFamily="50" charset="-127"/>
              </a:rPr>
              <a:t>If you have anything to let the LG QA Management know, please comment here. Any detailed references will be welcome.</a:t>
            </a:r>
          </a:p>
          <a:p>
            <a:pPr latinLnBrk="0" marL="0" indent="0">
              <a:defRPr/>
            </a:pPr>
            <a:endParaRPr lang="en-US" altLang="ko-KR" sz="1200" dirty="0">
              <a:latin typeface="Arial" pitchFamily="34" charset="0"/>
              <a:ea typeface="맑은 고딕" pitchFamily="50" charset="-127"/>
            </a:endParaRPr>
          </a:p>
          <a:p>
            <a:pPr latinLnBrk="0" marL="0" indent="0">
              <a:defRPr/>
            </a:pPr>
            <a:r>
              <a:rPr lang="en-US" altLang="ko-KR" sz="1200" dirty="0">
                <a:latin typeface="Arial" pitchFamily="34" charset="0"/>
                <a:ea typeface="맑은 고딕" pitchFamily="50" charset="-127"/>
              </a:rPr>
              <a:t>1. </a:t>
            </a:r>
            <a:r>
              <a:rPr lang="en-US" altLang="ko-KR" sz="1200" dirty="0" err="1">
                <a:latin typeface="Arial" pitchFamily="34" charset="0"/>
                <a:ea typeface="맑은 고딕" pitchFamily="50" charset="-127"/>
              </a:rPr>
              <a:t>Zaplist</a:t>
            </a:r>
            <a:r>
              <a:rPr lang="en-US" altLang="ko-KR" sz="1200" dirty="0">
                <a:latin typeface="Arial" pitchFamily="34" charset="0"/>
                <a:ea typeface="맑은 고딕" pitchFamily="50" charset="-127"/>
              </a:rPr>
              <a:t> includes no channels. Add the test playlist from 4 to test playback and the TV guide; it uses public test streams (Blender Foundation open movies, Apple and Google test streams) and comes with guide data.</a:t>
            </a:r>
          </a:p>
          <a:p>
            <a:pPr latinLnBrk="0" marL="0" indent="0">
              <a:defRPr/>
            </a:pPr>
            <a:r>
              <a:rPr lang="en-US" altLang="ko-KR" sz="1200" dirty="0">
                <a:latin typeface="Arial" pitchFamily="34" charset="0"/>
                <a:ea typeface="맑은 고딕" pitchFamily="50" charset="-127"/>
              </a:rPr>
              <a:t>2. </a:t>
            </a:r>
            <a:r>
              <a:rPr lang="en-US" altLang="ko-KR" sz="1200" dirty="0" err="1">
                <a:latin typeface="Arial" pitchFamily="34" charset="0"/>
                <a:ea typeface="맑은 고딕" pitchFamily="50" charset="-127"/>
              </a:rPr>
              <a:t>Xtream</a:t>
            </a:r>
            <a:r>
              <a:rPr lang="en-US" altLang="ko-KR" sz="1200" dirty="0">
                <a:latin typeface="Arial" pitchFamily="34" charset="0"/>
                <a:ea typeface="맑은 고딕" pitchFamily="50" charset="-127"/>
              </a:rPr>
              <a:t> Codes sources need an account from an IPTV provider, which we can't supply; the M3U path covers the same screens.</a:t>
            </a:r>
          </a:p>
          <a:p>
            <a:pPr latinLnBrk="0" marL="0" indent="0">
              <a:defRPr/>
            </a:pPr>
            <a:r>
              <a:rPr lang="en-US" altLang="ko-KR" sz="1200" dirty="0">
                <a:latin typeface="Arial" pitchFamily="34" charset="0"/>
                <a:ea typeface="맑은 고딕" pitchFamily="50" charset="-127"/>
              </a:rPr>
              <a:t>3. Back on the first screen calls </a:t>
            </a:r>
            <a:r>
              <a:rPr lang="en-US" altLang="ko-KR" sz="1200" dirty="0" err="1">
                <a:latin typeface="Arial" pitchFamily="34" charset="0"/>
                <a:ea typeface="맑은 고딕" pitchFamily="50" charset="-127"/>
              </a:rPr>
              <a:t>webOS.platformBack</a:t>
            </a:r>
            <a:r>
              <a:rPr lang="en-US" altLang="ko-KR" sz="1200" dirty="0">
                <a:latin typeface="Arial" pitchFamily="34" charset="0"/>
                <a:ea typeface="맑은 고딕" pitchFamily="50" charset="-127"/>
              </a:rPr>
              <a:t>(), so the TV shows its exit popup or Home screen depending on the webOS version.</a:t>
            </a:r>
          </a:p>
          <a:p>
            <a:pPr latinLnBrk="0" marL="0" indent="0">
              <a:defRPr/>
            </a:pPr>
            <a:r>
              <a:rPr lang="en-US" altLang="ko-KR" sz="1200" dirty="0">
                <a:latin typeface="Arial" pitchFamily="34" charset="0"/>
                <a:ea typeface="맑은 고딕" pitchFamily="50" charset="-127"/>
              </a:rPr>
              <a:t>4. No credentials are hard-coded. The words "password", "credential" and "token" in the package come from the </a:t>
            </a:r>
            <a:r>
              <a:rPr lang="en-US" altLang="ko-KR" sz="1200" dirty="0" err="1">
                <a:latin typeface="Arial" pitchFamily="34" charset="0"/>
                <a:ea typeface="맑은 고딕" pitchFamily="50" charset="-127"/>
              </a:rPr>
              <a:t>Xtream</a:t>
            </a:r>
            <a:r>
              <a:rPr lang="en-US" altLang="ko-KR" sz="1200" dirty="0">
                <a:latin typeface="Arial" pitchFamily="34" charset="0"/>
                <a:ea typeface="맑은 고딕" pitchFamily="50" charset="-127"/>
              </a:rPr>
              <a:t> Codes API parameters, the login form field, the core-</a:t>
            </a:r>
            <a:r>
              <a:rPr lang="en-US" altLang="ko-KR" sz="1200" dirty="0" err="1">
                <a:latin typeface="Arial" pitchFamily="34" charset="0"/>
                <a:ea typeface="맑은 고딕" pitchFamily="50" charset="-127"/>
              </a:rPr>
              <a:t>js</a:t>
            </a:r>
            <a:r>
              <a:rPr lang="en-US" altLang="ko-KR" sz="1200" dirty="0">
                <a:latin typeface="Arial" pitchFamily="34" charset="0"/>
                <a:ea typeface="맑은 고딕" pitchFamily="50" charset="-127"/>
              </a:rPr>
              <a:t> URL </a:t>
            </a:r>
            <a:r>
              <a:rPr lang="en-US" altLang="ko-KR" sz="1200" dirty="0" err="1">
                <a:latin typeface="Arial" pitchFamily="34" charset="0"/>
                <a:ea typeface="맑은 고딕" pitchFamily="50" charset="-127"/>
              </a:rPr>
              <a:t>polyfill</a:t>
            </a:r>
            <a:r>
              <a:rPr lang="en-US" altLang="ko-KR" sz="1200" dirty="0">
                <a:latin typeface="Arial" pitchFamily="34" charset="0"/>
                <a:ea typeface="맑은 고딕" pitchFamily="50" charset="-127"/>
              </a:rPr>
              <a:t> (</a:t>
            </a:r>
            <a:r>
              <a:rPr lang="en-US" altLang="ko-KR" sz="1200" dirty="0" err="1">
                <a:latin typeface="Arial" pitchFamily="34" charset="0"/>
                <a:ea typeface="맑은 고딕" pitchFamily="50" charset="-127"/>
              </a:rPr>
              <a:t>URL.password</a:t>
            </a:r>
            <a:r>
              <a:rPr lang="en-US" altLang="ko-KR" sz="1200" dirty="0">
                <a:latin typeface="Arial" pitchFamily="34" charset="0"/>
                <a:ea typeface="맑은 고딕" pitchFamily="50" charset="-127"/>
              </a:rPr>
              <a:t>) and the XHR/fetch </a:t>
            </a:r>
            <a:r>
              <a:rPr lang="en-US" altLang="ko-KR" sz="1200" dirty="0" err="1">
                <a:latin typeface="Arial" pitchFamily="34" charset="0"/>
                <a:ea typeface="맑은 고딕" pitchFamily="50" charset="-127"/>
              </a:rPr>
              <a:t>withCredentials</a:t>
            </a:r>
            <a:r>
              <a:rPr lang="en-US" altLang="ko-KR" sz="1200" dirty="0">
                <a:latin typeface="Arial" pitchFamily="34" charset="0"/>
                <a:ea typeface="맑은 고딕" pitchFamily="50" charset="-127"/>
              </a:rPr>
              <a:t> options in hls.js and mpegts.js. Playlist URLs, logins, the cached channel lists and guide addresses, and the parental PIN are stored only on the TV, encrypted (AES-GCM, key generated on the TV).</a:t>
            </a:r>
          </a:p>
          <a:p>
            <a:pPr latinLnBrk="0" marL="0" indent="0">
              <a:defRPr/>
            </a:pPr>
            <a:r>
              <a:rPr lang="en-US" altLang="ko-KR" sz="1200" dirty="0">
                <a:latin typeface="Arial" pitchFamily="34" charset="0"/>
                <a:ea typeface="맑은 고딕" pitchFamily="50" charset="-127"/>
              </a:rPr>
              <a:t>5. Contact: nomoredazzling@gmail.com</a:t>
            </a:r>
          </a:p>
        </p:txBody>
      </p:sp>
      <p:sp>
        <p:nvSpPr>
          <p:cNvPr id="5" name="텍스트 개체 틀 4">
            <a:extLst>
              <a:ext uri="{FF2B5EF4-FFF2-40B4-BE49-F238E27FC236}">
                <a16:creationId xmlns:a16="http://schemas.microsoft.com/office/drawing/2014/main" id="{2F5BCD97-3423-59E3-6579-F4C6CF33F567}"/>
              </a:ext>
            </a:extLst>
          </p:cNvPr>
          <p:cNvSpPr>
            <a:spLocks noGrp="1"/>
          </p:cNvSpPr>
          <p:nvPr>
            <p:ph type="body" sz="quarter" idx="13"/>
          </p:nvPr>
        </p:nvSpPr>
        <p:spPr>
          <a:xfrm>
            <a:off x="0" y="188913"/>
            <a:ext cx="7761288" cy="368300"/>
          </a:xfrm>
        </p:spPr>
        <p:txBody>
          <a:bodyPr/>
          <a:lstStyle/>
          <a:p>
            <a:pPr latinLnBrk="0">
              <a:defRPr/>
            </a:pPr>
            <a:r>
              <a:rPr lang="en-US" altLang="ko-KR">
                <a:latin typeface="Arial" charset="0"/>
                <a:ea typeface="돋움" pitchFamily="50" charset="-127"/>
              </a:rPr>
              <a:t>[Appendix]</a:t>
            </a:r>
          </a:p>
        </p:txBody>
      </p:sp>
    </p:spTree>
  </p:cSld>
  <p:clrMapOvr>
    <a:masterClrMapping/>
  </p:clrMapOvr>
</p:sld>
</file>

<file path=ppt/theme/theme1.xml><?xml version="1.0" encoding="utf-8"?>
<a:theme xmlns:a="http://schemas.openxmlformats.org/drawingml/2006/main" name="1_기본 디자인">
  <a:themeElements>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1_기본 디자인">
      <a:majorFont>
        <a:latin typeface="굴림"/>
        <a:ea typeface="굴림"/>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lnDef>
  </a:objectDefaults>
  <a:extraClrSchemeLst>
    <a:extraClrScheme>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1_기본 디자인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1_기본 디자인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1_기본 디자인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1_기본 디자인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1_기본 디자인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1_기본 디자인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1_기본 디자인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1_기본 디자인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1_기본 디자인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1_기본 디자인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1_기본 디자인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디자인 사용자 지정">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디자인 사용자 지정">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2_디자인 사용자 지정">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3_기본 디자인">
  <a:themeElements>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1_기본 디자인">
      <a:majorFont>
        <a:latin typeface="굴림"/>
        <a:ea typeface="굴림"/>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lnDef>
  </a:objectDefaults>
  <a:extraClrSchemeLst>
    <a:extraClrScheme>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1_기본 디자인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1_기본 디자인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1_기본 디자인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1_기본 디자인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1_기본 디자인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1_기본 디자인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1_기본 디자인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1_기본 디자인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1_기본 디자인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1_기본 디자인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1_기본 디자인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6.xml><?xml version="1.0" encoding="utf-8"?>
<a:theme xmlns:a="http://schemas.openxmlformats.org/drawingml/2006/main" name="2_기본 디자인">
  <a:themeElements>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1_기본 디자인">
      <a:majorFont>
        <a:latin typeface="굴림"/>
        <a:ea typeface="굴림"/>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lnDef>
  </a:objectDefaults>
  <a:extraClrSchemeLst>
    <a:extraClrScheme>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1_기본 디자인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1_기본 디자인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1_기본 디자인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1_기본 디자인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1_기본 디자인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1_기본 디자인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1_기본 디자인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1_기본 디자인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1_기본 디자인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1_기본 디자인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1_기본 디자인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7.xml><?xml version="1.0" encoding="utf-8"?>
<a:theme xmlns:a="http://schemas.openxmlformats.org/drawingml/2006/main" name="Office 테마">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8.xml><?xml version="1.0" encoding="utf-8"?>
<a:theme xmlns:a="http://schemas.openxmlformats.org/drawingml/2006/main" name="Office 테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10057</TotalTime>
  <Words>2528</Words>
  <Application>Microsoft Office PowerPoint</Application>
  <PresentationFormat>A4 Paper (210x297 mm)</PresentationFormat>
  <Paragraphs>456</Paragraphs>
  <Slides>22</Slides>
  <Notes>22</Notes>
  <HiddenSlides>0</HiddenSlides>
  <MMClips>0</MMClips>
  <ScaleCrop>false</ScaleCrop>
  <HeadingPairs>
    <vt:vector size="6" baseType="variant">
      <vt:variant>
        <vt:lpstr>Fonts Used</vt:lpstr>
      </vt:variant>
      <vt:variant>
        <vt:i4>8</vt:i4>
      </vt:variant>
      <vt:variant>
        <vt:lpstr>Theme</vt:lpstr>
      </vt:variant>
      <vt:variant>
        <vt:i4>6</vt:i4>
      </vt:variant>
      <vt:variant>
        <vt:lpstr>Slide Titles</vt:lpstr>
      </vt:variant>
      <vt:variant>
        <vt:i4>22</vt:i4>
      </vt:variant>
    </vt:vector>
  </HeadingPairs>
  <TitlesOfParts>
    <vt:vector size="36" baseType="lpstr">
      <vt:lpstr>Wingdings 2</vt:lpstr>
      <vt:lpstr>굴림</vt:lpstr>
      <vt:lpstr>Arial</vt:lpstr>
      <vt:lpstr>맑은 고딕</vt:lpstr>
      <vt:lpstr>Wingdings</vt:lpstr>
      <vt:lpstr>돋움</vt:lpstr>
      <vt:lpstr>돋움체</vt:lpstr>
      <vt:lpstr>Arial Unicode MS</vt:lpstr>
      <vt:lpstr>1_기본 디자인</vt:lpstr>
      <vt:lpstr>디자인 사용자 지정</vt:lpstr>
      <vt:lpstr>1_디자인 사용자 지정</vt:lpstr>
      <vt:lpstr>2_디자인 사용자 지정</vt:lpstr>
      <vt:lpstr>3_기본 디자인</vt:lpstr>
      <vt:lpstr>2_기본 디자인</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LG Electronics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[app title]description</dc:title>
  <dc:creator>LG Apps</dc:creator>
  <cp:lastModifiedBy>Liyona Bonakdar</cp:lastModifiedBy>
  <cp:revision>665</cp:revision>
  <dcterms:created xsi:type="dcterms:W3CDTF">2010-07-06T05:41:28Z</dcterms:created>
  <dcterms:modified xsi:type="dcterms:W3CDTF">2026-10-10T09:53:34Z</dcterms:modified>
</cp:coreProperties>
</file>